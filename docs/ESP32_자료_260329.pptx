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5" d="100"/>
          <a:sy n="85" d="100"/>
        </p:scale>
        <p:origin x="24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2743F-BDCD-4610-A646-4C53437DEB5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06FB9-BAE2-4D5F-A82F-B616B3839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1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06FB9-BAE2-4D5F-A82F-B616B3839E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481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06FB9-BAE2-4D5F-A82F-B616B3839E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23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E3EAA-736A-9DE9-6453-452CFA2DD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2FA7D8-7158-A8A4-5135-C993C4BB2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1408A8-AE13-EB59-3C40-A45BCB24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5801F-D392-9401-5421-7DB6E495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9CF1FC-F2A3-8780-D0CB-C0D09F0E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56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05552-1FBE-40ED-F6EC-0EE1E6A5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D052E7-D93F-53CD-F408-9EBFA1018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8E596-2F66-91D6-F2CD-0E211EEA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1FF51-F125-DBEC-5317-ABA79658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99EBC-5A73-0A19-7CED-2F691B78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963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257C4-B5F6-A941-4617-77F049A8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75B58E-48FD-DDE1-0F6A-3C0663238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153CF0-D661-6EE1-30F3-06808CA4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2AE737-A93F-7A96-CB37-68B7AFAB8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3D6C50-4C1F-5A60-CB27-4137891F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19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BF750-212D-AE90-6CDA-D15AD76A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A76271-19A1-5069-1F59-E4723DF28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67301F-12C1-8807-D5AA-BA44C6DD6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D7A066-CE73-B64A-E2AB-FB9E7D52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3CF8E1-3E6B-721C-F003-A757AB0E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8FC55-8D94-E99C-E131-B405F85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4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9A296-6334-707B-3E46-3D1D8E42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0EEF27-A155-14AA-A54F-823D7823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1769BB-E050-029F-F80A-E336BA64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556B9E-3A98-690A-8027-7C7E84DCA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E5C466-DB75-E5A7-C15B-8BDD68AFE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CF3CEC-830A-D539-3057-6D694DE2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C3917E-50D3-FA8E-5D99-6CEB0CE4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086EAA-F429-214C-6658-026B6130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7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F2091-FC89-4872-F42E-50382E40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830966-7C66-FB59-040A-102F62A5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53D9C7-8F9F-4B5F-E94D-341A5602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5ADB9E-F2E6-79F4-5CD9-3201FF69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22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39B430-6B0C-3C7B-D700-F85047A7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379ED8-E21D-8A49-98A5-F6EC897F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7F7B92-4039-E59B-C066-FDE18A12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892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E877A-17FA-9163-B818-20BD9063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222C2-A80E-0935-37DB-BE438235F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09AE4F-DE07-C914-9E5C-C8B2BBFEE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90D009-DEFC-EBD0-AD08-B1B0B48F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28A719-1446-3B2D-FE48-8C03A1E0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CF5E8B-EB47-8D0B-8201-59CCAE8E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46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B4B6D-7C0C-B717-3F11-8E45BCC0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9D91C4-EDCA-3820-54C3-8B29A221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0EE38E-C733-E639-313A-AF57870FD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EF452-A960-49A7-404E-7A494BB6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51B478-6F37-3B3C-945A-94469AEF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413A43-3742-9CD6-C073-8875C426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5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1012A-D95C-F435-D438-1F9EF1A5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1FDE7D-9A19-8AC6-BDF0-108515B0B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F0A37-8707-E184-CBBD-24015986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14814-EE7C-2234-6D52-1AD6BEC0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CAB6B1-D995-B424-873D-1236BE3F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06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748375-D539-BD17-9972-95FE4600C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85F5BF-D734-729A-8FBF-3E57FE4B9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485511-94E7-DA9C-2DD2-9B389763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31F89-ECAE-1455-4245-C8AFCD05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269675-CAE1-4B4A-74BA-F129FBB8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23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F17C8C-3890-A4B2-FCC4-8D3C811B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419740-EDEC-870A-96E2-C3A9159A8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D00AC8-5CA2-6798-62A5-588382D08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FA069-9111-4356-89A6-96EB60392389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FA3E4-DAE4-F2C1-D18C-50F02FABE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13E571-7451-189D-CE99-1A2DF3689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10F16-95CB-462A-A7B2-E2E708D1C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83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DFF7ED-F6A7-756B-B5AB-98589760A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8" y="881063"/>
            <a:ext cx="8124825" cy="509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17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BEECA04-1F7E-64AB-7EEA-B5D15907E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0"/>
            <a:ext cx="10066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27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A7F9FE8-C3BB-C7C8-2059-8DEA37605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0"/>
            <a:ext cx="9839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32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Freeform: Shape 411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13" name="Isosceles Triangle 411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ED12266-010A-3544-FA35-C89B33DD3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59362"/>
            <a:ext cx="10905066" cy="533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Isosceles Triangle 411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31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2</Words>
  <Application>Microsoft Office PowerPoint</Application>
  <PresentationFormat>와이드스크린</PresentationFormat>
  <Paragraphs>2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KYUNGHEON LEE</dc:creator>
  <cp:lastModifiedBy>KYUNGHEON LEE</cp:lastModifiedBy>
  <cp:revision>1</cp:revision>
  <dcterms:created xsi:type="dcterms:W3CDTF">2026-03-28T22:35:47Z</dcterms:created>
  <dcterms:modified xsi:type="dcterms:W3CDTF">2026-03-29T09:45:04Z</dcterms:modified>
</cp:coreProperties>
</file>