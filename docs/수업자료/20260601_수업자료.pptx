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6" r:id="rId3"/>
    <p:sldId id="257" r:id="rId4"/>
    <p:sldId id="277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 showGuides="1">
      <p:cViewPr varScale="1">
        <p:scale>
          <a:sx n="120" d="100"/>
          <a:sy n="120" d="100"/>
        </p:scale>
        <p:origin x="120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v"/>
          <inkml:channel name="T" type="integer" max="2.14748E9" units="dev"/>
        </inkml:traceFormat>
        <inkml:channelProperties>
          <inkml:channelProperty channel="X" name="resolution" value="936.20001" units="1/cm"/>
          <inkml:channelProperty channel="Y" name="resolution" value="1589.0882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6-01T10:31:43.351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5473 14647 11650 0,'-9'-39'3401'0,"1"22"-281"16,-5 7-871 15,5 7-201-31,8 3-2048 31,9-2 1345-15,-9 2-1345-16,49-15 632 15,21-2-344 1,4 15-120 0,20 0 112-1,32-23 16 1,25-29-104-1,6 11-48 1,14 27-128 0,5 16 56-1,17 6 56 1,30-32-112 0,-20-8-8 15,-1 13 8-16,8 13 0 1,-2 8 16 0,-22 3-48-1,-40-3 56 1,-20 0 48 0,-38-2-200-1,-43 1 64 1,-17 1 64-1,-21 0 56 1,-7 0-72 0,0 18-9946-1,-3-2 32 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v"/>
          <inkml:channel name="T" type="integer" max="2.14748E9" units="dev"/>
        </inkml:traceFormat>
        <inkml:channelProperties>
          <inkml:channelProperty channel="X" name="resolution" value="936.20001" units="1/cm"/>
          <inkml:channelProperty channel="Y" name="resolution" value="1589.0882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6-01T10:31:44.103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5268 15066 11954 0,'-5'-3'5569'0,"-11"-8"-2888"0,16 9-1569 0,8-4-112 16,30 4-424-1,37 0-39 1,-75 2-537 0,111 0 392-16,43-4 160 15,27-12 184 1,30 10-536 0,33 4-48-1,54-10 184 16,51-1-144-15,-16-16 72 0,10-27-344-1,-9-7 176 1,-80 43-64 0,-71 17-88-1,-91 16-16 1,-63 1 72-1,-26-11 40 1,-23 6-96 0,-57 51-5617-1,31-7-8442 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v"/>
          <inkml:channel name="T" type="integer" max="2.14748E9" units="dev"/>
        </inkml:traceFormat>
        <inkml:channelProperties>
          <inkml:channelProperty channel="X" name="resolution" value="936.20001" units="1/cm"/>
          <inkml:channelProperty channel="Y" name="resolution" value="1589.0882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6-01T10:31:44.802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5124 15569 11242 0,'-9'-12'6153'0,"-5"2"-2440"15,16 7-3121 1,32-3-64 0,59-19 200-1,36 5-239 1,-129 20-489-16,174-20 560 15,36 6-112 1,33 16-168 0,13 12-168-1,22-12 16 1,11-6 80 0,7 4-280-1,-6 7-24 1,-34 14 56-1,-41-9-8 17,-52-9 136-17,-47 0-160 1,-49 0 56 0,-47 3 32-1,-46 0-792 1,-47 17-5634-1,13 14-6905-15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v"/>
          <inkml:channel name="T" type="integer" max="2.14748E9" units="dev"/>
        </inkml:traceFormat>
        <inkml:channelProperties>
          <inkml:channelProperty channel="X" name="resolution" value="936.20001" units="1/cm"/>
          <inkml:channelProperty channel="Y" name="resolution" value="1589.0882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6-01T10:31:45.492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5126 15804 15435 0,'-11'-4'1648'0,"-18"-13"1841"16,26 14-2073 0,11 2-1096-1,24 1 168 1,38 0 257 0,-70 0-745-1,100-6 872-15,39 7-176 16,33 26-416 15,49-2-152-15,47-23 0-1,30-18 616 1,29 8-488 0,22 3-240-1,20-7-160 1,6 5 56-1,-53 17 0 1,-48 15-56 0,-83 6 88-1,-54 1 40 1,-40 1 360 0,-54-18-384-1,-37-7 808 1,-6-8-768 15,0 0 0-15,0 0 0-1,6 2-1384 1,22 39-20117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v"/>
          <inkml:channel name="T" type="integer" max="2.14748E9" units="dev"/>
        </inkml:traceFormat>
        <inkml:channelProperties>
          <inkml:channelProperty channel="X" name="resolution" value="936.20001" units="1/cm"/>
          <inkml:channelProperty channel="Y" name="resolution" value="1589.0882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6-01T10:18:50.116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FF0000"/>
    </inkml:brush>
    <inkml:brush xml:id="br2">
      <inkml:brushProperty name="width" value="0.05292" units="cm"/>
      <inkml:brushProperty name="height" value="0.05292" units="cm"/>
      <inkml:brushProperty name="color" value="#0000FF"/>
    </inkml:brush>
    <inkml:brush xml:id="br3">
      <inkml:brushProperty name="width" value="0.05292" units="cm"/>
      <inkml:brushProperty name="height" value="0.05292" units="cm"/>
      <inkml:brushProperty name="color" value="#00FF00"/>
    </inkml:brush>
  </inkml:definitions>
  <inkml:trace contextRef="#ctx0" brushRef="#br0">2339 1099 7681 0,'0'0'0'0,"7"-4"10802"0,-1-15-6369 15,5 2-2880 1,-2 2-937 0,-2 16 672-1,-7-1-1288 1,3 63 808-1,-6 196-352 1,-24 37-280 0,11-89-176-1,0-49-3808 1,13-92-15412-16</inkml:trace>
  <inkml:trace contextRef="#ctx0" brushRef="#br0" timeOffset="520.29">2428 1305 14859 0,'0'-3'3616'0,"0"-15"1"16,10-7-3297-1,18-3 296 16,24 17-576-15,-12 26 200 0,-40-15-240-16,65 127 913 15,-100 2-689 1,-48-36-696 0,12-55 1536-1,36-33 416 1,32-35-1768-1,48-25 0 1,29 25 1336 0,4 27-808-1,6 63-272 1,-22 26 384 0,-51 18-16-1,-50 7 585 16,-60-19-513-15,-25-42-904 0,13-35 976-1,53-79-880 1,44-40-2753 0,44 35-14771-1</inkml:trace>
  <inkml:trace contextRef="#ctx0" brushRef="#br0" timeOffset="847.54">2806 1226 16035 0,'0'0'1416'0,"0"0"-1416"0,3 4 5321 16,39-4-3416-1,34-6-1081 1,40-11-736-1,-116 17-88 1,126-23-504-16,-20 4-4297 16,-67 17-8834-1</inkml:trace>
  <inkml:trace contextRef="#ctx0" brushRef="#br0" timeOffset="1114.22">3192 1231 14675 0,'0'0'3992'15,"0"0"-3992"1,0 8 5282 0,0 100-2626-1,7 78-2024 1,11-20-192-1,-18-166-440 1,35 124 328-16,-23-41-312 16,-9-47-2576-1,-2-21-15356 1</inkml:trace>
  <inkml:trace contextRef="#ctx0" brushRef="#br0" timeOffset="2283.33">5748 1939 7377 0,'0'-3'4369'0,"-5"-24"1104"0,-23-9-1416 16,-19 22-2281 0,-18 31-967-1,-15 79 303 1,80-96-1112-1,-72 143 984-15,39 8-408 32,44-19-352-17,71-89-120 1,4-51 24 0,-25-33-3712-1,-13 4-12764 1</inkml:trace>
  <inkml:trace contextRef="#ctx0" brushRef="#br0" timeOffset="2620.12">6055 1854 14195 0,'-4'-5'5521'16,"2"-3"-2361"0,2 32-1487-1,-4 67 247 1,4 67-1480-1,5 90-616 1,-5-248 176-16,14 189-344 16,-6-167-1272-1,21-62-15620 1</inkml:trace>
  <inkml:trace contextRef="#ctx0" brushRef="#br0" timeOffset="2981.95">6348 2245 13426 0,'-5'-5'4929'15,"-21"-5"-968"1,-16 24-2953 0,-6 48-399-1,12 71-689 1,40-62-128-1,-4-71 208-15,27 25 96 16,14-32 424 0,4-54-120-1,-26 3-80 1,-5 11 64 0,-11 40-416-1,-6 43 120 1,5 43-440-1,24-41 448 17,24-30-2769-17,1-14-13210-15</inkml:trace>
  <inkml:trace contextRef="#ctx0" brushRef="#br0" timeOffset="3318.76">6652 2209 17531 0,'0'0'1168'0,"-6"-11"3281"16,-8 0-3152-1,-19 23-1313 1,-6 29-40 0,8 14 128-1,31-55-72 1,-6 40-104-16,33-2-56 15,49-9 32 1,-2-7-416 15,-53 21 600-15,-26-19 200 0,-62 9 160-1,-12-11-264 1,44-29-1217-1,36-49-15090 1</inkml:trace>
  <inkml:trace contextRef="#ctx0" brushRef="#br0" timeOffset="3668.73">6898 2225 16155 0,'0'0'0'0,"1"-13"6353"16,-1-5-3472-1,-13 9-2145 17,-34 31-760-17,-4 25-24 1,51-47 48 0,-17 38-192-16,22 1-80 15,34-10-136 1,27 3-56-1,-29 24 240 1,-31-17 160 0,-29-7 232-1,-39-27 152 1,18-12-128 0,13-35-1504-1,33 0-16884 1</inkml:trace>
  <inkml:trace contextRef="#ctx0" brushRef="#br0" timeOffset="3878.58">7022 2056 17771 0,'-4'-1'3841'16,"-14"-16"688"-1,9 4-3937 1,6 11-1640 0,6 43-8378-1,-3-27 40-15</inkml:trace>
  <inkml:trace contextRef="#ctx0" brushRef="#br0" timeOffset="3998.28">7001 2348 11146 0,'0'0'0'0,"0"71"6873"15,4 4-4552 1,10-18-1825 15,2-16-952-15,6-41-12539-16</inkml:trace>
  <inkml:trace contextRef="#ctx0" brushRef="#br0" timeOffset="4250.87">7380 2270 14827 0,'0'-4'2840'0,"0"-11"2193"16,-15 2-3584 0,-18 48-1185-1,-17 86-40 1,30 31-72-1,20-152-152 1,20 70 96-16,41-54 480 31,29-58-3865-15,-68 30-8809-16</inkml:trace>
  <inkml:trace contextRef="#ctx0" brushRef="#br0" timeOffset="4908.52">5553 4779 11242 0,'0'-3'4065'0,"-3"-7"2904"16,1 7-4248-1,-8 66-1665 1,-4 88-176 0,9 21-648-1,5-172-232 1,1 176 248-16,-1-65-536 16,5-97-4809-1,12-56-8858 1</inkml:trace>
  <inkml:trace contextRef="#ctx0" brushRef="#br0" timeOffset="5312.5">5575 4860 16011 0,'0'-11'4449'0,"-10"-28"-1232"32,31-16-2137-17,43 34-952 1,-5 60-128-1,-35 45 88 1,-24-84-88 0,-39 122 176-16,-39-31-72 15,30-64 160 1,46-25 120 0,9-14-416-1,58-3-120 1,-5 32 40-1,-2 51 24 1,-21 17 128 0,-37-13 304 15,-62-14 112-15,-22-35 104-1,18-29-264 1,47-46-1736-1,35-3-15308 1</inkml:trace>
  <inkml:trace contextRef="#ctx0" brushRef="#br0" timeOffset="5661.52">5956 4882 18379 0,'0'-30'4497'0,"-4"9"-1248"0,4 24-3057 16,13 68 8 15,-9 59-104-15,-10 26 40-1,6-156-136-15,-18 112 288 16,6-62-320-1,12-47-8 1,10-3 152 0,38-6-80-1,12-16 24 1,7-3-200 0,7-4-1680-1,-24 4-14628 1</inkml:trace>
  <inkml:trace contextRef="#ctx0" brushRef="#br0" timeOffset="5882.34">6331 4825 17619 0,'0'0'0'0,"-44"3"5137"16,37-3-2560-1,40-5-2113 1,87-11 8 0,-29 14-1952-1,-91 2 1480 1,33 7-6994-16,-47-24-2376 0</inkml:trace>
  <inkml:trace contextRef="#ctx0" brushRef="#br0" timeOffset="6215.35">6387 4882 10642 0,'0'0'0'0,"-21"0"6489"16,11 9-4320 0,-2 55-1113 15,0 47-8-15,-2 30-632-1,-11-1 136 1,25-140-552-16,-12 89 168 15,7-58-336 1,13-27 328 0,29-3 80-1,16-13 144 1,13-4-71 0,-12 7-313-1,-27 1 208 1,-12 3-240-1,-14 5-1561 1,-39-47-12818 0</inkml:trace>
  <inkml:trace contextRef="#ctx0" brushRef="#br0" timeOffset="6411.51">6373 5202 13186 0,'-7'-3'6098'15,"0"-3"-2682"1,12 6-1975 0,46 0-137-1,31-2-1264 1,-2 2-16980 0</inkml:trace>
  <inkml:trace contextRef="#ctx0" brushRef="#br0" timeOffset="8217.25">8172 2110 14355 0,'0'0'0'0,"11"-8"6353"15,4-3-2440 1,-15 3-1849 0,8 2-1840-1,42-6 104 1,22 3-440-1,-72 9 112-15,74-6-3977 16,-30-3-16499 0</inkml:trace>
  <inkml:trace contextRef="#ctx0" brushRef="#br0" timeOffset="8442.36">8255 2138 14563 0,'-5'0'3528'16,"-22"0"505"-1,25-1-3089 1,7 1 113 0,41 1-265-1,18-1-1072 1,-64 0 280-1,79-33-6658-15,-43 23-5936 16</inkml:trace>
  <inkml:trace contextRef="#ctx0" brushRef="#br0" timeOffset="8759.92">8506 1838 16603 0,'0'0'0'0,"-25"0"5745"15,4 0-3856 1,14 7-1297 0,18 18-128-1,39 0-40 1,-50-25-424 0,66 39-32-16,-4 2 80 15,-28 12 88 1,-23 2 48-1,-51 20 32 1,-44 26 176 0,-6-1-1568-1,45-70-12043 1</inkml:trace>
  <inkml:trace contextRef="#ctx0" brushRef="#br0" timeOffset="9466.4">9373 1891 14339 0,'0'0'0'0,"8"0"4529"0,2 4-3513 15,-13 38-160 1,-2 59-208 0,16 28-296-1,-11-129-352 16,53 123 120-31,4-39 112 16,-2-63 496 0,-1-65 81-1,9-66 263 1,-1-40 256 0,-18 5-584-1,-31 32-688 1,-12 61-632-1,-5 48-17316 1</inkml:trace>
  <inkml:trace contextRef="#ctx0" brushRef="#br0" timeOffset="9709.58">10100 1989 16091 0,'0'0'0'0,"0"-30"5649"15,-9 4-2544 1,-1 26-2209 0,-17 75-464-1,-32 68-72 1,59-143-360-1,-87 237-432-15,37-105-2144 16,29-132-12756 0</inkml:trace>
  <inkml:trace contextRef="#ctx0" brushRef="#br0" timeOffset="9935.53">10091 1998 17371 0,'5'-7'2681'15,"22"-15"-529"1,7 10-1088 0,3 56 345-1,-8 53-1169 1,-11 21-384 0,-18-118 144-16,-15 136 208 15,-47-62-1784 1,9-52-7226-1,42-22 88-15</inkml:trace>
  <inkml:trace contextRef="#ctx0" brushRef="#br0" timeOffset="10093.64">9933 2335 15587 0,'0'-7'3905'0,"0"-2"-1665"15,5 5-1696 16,44 4-424-15,28 2-120 0,-10-9-13827-16</inkml:trace>
  <inkml:trace contextRef="#ctx0" brushRef="#br0" timeOffset="10435.68">10476 1892 8593 0,'0'0'0'0,"0"-4"10267"31,-2-3-7147-15,-1 34-255-1,-14 57-1513 1,1 38-1048 0,16-122-304-1,-5 140 128-15,-11 50-1208 16,4-150-6650-1,12-37-2512-15</inkml:trace>
  <inkml:trace contextRef="#ctx0" brushRef="#br0" timeOffset="10837.55">10505 1975 16819 0,'1'-10'1048'0,"14"-38"1577"16,20 11-1817 15,16 33-392-15,3 45-232-1,-21 36-120 1,-33-77-64-16,3 87 88 16,-52-16-88-1,-27-35 120 1,6-37-128-1,27-38-48 1,35 18-48 0,16 21 88-1,27 53 568 1,9 26-280 0,15 0-264-1,20-10-296 1,-25-66-7665 15,-48-7-1049-31</inkml:trace>
  <inkml:trace contextRef="#ctx0" brushRef="#br0" timeOffset="11091.25">10854 1931 15099 0,'-2'0'2816'0,"-1"0"-767"15,24 3-425 1,52 0 80 0,43-9-943-1,7 0-497 1,-123 6-264-1,97-5-24 1,-55 12-2137 0,-39 5-14130-16</inkml:trace>
  <inkml:trace contextRef="#ctx0" brushRef="#br0" timeOffset="11295.18">11044 2003 15931 0,'0'0'248'0,"0"4"936"16,3 34 1393 0,2 45-737-1,-5 88-1208 1,0 18-688 0,0-189 56-1,13 58-304-15,14-53-14459 16</inkml:trace>
  <inkml:trace contextRef="#ctx0" brushRef="#br0" timeOffset="11478.98">11547 2240 19620 0,'0'5'1736'15,"-9"4"897"1,6 0-2497 0,3 1-16468-1</inkml:trace>
  <inkml:trace contextRef="#ctx0" brushRef="#br0" timeOffset="12253.94">12048 1898 15819 0,'3'-3'1240'0,"18"-11"3833"16,1 3-4049-1,-9 24-223 1,1 50-385 0,-7 39-296-1,-7-102-120 1,1 94-4537-16,-1-56-11267 16</inkml:trace>
  <inkml:trace contextRef="#ctx0" brushRef="#br0" timeOffset="12677.07">12298 1834 17467 0,'0'0'1232'15,"0"4"2233"1,2 7-3537 0,8 41 272-1,3 36 24 1,-12-4-248-1,-1-84 24 1,-37 64 240-16,-22-31 56 16,13-33-32-1,37-42-168 1,31-3-256 0,30 10-136-1,-6 35 144 1,-28 56-56-1,-13 11 312 17,-17-8 216-17,-8-35-160 1,14-18-200 0,12-6-160-1,27-4-264 1,17-11-15611-1</inkml:trace>
  <inkml:trace contextRef="#ctx0" brushRef="#br0" timeOffset="12973.26">12475 1798 15875 0,'-3'-3'1504'0,"0"-33"3505"16,1 8-3080-1,2 24-1553 1,9 55 128 0,0 63 144-1,-9-114-648-15,0 173 280 16,-6 2-264-1,3-6-512 1,-3-130-2777 0,9-34-15331-1</inkml:trace>
  <inkml:trace contextRef="#ctx0" brushRef="#br0" timeOffset="13592.83">12757 1810 12714 0,'0'-1'1232'15,"-9"-12"3994"1,3 7-3458-1,8 3-1368 1,25-1 240 0,11 2-472-1,-38 2-168 1,26 7-24-16,-22 35 432 16,-49 19-280-1,-7 1-88 1,25-30 32-1,25-21-336 1,43-16 352 15,20-13-32-15,-15 12-312 0,-19 12 248-1,-21 28 88 1,-50-2-112-1,-21 12 248 1,-1-8-208 0,22-22 128-1,27-10-72 1,14-4-592 0,24 1 776-1,31 2 32 1,25-6-440-1,5 3-840 1,-15 11-13707 15</inkml:trace>
  <inkml:trace contextRef="#ctx0" brushRef="#br0" timeOffset="13886.98">12845 2332 18355 0,'0'0'601'0,"0"-4"1215"0,26-14-1672 16,14 17 152-1,-10 30-232 1,-17 43-88 0,-13-72 24-1,-56 53 512-15,-17-30 16 16,10-26 689-1,42-50-369 1,24-20-888 0,44-11-3721 15,-10 51-10378-31</inkml:trace>
  <inkml:trace contextRef="#ctx0" brushRef="#br0" timeOffset="14124.41">13159 1969 14923 0,'-3'-2'2752'0,"0"-12"1441"16,14-9-3185 0,42 3-207-1,2 22-521 1,-24 37-56-1,-31-39-224 1,3 69 360-16,-54 16-248 31,-14-36-680-15,29-43-16004 0</inkml:trace>
  <inkml:trace contextRef="#ctx0" brushRef="#br0" timeOffset="14390.24">13472 1672 11122 0,'0'-2'6649'0,"0"-9"-2184"16,7 19-3024 0,-2 35-313-1,2 104 320 1,-10 30-1160-1,3-177-288 1,-3 146-80-16,1 87-456 31,4-158-3217-15,2-60-10482-16</inkml:trace>
  <inkml:trace contextRef="#ctx0" brushRef="#br0" timeOffset="14625.01">13856 1807 18427 0,'0'0'0'0,"-14"0"4329"15,5 3-3320 1,18-4-1209-1,48-4 7 1,9 5-6280 15,-39 9-6578-31</inkml:trace>
  <inkml:trace contextRef="#ctx0" brushRef="#br0" timeOffset="15125.53">13837 1964 11130 0,'-8'3'4881'16,"-14"10"-1872"-1,21-11-2033 1,46-2-184 0,21-2-744-1,-14-11-48 1,-52 13 0 0,20-4-48-16,-36 25 304 15,-58 27-80 1,6 6 8-1,38-30-400 1,30-10 280 15,25-11 72-15,28-6-144 0,-5 0 80-1,-12 9-96 1,-20 22 248-1,-35 30 72 1,-38-1-448 0,-19-14 120-1,16-30 168 1,40-13-176 0,22-11-88-1,45-6 128 1,26-1 8-1,18 1 160 1,5 8-568 0,-17 7-14467 15</inkml:trace>
  <inkml:trace contextRef="#ctx0" brushRef="#br0" timeOffset="15374.31">13979 2384 14379 0,'0'0'1960'0,"-2"0"-304"16,38 22-1096-1,-3 38-111 1,-23 15-153 0,-26-26 472-1,16-49-768-15,-75 33 696 16,-13-32 752-1,42-56 257 1,46-34-1689 0,42 26-921 15,11 19-15482-31</inkml:trace>
  <inkml:trace contextRef="#ctx0" brushRef="#br0" timeOffset="15576.26">14371 1982 20444 0,'0'0'2208'16,"-9"3"-1311"0,-33 42-825-1,-20 24-192 1,-1-10-1561-1,16-24-17499 1</inkml:trace>
  <inkml:trace contextRef="#ctx0" brushRef="#br0" timeOffset="15719.32">14251 2138 14643 0,'3'-1'1584'15,"14"-3"2281"1,15 28-2049-1,7-1-1600 1,2-4-1464 0,-23-19-11651-1</inkml:trace>
  <inkml:trace contextRef="#ctx0" brushRef="#br0" timeOffset="15924.09">14560 1777 19804 0,'0'0'2200'0,"-3"-1"-751"16,-4 52-737-1,1 52-216 17,6 31-176-17,-7 23-1640 1,7-157 1320-16,-31 167-18172 15</inkml:trace>
  <inkml:trace contextRef="#ctx0" brushRef="#br0" timeOffset="16152.15">14298 2508 16579 0,'-3'-2'2088'16,"-3"69"1353"-1,28 30-1504 1,33-41-1385 0,33-41-136 15,7-52-4409-31,-95 37 3993 16,15-13-11747-16</inkml:trace>
  <inkml:trace contextRef="#ctx0" brushRef="#br0" timeOffset="20424.82">15154 2133 12770 0,'0'0'1032'0,"-9"4"2681"16,6-3-1760 0,32-6 623-1,33-20-1688 1,-2 5-792-1,-60 20-96 1,46-7 48-16,-8 7-208 16,2 10 80-1,-3-2-120 1,-1-5-3408 0,-14-10-9619-1</inkml:trace>
  <inkml:trace contextRef="#ctx0" brushRef="#br0" timeOffset="20809.95">15576 1862 7753 0,'0'0'0'0,"-7"-5"6858"16,-9-7-3258-1,2 5-1215 1,1-1-769 0,7 4-952-1,6 4-664 1,0 0 0-16,9 22 360 16,18 21-167-1,8 15-153 16,7 7 168-15,0-19-264 0,-15-7 96-1,-17-20 96 1,-8-4 672 0,-40 35-288-1,-23 18-352 1,15-15-3473-1,26-50-7209-15</inkml:trace>
  <inkml:trace contextRef="#ctx0" brushRef="#br0" timeOffset="22051.58">16310 1620 8273 0,'-12'0'6242'0,"-9"-3"-2706"15,19 2-2399 1,56 1 719-1,53-11-952 1,4-10-968 0,-111 21 64-16,74-20-432 15,-45 8-1632 1,-32 4 1039 0,-52 8 1065-1,-3 23 513 1,15 20-385 15,7 28-128-15,23 6-80-1,13-28-4665 1,5-35-6610 0,14-54 10651-1,6-24 9266 1,2 14-4065-1,0 24-3113 1,-7 26-856 0,-11 57 144-1,-16 28-584 1,-42 12 112 0,-28-7-216-1,-6-37 41 1,38-44-89 15,42-38-89-15,25-11 129-1,28 13 441 1,10 18-113 0,5 9-184-1,-7 12-72 1,-2-3-13371-1</inkml:trace>
  <inkml:trace contextRef="#ctx0" brushRef="#br0" timeOffset="22268.47">16644 1850 14195 0,'0'-1'2280'0,"-6"-6"1265"16,4-1-2281-1,13-3-1248 17,27 4-184-17,14 3-5305 1,-27-6-5001-16</inkml:trace>
  <inkml:trace contextRef="#ctx0" brushRef="#br0" timeOffset="22485.62">16834 1631 6129 0,'0'0'0'0,"-4"-31"8874"16,4-5-5186 0,0 17-1527-1,0 16-1753 1,0 45 624 0,0-42-1032-1,-5 93 800-15,2 25-760 16,4-15 24-1,1-26-168 17,-2-42-2968-17,12-40-14132 1</inkml:trace>
  <inkml:trace contextRef="#ctx0" brushRef="#br0" timeOffset="22763.21">16945 1600 5673 0,'4'-13'7017'16,"0"-18"-2624"-1,-1 10-2544 1,0 13-1385 0,3 25 520-1,1 33 1528 1,-7-50-2512-16,3 100 985 15,1 25-849 17,12-8-8-17,-1-14-256 1,-7-33-2753 0,-7-64-8769-16</inkml:trace>
  <inkml:trace contextRef="#ctx0" brushRef="#br0" timeOffset="23471.33">17161 1684 12234 0,'0'0'0'0,"3"-4"5009"16,3-9-3016-1,-4 4-1265 17,-2 9-728-17,-11 45 1816 1,11-45-1816-16,-33 74 208 16,20-3-272-1,12-36 264 1,29-27-48-1,34-29-96 1,2-23 8 0,-28-2-144-1,-28 10 216 1,-17 22 24 0,-4 6-80-1,13 1 8 1,7 7 24-1,16-7-192 17,13-2 120-17,5-10-1112 1,-2-13-2689 0,-13 3 2057-1,-20-3 2088 1,-12-13 1208-1,0-3 457 1,0 19-409 0,6 19-1592-1,0 42 32 1,5 41 632 0,-5 40-184-1,0 12-584 1,4-20-24-1,2-27-776 1,-2-31-14563 15</inkml:trace>
  <inkml:trace contextRef="#ctx0" brushRef="#br0" timeOffset="23997.46">17606 1535 12306 0,'0'-4'5321'0,"0"0"-4112"16,12 4-1257-1,24 15 208 1,-9 7-360-1,-30 14-49 1,3-36 249 0,-59 39 80-1,-2-8-80 1,35-21 209 0,22-10-209-1,41-10-40 1,25-2 16-1,-5 9-9 1,-36 3-423 0,-36 10 480-1,-46 27 192 1,4 0 105 0,31-5 159-1,18-8-16 1,20-5 560-1,40-2-504 17,4-17-528-32,-12-4-3057 31,-28-2-8241-31</inkml:trace>
  <inkml:trace contextRef="#ctx0" brushRef="#br0" timeOffset="24208.14">17828 1416 15931 0,'-3'-7'3209'16,"-3"1"-1329"-16,6 30-1560 16,8 45 528-1,9 23-496 1,3 7-464-1,-20-99 112 1,3 111-8506-16,-6-83 33 16</inkml:trace>
  <inkml:trace contextRef="#ctx0" brushRef="#br0" timeOffset="24497.68">17709 2037 13674 0,'0'-2'3489'16,"11"-3"-880"-1,14-3-2073 1,10 9-376 0,-11 49 376-1,-15 15-240 1,-9-65-296-16,-22 60 504 16,-32-25 8-1,-24-23 240 1,17-45 705-1,48-30-873 1,37-13-904 0,42 19-5425 15,-30 35-9667-31</inkml:trace>
  <inkml:trace contextRef="#ctx0" brushRef="#br0" timeOffset="24733.59">18289 1870 18547 0,'0'0'785'0,"7"-1"1623"15,45-3-639 1,26 2-1481 0,-2-2-14860 15</inkml:trace>
  <inkml:trace contextRef="#ctx0" brushRef="#br0" timeOffset="25519.16">19265 1519 12770 0,'0'-5'2265'0,"-14"-34"679"16,-29 12-727 0,-16 27-985-1,-25 69 376 1,-8 45-671-1,92-114-937 1,-51 129 248-16,51-14 152 16,74-48-160 15,38-61-3609-15,-47-12-10506-16</inkml:trace>
  <inkml:trace contextRef="#ctx0" brushRef="#br0" timeOffset="25817.04">19373 1819 13226 0,'0'-5'5594'15,"4"-8"-4506"1,22 4-976 0,-2 29 160-1,-8 35-144 1,-26 3 240-1,10-58-368-15,-50 51 424 16,-23-28 224 0,2-24 1209 15,27-48-537-15,46-17-1208-1,52 9-608 1,22 29-12547-1,-57 28 5409-15</inkml:trace>
  <inkml:trace contextRef="#ctx0" brushRef="#br0" timeOffset="26178.26">19483 1838 15779 0,'3'-5'2937'15,"4"-12"-233"1,3 14-2464-1,4 38-96 1,-10 23 160 0,-8-1-224-1,4-57-80-15,-15 31 40 16,1-23 432 15,12-35-352-15,35-43 16-1,35-9-112 1,-3 33-72 0,-34 40 72-1,-22 59 352 1,-9 18-239 0,-7-23-105-1,7-18-2377 1,3-22-12874-1</inkml:trace>
  <inkml:trace contextRef="#ctx0" brushRef="#br0" timeOffset="26553.67">19826 1841 16771 0,'0'-8'1880'15,"3"-20"1721"1,0 15-3033-1,-1 30-568 1,-2 55 192 0,-9 0-176-1,9-72-16-15,-13 36 336 16,4-24 65 0,9-48-489-1,25-31 424 1,24-8-8-1,-8 20-216 1,-13 45 16 0,-16 46 48-1,-5 15-144 17,-1-4 40-17,8-22-5353 1,5-22-8442-16</inkml:trace>
  <inkml:trace contextRef="#ctx0" brushRef="#br0" timeOffset="26894.04">20137 1850 14315 0,'0'-1'3800'16,"0"-6"-1423"0,4 7-1105-1,23 3-136 1,19-3-567-1,12-4-281 1,-58 4-288 0,50-29-32-16,-35-17 144 15,-17 11-232 1,-41 17 64 15,-63 51 72-15,28 33-104-1,42 2 320 1,29-11 112 0,28-29-264-1,36-8-544 1,26-20-6386 0,-26-7-4688-1</inkml:trace>
  <inkml:trace contextRef="#ctx0" brushRef="#br0" timeOffset="27142.94">20628 1827 12090 0,'0'-17'5409'0,"-14"-17"-1416"16,-11 18-2625 0,-26 33-1256 15,-4 39 329-16,33 9-57 1,22-65-384-16,0 43 248 16,38-8 80-1,28-27-384 1,14-30-5193 0,-40-4-7834-1</inkml:trace>
  <inkml:trace contextRef="#ctx0" brushRef="#br0" timeOffset="27364.59">20635 1788 16443 0,'-4'0'936'0,"-16"-1"3001"16,14-5-2105 15,39 2-487-15,50-5-1505-1,17-10 656 1,-100 19-496 0,72-11-1088-16,-45 4-7850 15,-24 6 248-15</inkml:trace>
  <inkml:trace contextRef="#ctx0" brushRef="#br0" timeOffset="27552.57">20782 1627 13914 0,'0'-11'3985'15,"-2"4"-2768"1,-1 47 1407 0,0 46-1504-1,3 12-832 1,1-5-368 15,-1-93 80-31,7 65-8897 16,-2-62 87-16</inkml:trace>
  <inkml:trace contextRef="#ctx0" brushRef="#br0" timeOffset="27897.14">21063 1833 16715 0,'0'0'0'0,"-6"0"3025"15,6-10-1273 1,6 8-688-1,47 7-111 1,17-5-737 0,-14-10-392-1,-56 10 176-15,21-28-929 16,-26 2 25 15,-57 15 952-15,-14 22 96-1,13 37 136 1,32 13 152 0,18-5 40-1,36-21 113 1,40-27-3178 0,7-9-14531-1</inkml:trace>
  <inkml:trace contextRef="#ctx0" brushRef="#br0" timeOffset="28423.65">21460 1869 18075 0,'0'0'0'0,"0"-10"2673"15,0-16-49 1,-8-12-1471 15,-19 23-1137-15,-23 51 96-1,50-36-112 1,-63 70 24-16,29 1-40 16,28-13 56-1,29-34 32 1,35-25 224 0,3-45-200-1,-4-38-136 1,-14-43 168-1,-9-24-88 1,-16 20 656 0,-9 69 816-1,-4 21-1512 1,-5 25-624 15,-39 93 640-15,-2 76-32-1,21 17 232 1,41-20-232 0,26-57 32-1,1-47 192 1,-4-42-240 0,-4-29-360-1,-10 0-5673 1,-22 16-8042-1</inkml:trace>
  <inkml:trace contextRef="#ctx0" brushRef="#br0" timeOffset="28647.93">21935 2068 16027 0,'0'0'0'0,"4"-9"4721"15,3-6-680 1,-7 9-3497 0,-4 2-15739-1</inkml:trace>
  <inkml:trace contextRef="#ctx0" brushRef="#br0" timeOffset="30404.52">22354 2284 13442 0,'9'0'2753'0,"16"-4"-184"0,41-16-721 16,56-14-912 0,20 17-752-1,-35 14-56 1,-107 3-128-16,69-1-96 16,-36-16-3241-1,-22-1-8809-15</inkml:trace>
  <inkml:trace contextRef="#ctx0" brushRef="#br0" timeOffset="30656.08">22890 1994 14771 0,'0'-9'2424'0,"-4"-17"-447"16,5 15-1121-1,26 45 264 1,22 0-40 15,-8 8-656-15,-41-42-424-16,31 60 288 15,-50 31-16 1,-115 78-192 0,21-77-2520-1,97-71-12003-15</inkml:trace>
  <inkml:trace contextRef="#ctx0" brushRef="#br0" timeOffset="31072.24">23612 2164 13386 0,'-3'-12'3233'16,"-22"-25"40"-1,-10 16-1673 1,-15 37-1232 0,2 45 104-1,29 10-48 1,19-71-424-1,14 44 272-15,36-28 441 16,18-37-505 0,-20-27 176-1,-33-5-16 1,-45-3-144 0,-16 31-696-1,10 20-4753 1,36 9-8410-1</inkml:trace>
  <inkml:trace contextRef="#ctx0" brushRef="#br0" timeOffset="31351.8">23747 1934 14923 0,'0'-1'1776'0,"-3"-7"2297"15,0-2-1985 1,3 10-1680 0,9 60 873-1,6 46-873 1,-15-106-408 0,13 157 672-16,9 104-968 15,-19-158 200 1,-28-43 208-1,11-44-4057 17,15-24-9906-32</inkml:trace>
  <inkml:trace contextRef="#ctx0" brushRef="#br0" timeOffset="31910.96">24083 1939 16939 0,'-3'-3'2433'0,"-6"-3"1031"16,7-4-3504 0,23 10-224-1,21 16-2904 1,-21 13-249-1,-21-29 3417 1,-16 42-280 0,-38-5 1864-1,29-29 1145 1,21-5-1217 0,38-3-1264-1,17 0-1880 1,-18 23-3505-1,-26 9 4257 1,-18-21 2664 0,-6-8 560-1,14 3-1543 1,10 15-89 0,8 11-504-1,-12 15 384 1,-45-11-80-1,-20-14-128 17,15-22 704-17,38-36-103 1,28-15-1057 0,38 10-961-1,5 33-15890 1</inkml:trace>
  <inkml:trace contextRef="#ctx0" brushRef="#br0" timeOffset="32342.91">23801 2400 15379 0,'-4'0'2416'0,"2"-5"1113"0,48-2-2241 15,76-5-271 17,-25 0-121-17,24-1-936 1,-121 13 40-16,93-6-144 16,-59 6-1105-1,-32 3-3127 1,-73 18-2890-1,20-19 6098 1,28 8 5161 0,19-8-921-1,4 4-591 1,-3 36-617 0,-6 28-1368-1,5-5-408 1,8-5-880-1,17-37-14331 1</inkml:trace>
  <inkml:trace contextRef="#ctx0" brushRef="#br0" timeOffset="32493.21">24331 2828 15667 0,'-4'16'864'15,"4"-1"4625"1,-2-18-2832 0,2 3-2657-1,-33-24-21325 1</inkml:trace>
  <inkml:trace contextRef="#ctx0" brushRef="#br0" timeOffset="32921.11">22785 3296 17475 0,'0'0'0'0,"-47"-43"4449"15,44 36-2288 1,76-5-1153-1,35 2-1072 1,-56 31-8 15,-52-21 72-31,-14 49 296 16,-106 51-216 0,-22 1 216-1,58-57-2064 1,62-66-14028-1</inkml:trace>
  <inkml:trace contextRef="#ctx0" brushRef="#br0" timeOffset="33067.99">22849 3445 17675 0,'6'19'2633'16,"23"-5"-849"0,25 6-1320-1,-9 3-464 1,-21-7-4601-1,-7-5-8161 1</inkml:trace>
  <inkml:trace contextRef="#ctx0" brushRef="#br0" timeOffset="33355.28">23112 3148 13490 0,'0'0'0'0,"12"-50"6538"16,-7 36-3890 0,8 43-1960-1,4 86 1113 1,-13-21-1489 0,-4-94-312-1,3 144 312-15,-15 43-368 16,17-90-128-1,17-79-4473 1,1-15-10274 0</inkml:trace>
  <inkml:trace contextRef="#ctx0" brushRef="#br0" timeOffset="33550.58">23448 3187 12938 0,'8'-31'5329'0,"0"5"-720"16,-8 27-3568-1,-22 49-817 1,-37 15-120 0,-13 8-840-1,72-73 736 1,-47 30-7874-16,47-30-1272 15</inkml:trace>
  <inkml:trace contextRef="#ctx0" brushRef="#br0" timeOffset="33675.29">23376 3271 14563 0,'4'13'3512'16,"34"3"-759"0,26-20-1889-1,-14 2-2136 1,-33 4-12675-1</inkml:trace>
  <inkml:trace contextRef="#ctx0" brushRef="#br0" timeOffset="34007.49">23436 3353 15379 0,'0'0'2440'0,"6"-3"1097"15,14 8-3153 1,-8 27 128-1,-20 4-352 1,-47-5 184 0,55-31-344-1,-86 36-440 1,-18 11-288 0,3-25 688-1,64-15 328 1,37-5 288-1,81-22 48 1,45-21-392 0,-8 18-208-1,-34 15-2320 1,-42 8-12211 0</inkml:trace>
  <inkml:trace contextRef="#ctx0" brushRef="#br0" timeOffset="34290.04">23365 3601 15203 0,'0'0'0'0,"1"18"4401"16,28-20-1937 0,38-14-1992-1,-5 8-392 1,-18 4-104-1,-44 4 24 1,17 0 24-16,-10 22 96 16,-4 46 96-1,4 8-160 1,18 3-72 0,3-33-1216-1,4-44-14251 1</inkml:trace>
  <inkml:trace contextRef="#ctx0" brushRef="#br0" timeOffset="34676.21">23794 3294 15435 0,'-16'-19'4057'16,"5"7"-1009"-1,33 7-1487 1,52 0-1009 0,-14 7-392-1,-44 23-352 1,-16-25 192 0,-52 71 184-16,-55 15-520 15,39-50-592 1,57-33-4442-1,64-27 1986 1,-1 0 4112 0,-20 21 2016 15,6 21-1375-15,-13 8-1057-1,6-8-536 1,-31-44-12803-1</inkml:trace>
  <inkml:trace contextRef="#ctx0" brushRef="#br0" timeOffset="35054.21">23939 3374 18627 0,'1'0'945'0,"7"-19"2039"15,21 5-2031 1,27-5-1130-1,-18-12-1855 1,-11-5-889 0,-27 36 2921-1,17-43-1416-15,-7-18 1568 32,-7 21 2241-17,-3 19 791 1,0 18-1727-1,0 29-1369 1,-3 46 32 0,-3 14-8-1,-7 14-112 1,-13-20-1569 0,-15-17-6480-1,-5-18-4482 1</inkml:trace>
  <inkml:trace contextRef="#ctx0" brushRef="#br0" timeOffset="35305.05">23887 3631 8009 0,'-45'9'7850'0,"34"-3"-3113"16,13-6-1904-1,32-12-2025 17,12-6-464-17,-5 13-344 1,-41 5 0-16,53 0-32 15,0-7 136 1,-31 9-104 0,-15 33 96-1,-11 25-16 1,-4 7 16 0,10-4-304-1,15-27-3553 1,30-18-12539-1</inkml:trace>
  <inkml:trace contextRef="#ctx0" brushRef="#br0" timeOffset="35608.76">24368 3325 17555 0,'-19'7'3361'15,"10"-2"-1505"1,26 8-1600 0,7 31-272-1,-26 13 32 1,-43-15 192 0,45-42-208-16,-63 21 313 15,18-31 71 1,24-45 488-1,28 1-496 1,16 27-1800 0,27 23-19149-1</inkml:trace>
  <inkml:trace contextRef="#ctx0" brushRef="#br0" timeOffset="35837.87">24491 3272 13130 0,'-3'-50'7458'16,"3"28"-3537"-1,0 17-2513 1,2 8-1128 0,9 47-16-1,-5 19-40 1,-6-69-224-16,3 86 104 15,-9 2-1672 1,-11-22-15732 0</inkml:trace>
  <inkml:trace contextRef="#ctx0" brushRef="#br0" timeOffset="36034.87">24340 3737 15859 0,'0'0'0'0,"1"23"4785"16,6-17-2233 0,18 42-1375-1,20-1-609 1,11-32-496 0,-56-15-72-1,66-23-4609-15,-20 11-10970 16</inkml:trace>
  <inkml:trace contextRef="#ctx0" brushRef="#br0" timeOffset="36272.94">24945 3275 18403 0,'-41'-41'3993'16,"29"33"-1696"0,35 4-1737-1,51 3-1520 1,7-1-8930 0,-63 5 1080-16</inkml:trace>
  <inkml:trace contextRef="#ctx0" brushRef="#br0" timeOffset="36795.28">24890 3384 16267 0,'0'0'0'0,"-5"-11"3801"16,10 4-937-1,43 5-2151 1,29-7-713 15,-5-5 32-15,-72 14-32-1,24-4-112-15,-65 35 96 16,-57 35 224 0,44-18-184-1,29-30-128 1,22-18-128 0,15 0-65-1,38-5 401 1,15-8-80-1,-11 9-168 1,-34 31-32 0,-47 32 176-1,-44-16 136 17,-2-23-56-17,36-7-200 1,16-10 264-1,22-3-8 1,36 0 273 0,39-21-193-1,17-5-376 1,8 3 8 0,-67 18-2529-1,-27 41-7097 1,-7-24 2640-16</inkml:trace>
  <inkml:trace contextRef="#ctx0" brushRef="#br0" timeOffset="37060.42">25075 3771 12738 0,'-6'6'3921'0,"6"-4"-464"0,25 7-1753 31,3 5-1440-15,-15 13-120-1,-37 21 288 1,24-48-432-16,-60 46 368 16,-11-26-128-1,25-11 345 1,10-20 895 0,33-34-800-1,46-22-1512 1,36-12-6650-1,-82 34-1832-15</inkml:trace>
  <inkml:trace contextRef="#ctx0" brushRef="#br0" timeOffset="37304.43">25473 3343 19684 0,'0'-9'4361'16,"0"7"-2649"0,-25 29-1584-1,-26 48-16 1,-23-9-392 0,14-23-1984-1,60-43 2264-15,-10 0-7058 16,43-17-6569-1</inkml:trace>
  <inkml:trace contextRef="#ctx0" brushRef="#br0" timeOffset="37439.57">25394 3473 10386 0,'2'5'3905'0,"11"21"1352"15,5-4-3401 1,24-7-1208 15,12-13-472-15,-11 1-3488-1,-43-3 3312-15,14 20-14772 0</inkml:trace>
  <inkml:trace contextRef="#ctx0" brushRef="#br0" timeOffset="37715.4">25649 3258 15371 0,'4'-39'2624'0,"1"-23"1321"15,-2 42-1664 1,-3 18-1953 0,2 52-48-1,-25 75-24 1,23-125-256 0,-17 136 560-1,17-18-728-15,3-46-1472 31,-7-24-17068-15</inkml:trace>
  <inkml:trace contextRef="#ctx0" brushRef="#br0" timeOffset="37935.94">25398 3791 15307 0,'0'0'0'0,"-5"11"4497"16,5-1-1929-1,10 12-1183 1,43 6-537 0,15 8-272-1,-68-36-576 1,74 20 56-16,-19-15 40 16,-36-5-120 15,-14-9-4577-16,9 2-12579-15</inkml:trace>
  <inkml:trace contextRef="#ctx0" brushRef="#br0" timeOffset="38123.08">25980 3984 19956 0,'5'-4'1928'15,"4"-8"1105"1,-9 10-1769 0,0 0-2112-1,-6 1-19764 1</inkml:trace>
  <inkml:trace contextRef="#ctx0" brushRef="#br0" timeOffset="39571.5">7065 5072 13514 0,'0'0'0'0,"-10"-23"5738"15,10 15-3706 1,35 8-1656 0,24 3-176-1,-1 6-280 1,-58-9 80-1,60 0-14403-15</inkml:trace>
  <inkml:trace contextRef="#ctx0" brushRef="#br0" timeOffset="39748.4">7075 5179 11994 0,'-3'0'3665'0,"3"-3"200"16,39 1-3249 15,35 2-200-15,30-7-1232-1,-44-11-11331-15</inkml:trace>
  <inkml:trace contextRef="#ctx0" brushRef="#br0" timeOffset="40071.14">7355 4943 8393 0,'0'-1'4089'0,"-15"-9"1096"15,12 9-4305 1,3 25-175 0,16 10 199-1,37-9-440 1,-53-25-464-1,66 18 144 1,-23 0-104 0,-25 3 32-1,-2 10-8 1,-6-7 0 0,-23 40 272-1,-61 46 88 1,-71 43-432-1,-19 23-14755 1</inkml:trace>
  <inkml:trace contextRef="#ctx0" brushRef="#br0" timeOffset="41035.25">8394 4799 14051 0,'-20'3'2456'0,"-3"-3"697"15,27 0-2873 1,51-3 304 0,16-16-240-1,-44 12-280 1,-27 7-64-1,0 22 240-15,-66 61 200 32,-37 14-112-17,3-8-360 1,16-18-32 0,49-42-1896-1,43-33-12091 1</inkml:trace>
  <inkml:trace contextRef="#ctx0" brushRef="#br0" timeOffset="41185.96">8372 4977 8233 0,'0'0'0'0,"54"-7"6650"15,17-2-4610 1,-4 16-1752 0,-17 11-832-1,-19-4-11442 1</inkml:trace>
  <inkml:trace contextRef="#ctx0" brushRef="#br0" timeOffset="41359.12">8588 4942 13418 0,'0'-1'1289'0,"12"-26"1679"16,38-9-2568-1,-16 18-360 1,-12 7-608 0,-5 2-7730-1,-13 4 2353 1</inkml:trace>
  <inkml:trace contextRef="#ctx0" brushRef="#br0" timeOffset="41591.5">8769 4679 10906 0,'0'-5'3881'16,"-10"-5"448"0,4 15-3505-1,-3 74 1144 1,6 14-351 0,5 34-1001-1,-2-127-616-15,10 175 176 16,2-12-312-1,-5-74-4897 1,-6-76-5626-16</inkml:trace>
  <inkml:trace contextRef="#ctx0" brushRef="#br0" timeOffset="41937.62">8946 4878 17363 0,'-10'0'2433'15,"24"-7"-465"1,68-38-1520-1,21 4 56 1,-50 31-368 0,-51 42 208-1,-2-32-344-15,-81 98 521 16,-40 26-385 0,34-32-112-1,52-65-1793 1,59-55-15026 15</inkml:trace>
  <inkml:trace contextRef="#ctx0" brushRef="#br0" timeOffset="42063.49">9041 4993 7657 0,'5'-4'5305'16,"13"1"-1368"0,17 19-2665-1,-6 7-960 1,18-7-1416-1,-42-16-9554 1</inkml:trace>
  <inkml:trace contextRef="#ctx0" brushRef="#br0" timeOffset="42266.32">9155 4970 13658 0,'-3'0'3009'0,"-4"-2"1496"16,13-5-3425-1,61-22-864 1,-12 6-168 15,-27 17-1344-15,-28 6 1296-16,19-10-15699 16</inkml:trace>
  <inkml:trace contextRef="#ctx0" brushRef="#br0" timeOffset="42484.98">9311 4720 9265 0,'0'0'0'0,"-13"-35"8666"16,3 26-5465-1,10 6-2313 1,7 47 208 0,2 41 273-1,-9-85-1369 1,0 107 304-16,-3 14-336 31,-10-1-504-15,-14-28-9763-1,23-74 1746-15</inkml:trace>
  <inkml:trace contextRef="#ctx0" brushRef="#br0" timeOffset="42732.62">8986 5367 11642 0,'-3'-5'5937'16,"0"-3"-2472"-1,9 12-2337 1,39 13 849 0,36 5-1033-1,5 6-608 1,-86-28-336-1,89 11 48-15,-9-11-3505 32,-34-8-11722-32</inkml:trace>
  <inkml:trace contextRef="#ctx0" brushRef="#br0" timeOffset="43218.23">9500 4811 16539 0,'0'0'992'0,"0"-1"2065"16,40-2-2321-1,4 6-528 1,-23 24-216-1,-42 15 304 1,21-42-296 0,-80 43 128-1,10-15-24 1,50-20-24 0,23-8-312-1,66-16 192 1,13-10 104-1,-35 20-208 1,-32 27-48 0,-57 25 216-1,-33 15 104 1,25-17-64 0,38-19-8-1,30-8 48 1,37-9 56-1,23-38-200 17,1-23-15155-32</inkml:trace>
  <inkml:trace contextRef="#ctx0" brushRef="#br0" timeOffset="44187.63">9691 4907 14859 0,'-6'0'1408'0,"-18"7"2529"15,23-7-2865 1,56-21-344 0,18 4-664-1,-48 19-312 1,-25-2 248 0,0 25-192-16,-45 9 304 15,-14 4 56 1,40-16-72-1,20-10 64 17,31-1 296-17,31-20 32 1,-6-25-464 0,-14-7-1296-1,-24-10-3017 1,-10-8 2081-1,-15-3 2616 1,-12 5 2921 0,3 42-361-1,13 12-2240 1,4 42-152 0,7 25 65-1,-1 8-473 1,-5 28-88-1,-24-6-120 1,-22-20-592 15,-8-21-1465-15,-23-17-63 0,-6 0 1872-1,31-21 568 1,15-9 640-1,25-3 264 1,5 0-184 0,7-3-672-1,43-9 401 1,40-27-497 0,1 17-224-1,-20 9-8 1,-22 4 88-1,-17-5-160 1,-6-1 168 0,-21 7 136 15,-1 5-232-15,0 0 0-1,0 3 328 1,0 25-328-1,-3 39 112 1,-2 26-40 0,5 10 80-1,11-19-112 1,15-17-8 0,-15-40-88-1,-9-5-128 1,-1-19-8410-1,3-3-1040 1</inkml:trace>
  <inkml:trace contextRef="#ctx0" brushRef="#br0" timeOffset="44513.53">10246 5116 15187 0,'0'4'3000'0,"-14"-1"2730"15,14-3-5730 1,0 0 0 0,0-3 40 15,11 1-16660-31</inkml:trace>
  <inkml:trace contextRef="#ctx0" brushRef="#br0" timeOffset="46214.3">11614 4636 10258 0,'0'0'0'0,"-5"-52"5401"15,-27 14-2489 1,-8 22-1543 0,-27 33-537-1,-36 82 232 1,103-99-1064 0,-113 179 800-16,37 10-440 15,83-43-280 1,76-91 40-1,46-61-864 1,-8-32-16227 0</inkml:trace>
  <inkml:trace contextRef="#ctx0" brushRef="#br0" timeOffset="46533.37">11890 4970 12898 0,'0'0'728'0,"0"0"-728"16,8 5 2825 0,14 42-2537-1,-21 18 32 1,-43-2 224-1,42-63-544 1,-63 43 760-16,-11-33 537 16,29-40-257-1,30-44-680 1,54-3-568 15,24 39-14531-15</inkml:trace>
  <inkml:trace contextRef="#ctx0" brushRef="#br0" timeOffset="47005.04">11975 4955 12466 0,'3'0'3289'15,"3"-5"-761"1,8 30-1967-1,-3 44-9 1,-2 7-376 0,-8-25-32-1,-1-51-144 1,0 19 200-16,0-19-200 31,0-40 1440-15,8-31-1352-1,43-27-168 1,16 12 56 0,-5 40-64-1,-30 37-72 1,-16 42 432 0,-17 54 120-1,-9 9-280 1,4-31 8-1,2-32-128 1,4-20-848 0,-6-4-13187-1</inkml:trace>
  <inkml:trace contextRef="#ctx0" brushRef="#br0" timeOffset="47399.04">12443 4942 13074 0,'-3'-3'4697'0,"0"-5"-1656"16,3 37-2785-1,-3 34-88 1,3-6-48-1,5-16-72 1,-5-41-48-16,-3 15 152 16,-7-12 440-1,4-29-264 1,28-45-208 15,33-18-184-15,-3 45-160-1,-23 40-160 1,-18 52 280 0,-11 31 64-1,3-19-48 1,23-26 8 0,5-24-14683-1</inkml:trace>
  <inkml:trace contextRef="#ctx0" brushRef="#br0" timeOffset="47771.01">12831 4970 14227 0,'0'0'0'0,"1"9"496"16,6 1 1104 15,38 4 96-16,19-24-847 1,-6-30-273 0,-58 40-576-1,27-37 584-15,-23 2-208 16,-56 18-408 0,-25 35-184-1,6 50 344 1,32 12 312-1,31-13-160 1,40-32-64 0,29-28-56-1,10-14-7001 1,-52-4-1953 0</inkml:trace>
  <inkml:trace contextRef="#ctx0" brushRef="#br0" timeOffset="48038.53">13305 4864 13226 0,'-3'0'1161'0,"-32"-8"2183"16,-22 37-2792-1,-4 34 649 1,35 2-281-1,21-10-408 1,5-55-512 0,29 36 296-16,40-5-40 15,3-28-112 1,-7-9-2552 15,-32-22-10003-31</inkml:trace>
  <inkml:trace contextRef="#ctx0" brushRef="#br0" timeOffset="48241.07">13297 4867 14859 0,'0'0'0'0,"-12"-5"3168"16,17 5-2223-1,60 0 391 1,25 0-600-1,1-2-624 1,-91 2-112 0,58-6-1152-16,-33-7-12227 15</inkml:trace>
  <inkml:trace contextRef="#ctx0" brushRef="#br0" timeOffset="48435.78">13452 4679 12690 0,'-4'3'2209'16,"-13"58"1784"-1,8 19-2201 1,6 21-736 0,2 2-816-1,24-31-296 1,-23-72 56-16,48 21-5081 15,-29-21-4457-15</inkml:trace>
  <inkml:trace contextRef="#ctx0" brushRef="#br0" timeOffset="48820.51">13725 4958 15067 0,'-4'3'1080'0,"-12"3"2185"16,18 0-2385 15,34 7 112-15,22-13-144-1,18-23-464 1,-76 23-384-16,46-38 344 16,-30-5-112-1,-20-10 24 1,-42 33-632-1,-20 36 96 1,0 54 280 0,31 2 248-1,35-12-136 1,25-26-16 0,37-15 8-1,21-22-4496 16,-49-25-11364-31</inkml:trace>
  <inkml:trace contextRef="#ctx0" brushRef="#br0" timeOffset="49344">14240 4927 13122 0,'0'0'0'0,"-5"-67"3777"15,-20 42-64 1,-33 22-2545-1,-12 62-536 1,44 7-488 0,26-66-144-1,2 61 40-15,29-16 40 16,22-8-40 0,0-11 200-1,-19-34 313 16,-6-57-169-15,2-35-264 0,-2-41 48-1,4-39-32 1,-8 20-8 0,-11 59 312-1,-10 60 392 1,-3 34-608-1,0 41-368 1,-6 71 264 0,-4 55 104-1,-6 30-208 1,13-44 8 0,11-69-64-1,20-51 128 1,15-26 152 15,23-26-1064-15,0-13-17300-1</inkml:trace>
  <inkml:trace contextRef="#ctx0" brushRef="#br1" timeOffset="54150.64">14908 4957 11994 0,'-19'0'3225'15,"3"-7"2392"1,11 5-3257 0,5 2-2360-1,4 2 305 1,25 9-217 0,-29-11-88-16,58 3 96 15,11 6-104 1,4 17-64-1,-3-11 56 1,-10-20 152 15,-21-20 48-15,-25 11 112 0,-14 10 736-1,-11-9-408 1,-5-8-328-1,-1-14-96 1,-7-15 48 0,5 12-8-1,8 2-224 1,8 20 72 0,0 14-392-1,3 10-128 1,7 31 64-1,8-7 40 1,7-19-40 0,-5-5 176 15,-11-8-5513-15,8 7-7930-16</inkml:trace>
  <inkml:trace contextRef="#ctx0" brushRef="#br1" timeOffset="54463.94">15336 5027 16843 0,'0'-2'264'0,"0"2"-264"0,0 4 1104 32,-24 37 617-17,-20 27-1257 1,-20 3-488-1,64-71 24-15,-56 39-14203 16</inkml:trace>
  <inkml:trace contextRef="#ctx0" brushRef="#br1" timeOffset="55092.78">15867 4631 15699 0,'0'0'0'0,"0"-9"4377"0,0 3-1481 16,-16 50-2832-1,-60 76-48 1,-3-9-136-1,79-111 120 1,-64 73-3160-16,48-74-12148 16</inkml:trace>
  <inkml:trace contextRef="#ctx0" brushRef="#br1" timeOffset="55222.13">15699 4826 5689 0,'0'0'0'0,"38"-42"9378"15,-17 40-6818 1,12 54-663-1,17 11-1345 1,9-19-512 0,-16-25-11435-1</inkml:trace>
  <inkml:trace contextRef="#ctx0" brushRef="#br1" timeOffset="55625.63">16041 4449 14107 0,'0'0'0'0,"-3"0"2416"31,1 32-23-15,6 46-1201-1,5 35-432 1,-4 14-520-1,-5-127-240 1,0 131-24-16,-8-19-128 16,-7-62 72-1,5-74-2945 1,13-58-6817 0,10-2 8986-1,3 36 5481 1,4 20-952-1,17 16-2641 1,17 9-792 0,4 6-272 15,-38 6-13331-15</inkml:trace>
  <inkml:trace contextRef="#ctx0" brushRef="#br1" timeOffset="55973.22">16008 5134 12466 0,'-5'2'1384'16,"5"5"265"0,26 10-953-1,8 21-96 1,-18 12-248-1,-16-14 496 1,0-36-848-16,-46 37 2001 16,-17-19 71-1,5-25-343 17,31-43-1233-17,23 7-416 1,40 6-232-1,20-1-3041 1,-16 20-11178-16</inkml:trace>
  <inkml:trace contextRef="#ctx0" brushRef="#br1" timeOffset="56329.64">16449 4759 11834 0,'-11'0'3089'0,"12"0"-1817"16,50-5 576 15,10-8-1672-15,-24 7-208-1,-50 25-80 1,13-19 112-16,-71 51 48 16,-30 26 48-1,30-6 352 1,60-4 97 0,41-26-321-1,37-22-16 1,9-22-232-1,-38-38-9298 1,-33 30 2488 0</inkml:trace>
  <inkml:trace contextRef="#ctx0" brushRef="#br1" timeOffset="56483.65">16427 4957 12522 0,'-9'3'3513'15,"-3"10"-2801"1,42-2-64 0,33-9-624-1,-33-4-10218-15</inkml:trace>
  <inkml:trace contextRef="#ctx0" brushRef="#br1" timeOffset="56853.04">16637 4764 15227 0,'0'-3'552'0,"3"8"128"31,11 54 1104-15,-10 21-911-1,-4 6-865 1,-10-7-40 0,10-79 32-16,-18 30 296 15,1-32 456 1,14-40-536 0,18-1-152-1,11 9-24 1,7 27-80-1,-7 2-88 1,-13 5-680 0,-2-3-13251-1</inkml:trace>
  <inkml:trace contextRef="#ctx0" brushRef="#br1" timeOffset="57107.01">16794 4703 12922 0,'0'-3'1641'16,"-2"-8"1943"-1,2 10-3232 1,4 36 1177 0,-3 53 1175-1,-15 42-1351 1,14-130-1353-1,-12 170 64-15,18 27-160 16,26-70-64 0,3-114-16164-1</inkml:trace>
  <inkml:trace contextRef="#ctx0" brushRef="#br1" timeOffset="57435.43">17091 4775 12714 0,'5'-11'1000'16,"22"-1"-848"-1,8 19 137 1,-13 39-201-1,-22-17 176 1,-47-4 504 0,47-25-768-16,-60 8 1248 15,16-20 1121 1,28-38-1777 0,35 5-664 15,36 5-809-16,-9 31-11809-15</inkml:trace>
  <inkml:trace contextRef="#ctx0" brushRef="#br1" timeOffset="57784.74">16900 4932 9402 0,'-34'21'4825'16,"31"-7"-2657"0,26-2-560-1,57-21-727 1,19-8-721 0,-16 0-128 15,-83 17-32-31,40-11 48 15,-34 10 312 1,-59 34-336 0,-26 32-48-1,-4 18 0 1,33-12-128 0,30-54-112-1,24-29-11315 1</inkml:trace>
  <inkml:trace contextRef="#ctx0" brushRef="#br1" timeOffset="57969.19">17123 4950 13562 0,'0'0'0'0,"2"20"2393"16,-2 39 247 0,-2 33-2319 15,30-3-281-16,17-33-1097 1,-25-48-10441-16</inkml:trace>
  <inkml:trace contextRef="#ctx0" brushRef="#br1" timeOffset="58375.81">17379 4773 15587 0,'0'0'0'0,"-15"7"368"16,34-7 976-1,57-16-328 1,-13 2-583 0,-36 18-393 15,-27-4-40-31,-20 50 256 15,-69 25-88 1,-31 6-192 0,49-14-160-1,65-62-1473 1,57-51-2264 0,15 1 3833-1,-29 28 2145 1,-8 23 119-1,7 36-1680 1,7-1-440 0,27-25-4120-1,-53-16-4106 1</inkml:trace>
  <inkml:trace contextRef="#ctx0" brushRef="#br1" timeOffset="58685.93">17720 4575 11666 0,'2'-9'2529'0,"2"4"383"15,1 10-2224 1,-4 46 2201-1,-11 42-961 1,-3 40-1352 0,13-133-576-16,-8 161 104 15,8 25-144 1,3-48 96 0,10-95-216-1,-9-39-13266 1</inkml:trace>
  <inkml:trace contextRef="#ctx0" brushRef="#br1" timeOffset="59324.86">18339 4725 13610 0,'-7'0'3809'0,"-9"0"-424"16,-25 48-2393-1,-22 36-656 1,-22 32-296 0,-4-7-64-1,89-109 24-15,-49 53-208 16,37-49-8330-1,13-15 369-15</inkml:trace>
  <inkml:trace contextRef="#ctx0" brushRef="#br1" timeOffset="59607.49">18096 4763 11698 0,'0'0'0'0,"-10"-6"4945"16,4 2-1944 15,6 6-2353-15,12 38 1024-1,16 17-528 1,-28-57-1144 0,50 80 345-16,16 20-273 15,19-8 168 1,-11-49 800-1,-60-32-888 1,-12-11 72 0,-46-30-15147-1</inkml:trace>
  <inkml:trace contextRef="#ctx0" brushRef="#br2" timeOffset="62623.26">12845 5539 12402 0,'-4'-1'3713'0,"-2"-1"56"15,3 2-2569 1,3 8-120-1,6 51 473 1,-5 52-673 0,-1-111-880-16,-5 139 360 15,-7 30 88 1,12 13 48 0,0-57-312-1,3-83-56 1,2-34-200-1,-4-8 216 1,-1 0-144 15,1-2 608-15,6-10-360 0,29-11-264-1,2 2 0 1,10 13-32-1,31 1 128 1,45-13 80 0,54-1-192-1,29-2 16 1,-29 9 88 0,-58 2-320-1,-50 0 472 1,-45 7-328-1,-23 3 408 1,-8-1 136 15,-40-10-336-15,-15-12-192 0,-2-15 152-1,8-14 81 1,28 7 231-1,16 29-240 1,11 15-408 0,11 3-2577-1,41 24-7553 1,-36-20 1176-16</inkml:trace>
  <inkml:trace contextRef="#ctx0" brushRef="#br2" timeOffset="62804.75">13914 6200 11914 0,'-6'15'3585'0,"-10"5"288"0,16-5-849 16,-6 31-839 15,-21 53-1433-15,-33 30-776-1,60-129 24-15,-68 114-5289 16,50-89-6314-16</inkml:trace>
  <inkml:trace contextRef="#ctx0" brushRef="#br2" timeOffset="63628.01">14849 5739 14483 0,'0'-5'2832'0,"-3"2"1425"15,-34 53-3417 1,-13 37-472-1,-6 10-288 1,16-33-280 0,40-64 200-1,-26 14-2728 1,49-50-5242 0,31-44 5161-1,-22 31 5610 1,-15 44 1584-1,2 25-2145 1,14 23-1655 0,20-5-633-1,-13-5-4569 1,-31-25-6114 0</inkml:trace>
  <inkml:trace contextRef="#ctx0" brushRef="#br2" timeOffset="63920.14">14576 6216 6313 0,'-26'12'6969'16,"17"-10"-3248"-1,9-2-3721 1,30-5 3745-1,39-2-2329 1,21-4-472 0,-90 11-944-16,115-10 256 15,-26 7-392 1,-41 3-704 0,-25 0-15867-1</inkml:trace>
  <inkml:trace contextRef="#ctx0" brushRef="#br2" timeOffset="64398">14823 6300 13810 0,'0'0'0'0,"-20"4"3337"16,20 5-2369-1,40-6-39 1,22-3-673-1,-14 5-280 1,-48-5 24 0,16 14 0-16,-53 14 216 15,-44 13-112 1,7-5 296 0,46-30 136-1,25-3-544 1,37-11-32-1,40-15 80 1,-6 5-80 0,-43 14-136 15,-21 21 304-15,-54 24 120-1,-9-2 240 1,23-12 752-1,25 9-920 1,34-3 144 0,30-12-175-1,12-14-345 1,-6-29-2865 0,-19-10-11786-1</inkml:trace>
  <inkml:trace contextRef="#ctx0" brushRef="#br2" timeOffset="64978.52">15251 5815 15323 0,'-7'0'1736'0,"-7"8"-632"15,22 18-792 1,28-10-264 0,-24 1-96-1,-65 29 200 1,53-46-152 0,-79 39 265-16,20-21 367 15,42-11 24 1,23-7-872-1,54 0 296 1,12-8-80 0,-20 7-136 15,-27 6 160-15,-29 17 64-1,-68 25 176 1,-6 0 40-1,26-11 296 1,26-18 72 0,26-4-448-1,29-5-40 1,32-5 24 0,1-4-72-1,15-4-72 1,-18-7-128-1,-14-25-4673 1,-26 18-9146 0</inkml:trace>
  <inkml:trace contextRef="#ctx0" brushRef="#br2" timeOffset="65216.16">15522 5631 9930 0,'0'0'0'0,"-3"-10"6273"0,3 7-3544 15,0 41 31 1,0 44-927 0,-3 34-1081-1,3-116-752 1,0 146 96-16,1 4-16 15,13-23-1064 1,-50-60-15372 0</inkml:trace>
  <inkml:trace contextRef="#ctx0" brushRef="#br2" timeOffset="65462.73">15316 6395 11418 0,'-7'-10'2224'15,"-9"-4"2729"1,23 14-2040 0,7 54-1449-1,2 23-1304 1,2-1-416-1,-18-76 256 1,25 39-3824-16,-4-22-10956 16</inkml:trace>
  <inkml:trace contextRef="#ctx0" brushRef="#br2" timeOffset="65901.94">15559 6307 14411 0,'0'0'728'16,"7"-3"1216"0,22 6-376-1,9 21-1263 1,-17 15-185 0,-43 25-104-1,22-64-16 1,-77 72 0-16,5-28 296 15,45-47 520 1,24-24-320 0,33-8-536-1,20 7-24 17,-11 17-128-17,-13 29-72 1,-15 49 232-1,-24 15 32 1,-22-18 512 0,20-52 776-1,33-19-1112 1,42-25-7369 0,-46 32-2065-16</inkml:trace>
  <inkml:trace contextRef="#ctx0" brushRef="#br2" timeOffset="66451.75">16073 5821 13882 0,'3'-3'1369'0,"24"-10"2592"0,-20 13-1953 16,-46 68-856 0,-54 66-808-1,-4 1-624 1,97-135 280-1,-64 64-2240-15,51-59-8314 16,17-20 4240-16</inkml:trace>
  <inkml:trace contextRef="#ctx0" brushRef="#br2" timeOffset="66590.73">15957 6029 9434 0,'4'0'2640'0,"21"9"2905"31,-7 56-3568-15,15 4-1521-1,20-41-4137 1,-23-25-7697-16</inkml:trace>
  <inkml:trace contextRef="#ctx0" brushRef="#br2" timeOffset="66947.89">16220 5741 13786 0,'0'-5'1313'0,"0"-6"1431"16,6 39-79-1,-3 55-1433 1,-3 33-744 0,-6 6-544 15,6-122 56-31,-13 120-976 15,-11-39-1857 1,1-65-391 0,22-69 1615-1,35-29 1953 1,3 29 1513 0,-1 27-401-1,0 23-1016 1,7 3-360-1,-7 15-13555 1</inkml:trace>
  <inkml:trace contextRef="#ctx0" brushRef="#br2" timeOffset="67250.77">16164 6346 11418 0,'-17'3'2184'16,"12"8"-799"0,53 23-585-1,-12 5-664 1,-21 3 1128 0,-37 4 969-1,22-46-2233-15,-77 46 2384 16,-2-35-471-1,32-16-897 1,32-50-584 0,58-33-976-1,25 23-9282 1,-53 50 672 0</inkml:trace>
  <inkml:trace contextRef="#ctx0" brushRef="#br2" timeOffset="67630.44">16601 5954 16555 0,'-9'-2'2112'16,"5"-1"-1311"-1,49-4 815 1,36-14-1504 0,-41 11-1776-1,-50 37 183 1,10-27 1481 0,-81 72 504-16,-11 18 1385 31,39-9-17-16,46-26-1696 1,51-23-32 0,28-32-248-1,-8-25-2136 1,-18-9-15356 0</inkml:trace>
  <inkml:trace contextRef="#ctx0" brushRef="#br2" timeOffset="67810">16592 6146 17107 0,'0'0'0'0,"-14"15"1937"15,33-9-1185 1,31-3-568 0,18-17-5313 15,-52 10-3697-31</inkml:trace>
  <inkml:trace contextRef="#ctx0" brushRef="#br2" timeOffset="68146.56">16919 5892 14043 0,'0'0'0'0,"-6"0"4793"16,3 29-2369-1,3 44-1576 1,-3 29-584 0,0-10-408-1,-8-35 248 1,11-57-104-16,-13 16 104 16,3-25 0-1,12-34-352 16,11 2 344-15,20 15-32 0,-5 4 16-1,7 5-160 1,-3-12-3368 0,-26-3-12860-1</inkml:trace>
  <inkml:trace contextRef="#ctx0" brushRef="#br2" timeOffset="68411.94">17124 5660 14179 0,'0'-1'1160'0,"-10"-13"2417"15,0 55-1553 16,7 45-536-15,-13 74-335 0,2 61-777-1,14-221-376 1,5 242 240-16,7-48-200 16,-2-127-1297-1,-2-73-14138 1</inkml:trace>
  <inkml:trace contextRef="#ctx0" brushRef="#br2" timeOffset="68686.52">17476 6171 25629 0,'0'0'0'0,"-20"20"840"15,17 0-696 1,12-9-4425-1,-14-12-7785-15</inkml:trace>
  <inkml:trace contextRef="#ctx0" brushRef="#br2" timeOffset="69394.45">18113 5873 18235 0,'0'0'0'0,"-37"-1"2849"0,28 1-1481 0,41 0-1288 16,52-9 40 0,-15 7-784-1,-69 2 664 1,14 17-392-16,-74 30 632 16,-45 18 480 15,17-20 681-16,58-12-753 1,37-1-448 0,50-3-304-1,5-25 40 1,-9-14-1641 0,-15-13-14346-1</inkml:trace>
  <inkml:trace contextRef="#ctx0" brushRef="#br2" timeOffset="69764.94">18415 5723 16195 0,'-3'-20'3897'0,"-6"2"-16"16,6 24-3273-1,3 56 64 16,-3 31-496-15,-10 26-88 0,13-119-88-16,-16 114-168 15,-1-28 24 1,14-75 24 0,3-19-768-1,11-43 544 1,18 1 328-1,-2 22 40 1,22-8 32 0,1 25-216-1,-14 5-865 1,-21 38-16290 0</inkml:trace>
  <inkml:trace contextRef="#ctx0" brushRef="#br2" timeOffset="69995.95">18156 6441 14115 0,'-4'0'1464'0,"2"-2"1224"15,41 9 1249 1,28-3-2264-1,8 0-1257 1,-25-1-3385 0,-50-3 2969-1,34 0-17652-15</inkml:trace>
  <inkml:trace contextRef="#ctx0" brushRef="#br2" timeOffset="70196.24">18806 6483 20044 0,'0'2'1544'15,"-6"33"681"1,-17 17-2089-1,2-21-16196 1</inkml:trace>
  <inkml:trace contextRef="#ctx0" brushRef="#br2" timeOffset="71288.02">19437 5832 16059 0,'0'0'0'0,"-9"-7"4537"0,4 7-2593 32,5 11-1824-17,24 16-48 1,13 7-24 0,-25 26-16-1,-12-60-32-15,-23 53 464 16,-29-31 809-1,-4-15-137 1,23-31-432 0,49-36-704-1,53-13-816 1,-26 14-14995 0</inkml:trace>
  <inkml:trace contextRef="#ctx0" brushRef="#br2" timeOffset="71504.82">19688 5763 14347 0,'-3'-5'2392'16,"-10"-5"697"0,7 5-649-1,6 10-2136 1,-4 57 416-1,-5 28-447 1,9-90-273-16,-13 115-80 16,-2 8-1745-1,-11-29-8257 1,17-76 688 0</inkml:trace>
  <inkml:trace contextRef="#ctx0" brushRef="#br2" timeOffset="71953.41">19519 6239 12570 0,'-38'0'3825'0,"26"3"-696"31,19-3-2969-15,33-1-64 0,1 1-208-1,-22 16 128 1,-19-16-16-16,-16 31 248 15,-41 3-72 1,0-10 304 0,32-10 208-1,25-14-688 1,45-6-152 0,24-13-352-1,-11 6-120 1,-38 12 360 15,-27 4 752-15,-48 36-48-1,-3 15 408 1,26-8 56 0,28 6-624-1,41-29-296 1,28-23-184-1,6-35-4353 1,-34 16-8057 0</inkml:trace>
  <inkml:trace contextRef="#ctx0" brushRef="#br2" timeOffset="72349.02">19921 5875 15859 0,'0'0'0'0,"-38"-15"3601"0,41 11-2505 31,66-6-40-15,13-11-992-1,-52 21-80 1,-30 0 16-1,-19 38 280-15,-74 53-136 16,-14 1 48 0,58-41-400-1,45-43-800 1,62-42-3201 0,-4 5 2065-1,-33 32 3936 1,-12 45-888-1,-2-7-2024 17,-2-35-9410-32</inkml:trace>
  <inkml:trace contextRef="#ctx0" brushRef="#br2" timeOffset="72982.2">20015 6029 16619 0,'0'0'0'0,"-6"0"3065"16,11 0-2953 0,51-5-136-1,-2-22-3969 1,-18 1-344 0,-36 26 4337-1,13-39-856-15,-16-2 1040 16,-3-15 192-1,6-1 1824 17,1 37 2425-17,-1 18-2064 1,0 24-1505 0,0 29-472-1,-2 17-408 1,-1 14-88-1,-8 11-392 1,-14 6-1384 0,-8-38 1208-1,-1-34 720 1,22-20 408 0,12-7-648-1,25 0 216 1,-2 9-288-1,5 27 200 17,-3 24 480-17,-11 3 216 1,-23-7-56 0,-45-12-87-1,-22-33 479 1,16-42-272-1,47-42-744 1,44-21-808 0,21 29-5449-1,-35 61-4882-15</inkml:trace>
  <inkml:trace contextRef="#ctx0" brushRef="#br2" timeOffset="73293.77">20520 5853 17427 0,'0'0'0'0,"12"-4"544"16,27-4 689-1,15 2-233 1,-31 15-392 0,-42 49 192-1,19-58-800 1,-83 86 392-16,-15-6-248 16,36-43-744-1,61-38-16932 1</inkml:trace>
  <inkml:trace contextRef="#ctx0" brushRef="#br2" timeOffset="73443.31">20559 5967 14315 0,'0'4'4753'16,"10"24"-3265"0,44-9-1384-1,8-4-4457 1,-35-6-7169-16</inkml:trace>
  <inkml:trace contextRef="#ctx0" brushRef="#br2" timeOffset="73691.7">20336 6207 14979 0,'0'0'0'0,"-34"7"3785"16,38-5-3129-1,58-2 776 1,39-4 224 15,31-5-1248-15,-132 9-408-16,116-11 40 16,-40 7-344-1,-64 2-5625 1,-26 2-6186-16</inkml:trace>
  <inkml:trace contextRef="#ctx0" brushRef="#br2" timeOffset="73815.24">20652 6166 12474 0,'-11'0'5145'15,"7"6"-2768"1,1 43-761 0,-3 26-1040-1,0 12-576 1,-11 2-4593-1,17-89 4593-15,-6 37-12082 16</inkml:trace>
  <inkml:trace contextRef="#ctx0" brushRef="#br2" timeOffset="74132.33">20926 5957 16563 0,'0'-2'2064'15,"12"-4"-223"1,43 3-737 0,-13 12-816-1,-28 39-352 1,-51 21 128-1,37-69-64 1,-68 75 144-16,23-31-224 16,35-21-9114 15,11-23 1008-31</inkml:trace>
  <inkml:trace contextRef="#ctx0" brushRef="#br2" timeOffset="74396.97">21157 5747 17275 0,'0'-5'848'0,"0"-16"521"16,-5 43 727-1,-8 60-472 1,0 35 177-1,9 37-1537 1,4-154-264 0,-6 147 56-16,10-41-960 15,23-73-5594 17,-5-30-7417-32</inkml:trace>
  <inkml:trace contextRef="#ctx0" brushRef="#br2" timeOffset="74807.77">21426 5932 10866 0,'-2'-4'7081'16,"-8"26"-5616"-1,4 46-985 1,8-8-392-1,6-28-24 1,-5-26 504 0,-3-6-568-16,0-25 880 15,17-27-776 17,25 13 136-17,-1 31-312 1,-14 26-288-1,-24 43 344 1,-23 3 16 0,-5-8 616-1,4-29 416 1,9-13-599 0,14-16-626-1,44-22-1175 1,18-20-14299-1</inkml:trace>
  <inkml:trace contextRef="#ctx0" brushRef="#br2" timeOffset="75234.75">21782 5806 8745 0,'3'-59'2729'0,"5"-29"2024"15,-15 58-80 1,4 26-3361 0,3 21 81-1,-11 62 671 1,11-79-2064-16,-26 125 832 16,-10 50-576-1,3 11-136 1,23-30-88-1,10-89-152 1,10-59-272 0,7-61-1272-1,6-32-1601 17,1-27 2105-17,-13 13 1168 1,-11 60 1576-1,1 37-1248 1,36 11-184 0,18-9-1896-1,-31-4-11451 1</inkml:trace>
  <inkml:trace contextRef="#ctx0" brushRef="#br2" timeOffset="75601.13">22098 5954 14595 0,'0'-25'1560'0,"36"5"-1704"16,28 4 384-1,-18 11-224 1,-43 14-56 0,-68 49 376-1,65-58-336-15,-73 60 2177 16,20 8 39 0,39-5-856-1,21-5-744 1,38-32-392-1,8-23-744 1,-1-32-4585 0,-27 8-6713-1</inkml:trace>
  <inkml:trace contextRef="#ctx0" brushRef="#br2" timeOffset="76045.57">22381 5731 11394 0,'0'0'0'0,"12"-10"4353"15,-9-5-1008 1,-3 32-1545 0,-10 46 200-1,-13 50-199 1,23-113-1801-1,-24 168 736-15,5 10-520 16,16-32-88 0,3-65-288-1,0-69-88 1,3-17-272 15,3-39-1465-15,7-35-3176-1,-2-31-1128 1,-6 3 7345 0,-5 52 4057-1,3 36-2736 1,27 16-2065 0,23 3-112-1,13 0-2889 1,-69-14-5953-1</inkml:trace>
  <inkml:trace contextRef="#ctx0" brushRef="#br2" timeOffset="76983.66">22950 6033 14387 0,'-4'-30'4377'15,"-4"17"-225"1,8 16-3255 0,8 63-225-1,27 25-576 1,4-24-56 0,-39-67-40-16,21 19 248 15,-16-34 64 1,6-40-160-1,23-14 0 1,1 25-176 0,-21 39-176-1,-7 63 120 1,-1 6 80 0,21-37 56 15,4-24 280-16,9-45 160 1,2-20-392 0,-19 1-3721-1,-14 43-10906-15</inkml:trace>
  <inkml:trace contextRef="#ctx0" brushRef="#br2" timeOffset="77363.41">23474 5974 10202 0,'0'0'5057'0,"-14"16"-2825"16,5-10-607-1,-4 19-1617 1,-30 21-8 0,-10 18 1744 15,53-64-1744-31,-25 47 1568 15,30-11-1128 1,40-34-288 0,3-29 56-1,-20-16 9 1,-20 13 31 0,-12 23-136-1,2 27-376 1,3 32 456-1,45 15 168 1,23-19-224 0,-6-33-3609-1,-39-22-10154 1</inkml:trace>
  <inkml:trace contextRef="#ctx0" brushRef="#br2" timeOffset="77614">23688 5839 15315 0,'2'-40'584'16,"28"-110"1048"-1,-16 104 1001 1,-13 47-1641 0,-47 118 1457-1,14-25-1097 1,32-94-1352-1,-23 154 800-15,16 61-928 16,10-85-2385 0,22-103-7385-1,-21-34 1497 1</inkml:trace>
  <inkml:trace contextRef="#ctx0" brushRef="#br2" timeOffset="77918.14">23946 5910 16339 0,'-9'5'2401'16,"-34"47"-1409"-1,-21 20-1128 1,-2-19-136 0,30-40 552-1,25-35 272 1,11 22-552-16,9-23 264 15,19 27 632 1,18 48 224 0,8 4-840-1,21-11-80 1,-21-34-15315 0</inkml:trace>
  <inkml:trace contextRef="#ctx0" brushRef="#br2" timeOffset="78297.78">24161 5946 19324 0,'-17'8'728'16,"-8"35"-144"0,9 3-8-1,26-1-576 1,29-29 0-1,4-36 504 1,-43 20-504 0,30-55 592-16,-16-3-88 15,-11 14 129 1,-31 30 119 0,-50 47-728-1,4 56 0 1,32 1-8 15,39-18 96-15,41-28 496-1,39-35-504 1,12-14-40 0,-33-15-1240-1,-20 1-9315 1,-33 15 1898-16</inkml:trace>
  <inkml:trace contextRef="#ctx0" brushRef="#br2" timeOffset="78498.33">24520 5970 18187 0,'-15'15'1025'0,"-6"-6"895"16,51-3-1424 0,46-12-368-1,6-9-2680 1,-48 7-10579-16</inkml:trace>
  <inkml:trace contextRef="#ctx0" brushRef="#br2" timeOffset="79401.17">24935 5842 12762 0,'-2'-21'5721'0,"-5"15"-3264"16,5 45-1233 15,-10 39-1152-15,9 2-224-1,12-24 336 1,-9-56-184-16,22 21-64 16,6-26 736-1,10-46-256 1,15-4-576-1,-1-2 256 1,-36 33 40 0,-16 24-352-1,-26 38 144 1,10 27 304 0,19-6-176-1,38-37-72 1,18-17-160 15,-8-36-1744-15,-15-24-512-1,-18 0 2360 1,-3 10 760 0,-6 13 880-1,-6 29-840 1,-3 34-520-1,-22 67 264 1,-31 74 192 0,26 12-199-1,7-39-425 1,13-93-40 0,9-56 696-1,16-61-296 1,7-46-320 15,37-57-272-15,23-35-32-1,-22 79 272 1,-22 87-272 0,-28 34 32-1,-7 68 464 1,-26 38-24-1,-18-14-144 1,-10-45 112 0,-12-42 8-1,16-12 72 1,31-34-1368 0,0-8-19429-1</inkml:trace>
  <inkml:trace contextRef="#ctx0" brushRef="#br0" timeOffset="91958.31">6088 6042 15043 0,'0'0'0'0,"-14"-25"4953"16,6 7-1504-1,1 11-1361 1,4 3-1304-1,3 23-440 1,0-19-344 0,-6 135 728-16,0 138 17 15,0 91-625 1,7 36-120 0,15-46 224-1,-2-105-104 1,-2-59-88-1,-5-69 40 17,-2-87 64-17,-2-30-120 1,-3-4 376 0,0 0-392-1,0-7 624 1,3 4-704-1,26-8 144 1,15 3-200 0,30-1 168-1,39-2-584 1,21 6 1224 0,8 5-600-1,-6-6-208 1,-38-9 168-1,-63 1-48 1,-29 7 304 15,-14-32 40-15,-46-21 152 0,-15-32-120-1,24 18-208 1,27 56-384-1,10 20-3929 1,25 40-15587 0</inkml:trace>
  <inkml:trace contextRef="#ctx0" brushRef="#br0" timeOffset="92146.47">6944 8072 19388 0,'-16'5'1232'0,"-31"35"1553"0,0 13-201 0,-29 52-2144 31,-23 55-8818-15,70-118-2752-16</inkml:trace>
  <inkml:trace contextRef="#ctx0" brushRef="#br0" timeOffset="92787.84">7727 7509 15987 0,'0'0'0'0,"-36"-7"3401"16,-15 111-1337 0,-35 82-280-1,10 5-1047 1,27-28-625 0,49-163-112-1,-10 86-2561-15,-9-94-10754 16</inkml:trace>
  <inkml:trace contextRef="#ctx0" brushRef="#br0" timeOffset="93252.43">7608 7732 13658 0,'4'-10'4921'16,"5"-6"-1208"-1,-9 20-2424 1,13 78 71-1,7 54-768 1,15 7-480 0,-35-143-112-16,44 105 0 15,-7-54 88 1,-9-47-8 0,11-50 120-1,15-85-288 1,7-62 248-1,-4 11-48 1,-26 57 8 0,-19 99 240 15,-12 28-144-15,0 93 336-1,-6 40-248 1,14-13-360-1,25-7-296 1,-14-27-4169 0,49-52-13899-1</inkml:trace>
  <inkml:trace contextRef="#ctx0" brushRef="#br0" timeOffset="93640.88">8404 7975 15867 0,'-4'-10'1512'0,"-30"-22"2129"0,-6 24-1801 31,2 28-847-15,3 52 351-1,18 19-992 1,17-91-352-16,7 68 224 15,18-34-128 1,2-27 120 0,20-67-376-1,-3-29 224 1,-20 17 64 0,-17 55-120-1,-7 15 184 1,0 53 80-1,11 7-320 1,29-30-104 15,19-18-7025-15,-56-13-3866-16</inkml:trace>
  <inkml:trace contextRef="#ctx0" brushRef="#br0" timeOffset="93985.17">8803 7893 15435 0,'12'-19'3313'16,"-24"6"991"-1,-22 16-2623 1,-1 44-937 0,17-15-408-1,15-17-376 1,3-15 40-16,7 24-88 15,39 21 32 1,-1 3-24 0,-16-4 88 15,-17 14 488-15,-31-4-424-1,-45-13 72 1,0-38 192-1,22-36-208 1,23-35-680 0,39-13-3769-1,12 63-10378 1</inkml:trace>
  <inkml:trace contextRef="#ctx0" brushRef="#br0" timeOffset="94235.87">8928 7951 16499 0,'0'0'0'0,"14"0"4121"15,-6 0-784 17,31-6-1497-17,27-3-1392 1,1 4-352-1,-67 5-96 1,58-14-400-16,-31 3-12011 16,-27 11 3586-16</inkml:trace>
  <inkml:trace contextRef="#ctx0" brushRef="#br0" timeOffset="94422.93">9084 7654 10690 0,'0'0'0'0,"-35"-18"8314"15,35 36-5106 1,-6 71 113 0,-11 68-1729 15,10 13-1432-15,7-170-160-1,19 140 248-15,11-71-1752 16,6-59-16028-1</inkml:trace>
  <inkml:trace contextRef="#ctx0" brushRef="#br0" timeOffset="94815.81">9262 8020 15171 0,'-11'12'832'0,"-5"26"688"16,21-7 1681-1,48-18-1609 1,20-16-800 0,14-45-672-1,-87 48-120 1,63-60 80 0,-43 4-56-1,-27 12 73 1,-43 31-1-1,-23 48 8 1,9 57 24 0,35 4 376-1,23-6 784 1,30-40-792 0,26-31-344-1,35-43-304 1,2-53-5801-1,-44 37-8386 1</inkml:trace>
  <inkml:trace contextRef="#ctx0" brushRef="#br0" timeOffset="95163.39">9704 7911 16507 0,'25'-4'3985'15,"-6"3"-1401"1,-19 51-1271-1,0 52-1025 1,8 14-80 0,7-20-56-1,-15-96-152-15,9 31 48 16,-7-32 312 0,-2-63-144-1,9-45-120 1,29-22 232-1,12 28 160 1,-21 72 176 0,1 33-576-1,-3 35-264 17,-11 5-14131-17,-14-22 5369-15</inkml:trace>
  <inkml:trace contextRef="#ctx0" brushRef="#br0" timeOffset="95312.34">10150 8286 18996 0,'-29'6'800'15,"1"2"1104"1,19-5-6009-1,4 0-6289-15</inkml:trace>
  <inkml:trace contextRef="#ctx0" brushRef="#br0" timeOffset="98500.27">10882 7599 15699 0,'-3'-3'1368'0,"-10"-1"2433"16,13-2-2873 0,47-23-600-1,23-4 16 1,-21 26-96 0,-49 7-248-1,14 8 849-15,-31 63 767 31,-56 29-1280-15,7-33-304 0,40-44-456-1,21-19-4673 1,25-29-10162 0</inkml:trace>
  <inkml:trace contextRef="#ctx0" brushRef="#br0" timeOffset="98620.01">10984 7667 4424 0,'0'0'0'0,"42"-4"9771"15,6-2-6235 1,6 6-2592 0,-9 13-1016-1,-26 13-11890 1</inkml:trace>
  <inkml:trace contextRef="#ctx0" brushRef="#br0" timeOffset="98880.36">10646 8007 18019 0,'0'0'0'0,"-18"-5"4593"16,22-1-3256-1,95-13-217 1,31-4-32-1,18-7-712 1,-148 30-376 0,139-20 168-16,-52 19-296 15,-59 25-4177 1,-28 1-10298 0</inkml:trace>
  <inkml:trace contextRef="#ctx0" brushRef="#br0" timeOffset="99079.54">11033 7977 15395 0,'0'0'0'15,"0"-5"4017"1,7 32-577 0,9 46-863-1,-1 29-1833 1,3 16-776-1,-18-118 32 1,7 97-7562-16,-7-83-3440 16</inkml:trace>
  <inkml:trace contextRef="#ctx0" brushRef="#br0" timeOffset="99402.08">11424 7789 19140 0,'0'0'416'0,"0"0"-416"16,21-10 3400-1,34-4-3104 1,-7 10-160-1,-23 40 201 1,-25-36-337 0,-29 84 520-16,-48 21-184 15,1-20-336 1,47-60-1625 0,31-31-13738-1</inkml:trace>
  <inkml:trace contextRef="#ctx0" brushRef="#br0" timeOffset="99684.85">11710 7504 13170 0,'0'-22'5017'16,"-2"14"-8"-1,2 5-3816 1,1 57 47 0,13 56-64-1,1 50-584 1,-15-160-592 0,13 218-72-16,-5 22-160 15,-7-80-2472 1,-4-143-17405-1</inkml:trace>
  <inkml:trace contextRef="#ctx0" brushRef="#br0" timeOffset="100006.42">11982 7751 15987 0,'0'0'0'0,"-2"-3"3313"16,9-6-1441-1,54-32-1208 1,-1 11-352 0,-39 19 216-1,-21 11-528 1,-11 39 969-16,-55 69-889 31,-24 17-256-15,38-46-1593-1,41-70-14562 1</inkml:trace>
  <inkml:trace contextRef="#ctx0" brushRef="#br0" timeOffset="100111.44">12051 7862 9329 0,'0'0'0'0,"18"12"6154"15,7 18-4658 1,5 4-1280 0,10-29-6625-1,-36-5-617 1</inkml:trace>
  <inkml:trace contextRef="#ctx0" brushRef="#br0" timeOffset="100326.37">12194 7803 17107 0,'-9'0'3401'16,"9"0"-3401"-1,19-4 2688 1,24-11-2415 0,-6 1-233-1,-19 14-817 1,-18 0 777-16,12-7-4473 15,4-29-5681 1,-11 19 4753-16</inkml:trace>
  <inkml:trace contextRef="#ctx0" brushRef="#br0" timeOffset="100519.86">12360 7533 7385 0,'0'-38'9914'0,"-13"24"-4145"16,11 12-3784-1,-2 43-1265 1,1 46-104-1,5 22-504 17,-2-109-112-32,1 122-320 15,-9-13-1664 1,-27-31-9403 0,21-64 3386-16</inkml:trace>
  <inkml:trace contextRef="#ctx0" brushRef="#br0" timeOffset="100813.26">12134 8096 8345 0,'-32'6'6386'0,"-4"3"-1153"16,34-9-2457 0,6-1-2328-1,36-12 9 1,17-7-33 0,-57 20-424-1,63-35 176-15,-10-3-24 16,-13 15-192 15,-20 5 24-15,-14 11 128-1,-6 10 192 1,-7 41-136 0,-7 66 32-1,8 28 96 1,13 15-1208-1,4-78-13859 1</inkml:trace>
  <inkml:trace contextRef="#ctx0" brushRef="#br0" timeOffset="101714.98">12931 7491 9970 0,'-3'-5'5065'0,"-24"-23"-632"16,-17 49-1697 0,-13 96-415-1,1 77-169 1,28 60-1152 0,28-254-1000-1,9 245 0-15,54-63-1000 16,36-126-17940-1</inkml:trace>
  <inkml:trace contextRef="#ctx0" brushRef="#br0" timeOffset="101966.26">13279 7674 16899 0,'-9'-23'3977'16,"-9"15"32"0,3 22-2569-1,-35 78-1408 1,-8 41-160-1,25-19-1840 1,33-114 1968 0,-6 46-16916-16</inkml:trace>
  <inkml:trace contextRef="#ctx0" brushRef="#br0" timeOffset="102615.79">13522 7635 17347 0,'0'0'1881'16,"-7"22"871"-1,-29 75-1263 1,5 29-1065-1,-2-23-504 1,-17-32-16 0,50-71 96-1,-39 12-625-15,6-34-527 16,10-37 928 0,9 9 472-1,18 5 296 1,33 17-360-1,15 15-40 1,-13 41-160 15,-34 34 152-15,-43 20 0 0,-24-17 177-1,25-44 23 1,31-18 144-1,23-7-408 1,43-25 48 0,17-2-720-1,-22 7-15228 1</inkml:trace>
  <inkml:trace contextRef="#ctx0" brushRef="#br0" timeOffset="102881.97">13656 7524 18812 0,'0'0'0'0,"-9"-22"4641"0,0 41-2281 16,-5 85-1440-1,9 29-344 1,3 18-648 0,2-151 72-1,3 168-504-15,-12-71-4177 16,9-90-10594 0</inkml:trace>
  <inkml:trace contextRef="#ctx0" brushRef="#br0" timeOffset="103032.37">13623 7939 14275 0,'0'-3'3576'0,"9"-19"1"16,43-8-2609 15,14 7-856-15,-20 33-552-1,-36 33-13923 1</inkml:trace>
  <inkml:trace contextRef="#ctx0" brushRef="#br0" timeOffset="103280.8">13426 8276 16251 0,'-3'0'1016'0,"-14"3"3105"15,34 24-480 1,43 6-2457 0,17-8-840-1,0-14-576 17,-77-11 232-32,66-3-18964 15</inkml:trace>
  <inkml:trace contextRef="#ctx0" brushRef="#br0" timeOffset="103549.84">13957 7654 19964 0,'0'0'0'0,"29"0"2688"16,-29 34 217 0,6 45-2233 15,11 3-688-15,3-6-2768-1,-12-49-12188-15</inkml:trace>
  <inkml:trace contextRef="#ctx0" brushRef="#br0" timeOffset="104249.02">14221 7601 17531 0,'3'-8'2089'16,"4"11"-321"-1,-1 64-376 1,-17 30-1056-1,-37-11-296 1,-8-26 0 0,56-60-40-1,-46 13 217-15,40-29-129 32,14-41-201-17,26 11 17 1,3 30-24-1,-14 22 96 1,-14 28 104 0,-7 11-72-1,-10-8 24 1,-9-1 105 0,-9-22-178-1,19-11 1 1,10-6-32-1,25-10 72 1,-6 5-104 0,-6 15-88 15,-16 26 272-15,-35 5 112-1,-28 19-72 1,-18-13-320-1,-1-20 304 1,29-17 273 0,33-7 383-1,20-2-640 1,26 1-136 0,37-14 104-1,37-30 48 1,19 5-104-1,-16 11-24 1,-16 25 8 0,-22-2-1128 15,-47-11-13980-31</inkml:trace>
  <inkml:trace contextRef="#ctx0" brushRef="#br0" timeOffset="104578.97">14119 8275 15195 0,'-37'2'2152'0,"3"3"2585"15,39-6-3160 1,38-27-1057-1,23-8-160 1,-6 0-240 0,-60 36-120-1,27-5-40-15,-19 36 304 16,-11 51 184 15,-6 21-280-15,9-3-336-1,0-32-1368 1,16-51-15532 0</inkml:trace>
  <inkml:trace contextRef="#ctx0" brushRef="#br0" timeOffset="104904.98">14481 7857 18387 0,'0'0'0'0,"-3"-15"3657"16,5-1-1576-1,49-10-1569 1,21 1-176 15,-26 10 56-15,-46 15-392-1,23 18 248-15,-44 58-104 16,-53 33-160 0,6-26-264-1,43-59-2289 1,41-33-11394 0,-5-6 7818-16</inkml:trace>
  <inkml:trace contextRef="#ctx0" brushRef="#br0" timeOffset="104981.82">14584 7988 8105 0,'0'0'0'0,"23"0"7394"15,0 25-6146 1,1-5-1032 0,-19-32-10010-1</inkml:trace>
  <inkml:trace contextRef="#ctx0" brushRef="#br0" timeOffset="105177.03">14740 7936 18675 0,'-3'0'1321'0,"-1"0"2304"15,4-3-1785 1,28-24-1672 0,21 5-320-1,-14 7-2001 1,-35 15 2153-1,9-10-15803-15</inkml:trace>
  <inkml:trace contextRef="#ctx0" brushRef="#br0" timeOffset="105406.72">14896 7596 15083 0,'-4'-1'6305'15,"-7"-1"-2488"1,-15 54-1985-1,20 28-968 1,3 10-567 0,3 12-297-1,0-102 0-15,-3 104-225 16,-32-19-2847 0,-12-24-8723-1,18-33 897 1</inkml:trace>
  <inkml:trace contextRef="#ctx0" brushRef="#br0" timeOffset="105698.32">14684 8224 7457 0,'-25'12'3185'0,"-54"2"4680"16,62-5-3280 0,17-9-4585-1,8-6 2145 1,42-13-1609 15,-50 19-536-31,55-25 296 16,2-3-168-1,-2 0-96 1,-25 15-32 0,-20 18 56-1,-5 24 216 1,-5 47-112 0,-11 31-72-1,11-1-232 1,3-24-264-1,7-76-16692 1</inkml:trace>
  <inkml:trace contextRef="#ctx0" brushRef="#br0" timeOffset="106015.28">15190 7593 11578 0,'0'0'0'0,"1"-37"11891"0,1 23-8803 16,23 8-1792-1,33 8-367 1,-14 74 231-1,-44-76-1160 1,22 144 528-16,-37 70-456 16,-66 17-128-1,-50-45-5137 1,97-144-9002 0</inkml:trace>
  <inkml:trace contextRef="#ctx0" brushRef="#br0" timeOffset="106998.11">16059 7709 14835 0,'0'0'0'0,"-19"0"6161"0,26-13-4521 31,69-34-1464-15,3 19-72 0,-62 24-144-1,-17 4 40 1,-19 30 448-16,-65 48-55 16,-16 25 759-1,40-17 160 1,44-26-744-1,37-37-352 1,39-7-192 0,23-22-1592-1,19-47-18236 1</inkml:trace>
  <inkml:trace contextRef="#ctx0" brushRef="#br0" timeOffset="107200.27">16268 7835 15379 0,'-3'0'2064'16,"-6"1"3665"-1,9-9-4352 1,27-6-1329 0,30-5-328-1,-13-2-2713 1,-44 21 2993-1,37-22-15155-15</inkml:trace>
  <inkml:trace contextRef="#ctx0" brushRef="#br0" timeOffset="107388.8">16444 7652 7801 0,'-6'-6'6145'0,"-18"-21"457"16,8 14-2337 15,13 14-2681-15,0 73-728-1,0 38-712 1,3-112-144-16,5 132 0 16,10-25-576-1,11-69-5977 1,-26-57-4538-16</inkml:trace>
  <inkml:trace contextRef="#ctx0" brushRef="#br0" timeOffset="107622.92">16631 7627 5633 0,'2'-21'4601'0,"8"-65"2480"15,-3 62-2496 1,-7 43-2208 0,-13 105 239-1,-24 73-1856 16,37-197-760-31,-17 213 88 16,35-11-432 0,19-54-8570-1,-32-126-2008-15</inkml:trace>
  <inkml:trace contextRef="#ctx0" brushRef="#br0" timeOffset="107930.31">16935 7820 11002 0,'0'-24'5313'0,"8"-3"-2416"16,8 40-2057-1,-2 59-152 16,-28 17-448-15,-35-23 480 0,49-66-720-16,-64 24 872 15,15-44 97 1,33-54-505 0,42-31-456-1,34 27-296 1,-7 46-16068-1</inkml:trace>
  <inkml:trace contextRef="#ctx0" brushRef="#br0" timeOffset="108188.06">17095 7496 14763 0,'0'-21'3304'16,"0"-8"1857"0,0 30-3112-1,0 109 151 1,0 53-1359 0,0 20-905-1,0-183 64-15,9 171-297 16,17-96-2399-1,-32-91-12067 1</inkml:trace>
  <inkml:trace contextRef="#ctx0" brushRef="#br0" timeOffset="108595.57">17405 7625 20220 0,'-15'0'1800'16,"7"-1"97"0,45-24-1249-1,50-21-480 1,-20 26-352 0,-46 28-360-1,-21-8 544-15,-18 58-248 16,-53 36 368-1,-11 2 88 1,34-11 200 0,36-32-184-1,49-31-72 1,31-19 256 0,-7-27-264 15,-18 7-288-16,-33 1-3457 1,-4 3-11154-16</inkml:trace>
  <inkml:trace contextRef="#ctx0" brushRef="#br0" timeOffset="108717.47">17402 7800 19468 0,'0'0'0'0,"-38"15"4113"16,35-16-2529-1,69-31-1432 1,9-37-11931 0,-49 65 2881-16</inkml:trace>
  <inkml:trace contextRef="#ctx0" brushRef="#br0" timeOffset="108922.74">17644 7807 18099 0,'0'4'1905'16,"1"-4"1672"0,35 0-1849-1,34-15-1176 1,-13-4-696 0,-25-2-5129-1,-32 21 5273-15,20-5-14723 0</inkml:trace>
  <inkml:trace contextRef="#ctx0" brushRef="#br0" timeOffset="109219.03">17975 7333 18507 0,'-22'-2'4049'0,"9"-5"40"31,6 7-2600-15,8 30-649 0,10 91 208-1,-13 92-880 1,2-213-168-16,-7 234-16 16,4 40-336-1,3-25 520 1,1-104-560-1,-20-120-6386 1,19-25-6160-16</inkml:trace>
  <inkml:trace contextRef="#ctx0" brushRef="#br0" timeOffset="109684.35">17619 7768 12858 0,'0'0'0'0,"0"-3"6242"15,-11-5-1889 1,-16 7-2257 0,-32 12-1232-1,-6 3-888 1,32-10-14571-16</inkml:trace>
  <inkml:trace contextRef="#ctx0" brushRef="#br0" timeOffset="110453.61">18657 7499 11658 0,'0'0'0'0,"-6"-25"4665"0,6-2-616 0,0 21-1049 16,-20 44-1095 0,-53 53-1593-1,73-91-312 1,-71 94-328-16,23-62-5161 15,18-58-4593-15</inkml:trace>
  <inkml:trace contextRef="#ctx0" brushRef="#br0" timeOffset="110563.28">18625 7511 17187 0,'8'3'1056'0,"39"18"33"15,2-4-801 1,-16 5-12459-1</inkml:trace>
  <inkml:trace contextRef="#ctx0" brushRef="#br0" timeOffset="110918.63">18591 7660 14667 0,'0'0'0'0,"0"-3"4401"16,0 0-3441-1,6 42 1288 1,-9 17-703 0,-32 1-769-1,35-57-776 1,-54 61 56-16,-6-19-72 16,17-22 32-1,30-22-64 1,32-30-88 15,48-13 192-15,26 9 24-1,24 18-24 1,-5 21-480 0,-37 40-15868-1</inkml:trace>
  <inkml:trace contextRef="#ctx0" brushRef="#br0" timeOffset="111154.87">18697 8024 15499 0,'-20'0'3321'16,"11"-6"-385"-1,31-15-2456 1,22 16-408 0,-22 70 240-1,-25 25 400 1,3-90-712-1,-52 70 1705-15,-16-27-273 16,-3-38-440 15,24-25-448-15,37-40-512 0,45-45-1536-1,32 33-17916-15</inkml:trace>
  <inkml:trace contextRef="#ctx0" brushRef="#br0" timeOffset="111368.69">19200 7607 18291 0,'0'0'0'0,"-22"29"2881"15,-65 55-1401 1,-9-5-904-1,16-16-536 17,50-47-2760-17,30-13-11003-15</inkml:trace>
  <inkml:trace contextRef="#ctx0" brushRef="#br0" timeOffset="111500.59">19115 7725 18067 0,'1'0'777'15,"34"33"1103"1,11-17-600 0,14-13-1072-1,-22 2-2400 1,-13 8-11747 0</inkml:trace>
  <inkml:trace contextRef="#ctx0" brushRef="#br0" timeOffset="111755.95">19411 7422 17915 0,'0'0'0'16,"0"0"0"0,-13 37 7882-1,-8 84-6586 1,5 26-648-1,9-18-696 1,7-129 48 0,0 121-1176-16,0-59-16748 15</inkml:trace>
  <inkml:trace contextRef="#ctx0" brushRef="#br0" timeOffset="112048.73">19092 8301 11546 0,'0'0'0'0,"-21"-3"5953"16,22 1-2728-1,18 2-1113 1,14 5-839-1,4 8-465 1,3 0-656 0,-40-13-152-16,40 15 112 15,-14-11-88 1,11-11-64 0,5-11-600-1,-5 1-7426 1,-22 16-1480-1</inkml:trace>
  <inkml:trace contextRef="#ctx0" brushRef="#br0" timeOffset="113921.9">21726 6859 16307 0,'-3'-13'3153'0,"-9"-10"319"16,15 12-1919-1,40 14-785 1,30 15-264 0,-3 6-400-1,-70-24-104 1,69 7 192-16,0-18 152 16,10-16-152-1,-2-6 128 1,14 6-208-1,5 3 264 1,5 27-112 0,16 23-80 15,22-18-304-15,1-8 665-1,-27-7-457 1,-13-8 8-1,-4-4-72 1,6-8 176 0,-5 8-200-1,-9 23-32 1,-9 42 224 0,10 3-72-1,9-17-40 1,8-23 56-1,-9-12-136 1,-20-11 8 0,-7 1 128 15,17-16-160-15,7-9 40-1,-11 19-144 1,5 18 176-1,-1 10 40 1,-5-4-280 0,7-1 24-1,7-8 112 1,-10 2 280 0,-14 4-168-1,3-2-64 1,20-14-8-1,5-15 0 1,-9 10 0 0,-9 6-72-1,-14 15 176 17,9-5-272-17,9-25-2025 1,-53-5-14282-1</inkml:trace>
  <inkml:trace contextRef="#ctx0" brushRef="#br0" timeOffset="204503.55">22484 7003 12770 0,'2'-3'1345'0,"-1"-23"4720"16,-1 12-1472-1,-7 10-2505 1,-47 65-1312-1,-5 22-568 1,59-83-208 0,-41 75-96-16,16-29-704 15,22-47-8522 1,9-11-904 0</inkml:trace>
  <inkml:trace contextRef="#ctx0" brushRef="#br0" timeOffset="204696.12">22486 7000 13658 0,'5'0'3641'16,"34"14"1224"-1,13 5-2520 1,37-9-1577 0,-5 1-1088-1,-37 3-1032 1,-47-14 1352-1,11 18-18124-15</inkml:trace>
  <inkml:trace contextRef="#ctx0" brushRef="#br0" timeOffset="205394.09">22552 7003 17707 0,'0'0'0'0,"-10"-11"5529"16,4 9-2848 0,6 50-2081-1,0 60 520 1,0 71-607 0,0-179-513-1,2 203 80-15,16-35 32 16,-7-47-64-1,-5-64-16 1,-4-45 56 0,-2-12-88-1,-12-2 1344 1,-9-4-1256 0,-5-8-72 15,-11-4 96-16,-13 3-56 1,-12 1 40 0,-38 10-80-1,-99 23-80 1,-37 13 144 0,-3-10-80-1,14-5 200 1,-20-3-80-1,-4 12 64 1,56-16-152 0,54-20 280-1,37-14 80 1,12 0 16 15,-10 18-168-15,0 20-96-1,34-8 144 1,24-4-95 0,17-2-193-1,19 0 0 1,12 3-929 0,42 21-18051-1</inkml:trace>
  <inkml:trace contextRef="#ctx0" brushRef="#br0" timeOffset="206463.51">23109 7641 8961 0,'3'-2'1961'0,"12"-36"4712"0,-9 15-2360 0,-5 6-984 16,-8 19-2065 0,-53 92-1064-1,60-94-200 1,-65 100 32-16,9-13-224 15,33-45-1520 1,21-40-15572 0</inkml:trace>
  <inkml:trace contextRef="#ctx0" brushRef="#br0" timeOffset="206605.75">23034 7767 6057 0,'3'0'4313'0,"36"-6"3144"15,-3 5-4816 16,2 4-2065-15,-10 3-1880 0,-22 3-11171-16</inkml:trace>
  <inkml:trace contextRef="#ctx0" brushRef="#br0" timeOffset="207137.75">23049 7864 12058 0,'0'0'0'0,"0"0"0"16,9 10 8714 0,6 14-8098-1,-19 25-56 1,-43 8-296 0,47-57-264-1,-67 47 136-15,-3-13-208 31,40-23 144-15,24-11-8 0,8 0-448-1,58-11 1008 1,49-32 112 0,8 2-271-1,-21 19-233 1,-59 17-552-1,-38 25-545 1,-68 24-439 0,-24 11 1128-1,14-17 456 1,35-6 600 0,32 1 1121-1,20 11 247 16,45-7-847-15,31-25-1001 0,26-25-464-1,-17-43-3825 1,-46 26-13195-16</inkml:trace>
  <inkml:trace contextRef="#ctx0" brushRef="#br0" timeOffset="207340.98">23488 7722 21252 0,'-6'-1'1960'0,"-16"4"1865"0,-10 58-3009 16,1 35-888-1,-3 8-560 1,12-61-4993 15,20-39-8322-31</inkml:trace>
  <inkml:trace contextRef="#ctx0" brushRef="#br0" timeOffset="207480.86">23423 7864 13970 0,'3'0'2593'16,"10"-7"4040"-1,7 11-4280 1,13 19-1873-1,6-17-496 1,2-6-9394 0,-39 0-720-16</inkml:trace>
  <inkml:trace contextRef="#ctx0" brushRef="#br0" timeOffset="207683.43">23579 7538 16659 0,'-3'-2'4113'0,"-12"-9"1648"32,15 38-4921-17,23 66-592 1,12 5-144 0,-24 18-400-1,-11-116 296-15,-9 116-7057 16,-8-102-4274-16</inkml:trace>
  <inkml:trace contextRef="#ctx0" brushRef="#br0" timeOffset="208123.14">23474 8124 13154 0,'-6'0'7306'16,"-2"-3"-3009"0,29-21-3929-1,36 4-296 1,-10 14-216 15,-28 15-248-15,-19-9 392-16,-7 41-176 15,-56 12 184 1,6-12 232 0,42-25-184-1,22-16-88 1,50-24-8-1,9-20-224 1,-17 16 88 0,-38 20-128-1,-12 8 528 1,-36 43 88 0,-6 12 136-1,24 8 312 1,16-24-104-1,26-10-352 17,19-22 40-17,25-56-896 1,-17 0-16075-16</inkml:trace>
  <inkml:trace contextRef="#ctx0" brushRef="#br0" timeOffset="208321.51">23820 7674 22772 0,'-30'-6'4265'0,"27"-3"-2720"15,28 9-1841 1,18 12-3945-1,-27 13-11227 1</inkml:trace>
  <inkml:trace contextRef="#ctx0" brushRef="#br0" timeOffset="208546.5">23800 7864 11794 0,'-16'17'4073'16,"6"-10"2792"-1,14-9-4728 1,59-46-1585-1,3 19-488 1,-34 19-232 0,-32 10 168-1,3 36 168-15,-60 54 48 16,-9-1-344 0,39-39-600-1,21-51-16068 1</inkml:trace>
  <inkml:trace contextRef="#ctx0" brushRef="#br0" timeOffset="208716.67">23932 7928 12306 0,'0'0'0'0,"16"-3"8138"16,14 2-4729 0,14-1-2665-1,8-6-528 1,-13 1-880-1,-30 4-16788 1,-9 3 17452-16</inkml:trace>
  <inkml:trace contextRef="#ctx0" brushRef="#br0" timeOffset="208964.95">24058 7481 19620 0,'0'0'0'16,"-15"-28"6681"-16,11 14-4384 31,17 43-1849-15,20 75 544 0,5 87-608-1,-38-191-384 1,52 209-48-16,1-62-408 15,-34-68-20181 1</inkml:trace>
  <inkml:trace contextRef="#ctx0" brushRef="#br0" timeOffset="209576.05">24679 7427 16147 0,'-19'-10'3745'0,"-1"-29"1040"15,23-14-3473 1,64-9-1248 0,0 19-256-1,-31 47 216 1,-36-4-24 0,-1 76 632-16,-59 45 64 15,-5 2-584 1,18-21-1096-1,41-85-15803 1</inkml:trace>
  <inkml:trace contextRef="#ctx0" brushRef="#br0" timeOffset="209749.53">24759 7436 16147 0,'0'-4'4705'15,"14"-14"-728"1,33-1-3017-1,8 7-880 1,-27 17-784 0,-43 41-4705-1,15-46 5409 1,-63 81-13891-16,40-58 10042 16</inkml:trace>
  <inkml:trace contextRef="#ctx0" brushRef="#br0" timeOffset="210392.53">24727 7613 1712 0,'-97'89'5761'0,"10"-13"2513"16,62-50-3153-1,20-21-2304 1,45-11-201 15,67-81-1824-15,-107 87-792-16,133-109 280 16,-1 6-88-1,-47 57-224 1,-48 41-160-1,-32 31 120 1,-32 40-104 0,-11 16-1200-1,-4-11-6130 1,7-26 2849 0,-14-9 5586-1,21-26 2807 1,18-10 377-1,14-11-3489 1,46-10-624 15,-3 2-64-15,-15 16-32 0,-32 52 16-1,-54 12 16 1,-4-3 128-1,41-42 0 1,32-24-264 0,52-44 112-1,13 0-752 1,-30 20-792 0,-37 31 496-1,-51 53 1528 1,-26 26 1120-1,43-17 672 1,37-32-1527 0,48-31-241 15,32-52-2249-15,2-23-13810-1</inkml:trace>
  <inkml:trace contextRef="#ctx0" brushRef="#br0" timeOffset="210654.7">25168 7484 15259 0,'-3'-19'3817'0,"23"-7"-1937"0,31 19-1536 15,3 64-328 1,-39 15 48-1,-37-8 496 1,22-64-560 0,-72 32 832-16,-6-36 633 31,33-59-945-15,51-25-2129-1,21 47-12386-15</inkml:trace>
  <inkml:trace contextRef="#ctx0" brushRef="#br0" timeOffset="210867.56">25263 7224 18139 0,'0'0'0'0,"-3"-10"5546"16,9 13-3458-1,54 66 24 1,-2 63-1159-1,-13 61-1105 1,-45-193 152 0,64 173-1521-16,-41-112-16395 15</inkml:trace>
  <inkml:trace contextRef="#ctx0" brushRef="#br0" timeOffset="211089.33">25520 7329 21844 0,'-3'-30'1681'15,"28"-10"-65"1,48 14-1728 0,-27 50 504-1,-46 52-256 1,-59 23-120-1,59-99-16-15,-61 72-368 16,43-57-15484 0</inkml:trace>
  <inkml:trace contextRef="#ctx0" brushRef="#br0" timeOffset="211325.41">25713 6965 16363 0,'0'-4'5825'0,"-6"-1"-3256"15,32 75-481 1,22 58-1224 0,13 67-215-1,11 9-897 1,-72-204 248-1,37 151-521-15,-25-110-18163 16</inkml:trace>
  <inkml:trace contextRef="#ctx0" brushRef="#br0" timeOffset="211651.79">26081 6983 17363 0,'0'0'0'0,"9"-27"2481"16,11 31-1905 0,7 56-120-1,-24-2-248 1,-52-20 344 0,49-38-552-1,-64 6 1040-15,27-40 289 16,34-33-769-1,27 11-832 1,25 43-296 0,-18 29-1065-1,-23 49-7153 17,-16-17-2656-32</inkml:trace>
  <inkml:trace contextRef="#ctx0" brushRef="#br0" timeOffset="211885.71">25996 7214 4833 0,'0'0'0'0,"-46"71"12098"15,30-52-7505 1,32-13-2400 0,60-37-1329-1,24-27-840 1,-100 58-24 0,48-20-120-16,-27 20 288 15,-31 73 752 1,-42 56-720-1,-4 10-88 1,24-36-392 0,21-83-10050-1,14-20 656 1</inkml:trace>
  <inkml:trace contextRef="#ctx0" brushRef="#br0" timeOffset="212135.32">26195 6803 17915 0,'0'-4'3129'16,"2"15"-881"0,21 56 641-1,25 53-1817 1,20 64-111-1,0 16-201 1,-68-200-760 0,41 154-208-16,-20-101-1825 15,-12-77-16939 1</inkml:trace>
  <inkml:trace contextRef="#ctx0" brushRef="#br0" timeOffset="212294.63">26451 6910 21700 0,'0'0'0'0,"0"-6"1624"16,32-5-1479 0,41 2-1402-1,-35 16-12810 1,-37 6 8074-16</inkml:trace>
  <inkml:trace contextRef="#ctx0" brushRef="#br0" timeOffset="212657.71">26541 7006 10858 0,'-17'3'4057'0,"1"6"-128"15,17-3-2577 17,37-6-888-17,-3-3-1344 1,-26 15-809-1,-9-12 1689-15,-22 53-440 16,-12-15 768 0,23-29-216-1,34-6 200 1,33-8-16 0,8 12-279-1,-37 49 431 1,-44 7 552-1,-41-13 696 1,-7-46 681 0,29-40-881-1,24-25-1200 1,39-6-1232 15,-4-6-20573-15</inkml:trace>
  <inkml:trace contextRef="#ctx0" brushRef="#br0" timeOffset="213025.73">26696 6815 15771 0,'0'0'0'0,"-12"13"7089"0,11 10-5920 16,25 46-217-1,13 52-768 1,-8 27-128 0,-29-148-56-1,13 94 96-15,-12-77-104 16,-12-54-208 15,4-34-216-15,7 4 544-1,4 16 88 1,13 18-120 0,10 13 160-1,7 2-704 1,-15-4-7466 0,-14 17-2256-16</inkml:trace>
  <inkml:trace contextRef="#ctx0" brushRef="#br0" timeOffset="213268.69">26859 6658 15691 0,'0'0'0'0,"-6"-15"5969"16,6 13-4048 0,11 52-673 15,12 45 1120-16,6 52-1023 1,-29-147-1345 0,57 183 792-16,-1-9-528 15,-20-65-160 1,-16-79-712 0,-13-44-16548-1</inkml:trace>
  <inkml:trace contextRef="#ctx0" brushRef="#br0" timeOffset="213462.26">27297 7482 23372 0,'0'0'0'0,"-3"37"1153"31,3-31-4674-15,0-6-8346-16</inkml:trace>
  <inkml:trace contextRef="#ctx0" brushRef="#br0" timeOffset="-209561.32">7567 9328 15579 0,'-4'0'2976'0,"-7"4"369"15,-22 67-2489 1,-12 39-616 0,-10-10-64-1,-5-42-472 1,60-58 296-1,-33 3-15291-15</inkml:trace>
  <inkml:trace contextRef="#ctx0" brushRef="#br0" timeOffset="-209401.96">7592 9472 11946 0,'29'49'1168'16,"7"-7"1025"-1,14-10-993 1,-7-1-1280 0,-39-17-9850-1</inkml:trace>
  <inkml:trace contextRef="#ctx0" brushRef="#br0" timeOffset="-209103.58">7141 9849 15459 0,'-14'0'1184'0,"-32"-2"3665"31,30-1-1792-15,45 3-2033-1,65 0 584 1,72-34-559-1,-166 34-1049 1,192-35 312-16,-4 20-288 16,-38 13-456-1,-81 5-9003 1,-66 2-1367-16</inkml:trace>
  <inkml:trace contextRef="#ctx0" brushRef="#br0" timeOffset="-208636.99">7476 9990 15283 0,'-14'-1'4089'16,"12"-6"-1705"0,54-4-2400-1,26 10 112 1,-30 13-216-1,-36 6 224 1,-12-18-104-16,-40 57 40 16,-48 10-32-1,21-31 216 1,48-30 240 0,22-9-1240-1,60-22 480 1,25-5 192-1,-24 9-376 1,-41 15-128 15,-38 30 472-15,-48 49 488 0,1 5 880-1,40-31 264 1,23-10-951-1,42-15-145 1,27-14-152 0,26-43-2897-1,-36 3-11770-15</inkml:trace>
  <inkml:trace contextRef="#ctx0" brushRef="#br0" timeOffset="-208133.9">7919 9398 19548 0,'0'0'0'0,"-18"-20"3560"16,21 13-3392-1,50 14-120 1,-7 28-48-1,-36 6 185 1,-10-41-185 0,-20 45 96-16,-21-6 96 15,13-24 0 1,21-10-576 0,28-5 224-1,32-1-209 1,-17-7-639-1,-16 7-504 1,-40 37 1488 0,-33 27 360 15,3-16 248-15,27-6-88-1,20-24-136 1,28-5 737-1,32-12-393 1,9-12-552 0,1-15-1217-1,-27 3-13906 1</inkml:trace>
  <inkml:trace contextRef="#ctx0" brushRef="#br0" timeOffset="-207887.44">8162 9205 18315 0,'-3'0'1665'0,"-11"-13"3312"0,12 31-4305 32,14 75 400-17,16 36-736 1,-5 32-368-1,-23-161 32-15,14 159-520 16,-36-10-18580 0</inkml:trace>
  <inkml:trace contextRef="#ctx0" brushRef="#br0" timeOffset="-207684.97">8024 9912 13866 0,'-3'-2'4321'0,"-1"4"-2592"16,9 64 831 15,20 23-2024-15,11 25-552-1,-26-38-12338 1</inkml:trace>
  <inkml:trace contextRef="#ctx0" brushRef="#br0" timeOffset="-207340.04">8204 9881 15323 0,'2'0'592'0,"12"31"1632"16,5 32-1447-1,-7 20-481 1,-37 17 200 0,-21-45-48 15,46-55-448-31,-38 24 616 16,9-48-344-1,27-31-704 1,40 9 192-1,2 46-224 1,-23 55 520 0,-2 6 464-1,-11-11 384 1,6-27-904 0,31-23-600-1,-6-28-12067 1</inkml:trace>
  <inkml:trace contextRef="#ctx0" brushRef="#br0" timeOffset="-207120.53">8628 9515 21980 0,'-10'0'1721'16,"-34"52"-553"-1,4 32-832 1,-13 23-736 0,12-21-7058-1,41-81-2400-15</inkml:trace>
  <inkml:trace contextRef="#ctx0" brushRef="#br0" timeOffset="-206979.57">8498 9744 11890 0,'10'16'5625'15,"25"17"-1584"1,16-9-2505 0,13-13-1159-1,-28-29-10996 17,-31 11 2345-32</inkml:trace>
  <inkml:trace contextRef="#ctx0" brushRef="#br0" timeOffset="-206769.02">8736 9230 19212 0,'-6'-5'2104'15,"-10"-15"3041"1,11 20-3617 0,21 83-1287-1,24 51-81 1,-1 75-208-1,-39-209 48 1,23 203-545-16,-18-120-2687 16,-5-95-12916-1</inkml:trace>
  <inkml:trace contextRef="#ctx0" brushRef="#br0" timeOffset="-206636.28">8819 9671 12490 0,'0'-3'4753'16,"-3"-18"1016"-1,24 0-4120 1,34-2-1449 0,12 20-1825-1,-24 34-14098 1</inkml:trace>
  <inkml:trace contextRef="#ctx0" brushRef="#br0" timeOffset="-206353.89">8813 10035 17619 0,'3'-4'2321'16,"8"1"-1361"-1,29 25-416 1,1 31-184 0,-16 17-96 15,-30-12 608-16,5-58-872-15,-62 29 1129 16,-24-28 55 0,11-43-192-1,51-35-1192 1,47-4-2128 0,29 33-16508-1</inkml:trace>
  <inkml:trace contextRef="#ctx0" brushRef="#br0" timeOffset="-205962.43">9155 9544 18211 0,'5'-5'-264'15,"30"-3"872"1,32-17 1177 0,22-18-1537-1,-69 31-432 1,-40 51 312 0,20-39-128-16,-55 77 384 15,-44 75 752 1,66-39 0-1,30-55-583 1,56-19 135 0,12-28-80-1,2-17-776 1,-20-29-6730 0,-43 20-3360-1</inkml:trace>
  <inkml:trace contextRef="#ctx0" brushRef="#br0" timeOffset="-205790.23">9198 9788 20468 0,'0'0'0'0,"-9"0"3297"16,11-1-2121 0,60-8-784-1,33-5-1520 1,-23 3-15356-1</inkml:trace>
  <inkml:trace contextRef="#ctx0" brushRef="#br0" timeOffset="-205467.3">9477 9479 15339 0,'0'-1'3665'0,"-12"-8"-393"31,13 32-2023-15,22 70-433 0,4 25-712-1,-7 12-256 1,-20-130 152 0,6 72-768-16,-9-78-2937 15,3-61 648 1,0 1 3121-1,1 35 2417 1,1 12 679 0,5 2-2480-1,19 0-656 17,1-9-1216-17,-6 7-13427-15</inkml:trace>
  <inkml:trace contextRef="#ctx0" brushRef="#br0" timeOffset="-205197.51">9630 9331 13586 0,'0'-5'1617'0,"-11"-33"4184"15,6 26-1200 1,1 12-3721-1,7 24 448 1,6 58-239 0,-9-82-1089-1,22 131 480-15,13 57-328 16,1 53-240 0,8-17-280 15,-15-87-17396-16</inkml:trace>
  <inkml:trace contextRef="#ctx0" brushRef="#br0" timeOffset="-203713.85">10210 9629 13442 0,'0'-3'1161'0,"-4"-43"3240"15,12-3-1169 1,22 19-2512 0,11 32-568-1,-6 59 104 1,-35-61-256-1,7 72 449-15,-48-11 31 16,2-36 296 0,-2-41-296-1,32-52-1104 1,36-3-14779 0</inkml:trace>
  <inkml:trace contextRef="#ctx0" brushRef="#br0" timeOffset="-203370.96">10323 9697 14755 0,'-3'2'2760'16,"0"21"785"0,3 33-1825-1,0 18-1224 1,-35 6-231-1,-24-12-41 1,59-68-224 0,-92 37 112-16,15-35 136 15,48-28 288 1,24 11 320 0,39 6 0-1,39 9 72 16,30 1-272-15,26-1-375 0,0-27-2602-1,-75-5-12970-15</inkml:trace>
  <inkml:trace contextRef="#ctx0" brushRef="#br0" timeOffset="-202919.31">10551 9451 18211 0,'-6'0'2681'0,"-5"-11"-457"15,18 9-2768 1,51 15 464 0,-26 23-144-1,-31 30-40 1,-1-66 264-1,-54 66-240 1,10-38 456 0,24-19-88-1,35-15-728 1,47-22 616 0,2 9-152-1,-38 18-256 1,-31 20 416-1,-63 32 336 1,16 5 696 0,27-31 417-1,25-5-1185 1,39-13 288 0,25-14-424-1,12-27-2161 1,-45 17-12050-1</inkml:trace>
  <inkml:trace contextRef="#ctx0" brushRef="#br0" timeOffset="-202607.7">10787 9356 16371 0,'-5'-10'5137'0,"1"6"-1592"15,8 40-3377 1,22 62-72 0,10 26-120-1,-19-14-352 1,-17-110 376-16,2 34-520 16,-5-50-1753-1,-7-44 1785 1,10 2 696 15,4 20 344-15,16 11-472-1,2 4-408 1,-6 7-3889 0,-7 9-7329-16</inkml:trace>
  <inkml:trace contextRef="#ctx0" brushRef="#br0" timeOffset="-202403.82">10945 9249 14891 0,'-3'-6'3104'0,"0"-1"2097"16,0 29-3696 0,18 75 263-1,20 49-1216 1,8 33-448 15,-43-179-104-31,50 176-1552 16,-19-93-15764-16</inkml:trace>
  <inkml:trace contextRef="#ctx0" brushRef="#br0" timeOffset="-202090.54">11382 9224 15459 0,'7'-11'888'15,"21"26"-536"1,-3 54 376 0,-23-6-160-1,-51-27 209 1,-12-29 135-1,61-7-912 1,-46-41 1800 0,35-24-624-1,41-10-1264 1,30 27-3817 0,-40 37-6361-16</inkml:trace>
  <inkml:trace contextRef="#ctx0" brushRef="#br0" timeOffset="-201809.82">11211 9610 15979 0,'0'0'1320'0,"4"0"-776"15,65-30 1025 1,45-35-1241-1,-18 17-288 17,-60 44-328-17,-36 4 288-15,0 40 688 16,-70 59 224 0,-15 5-96-1,25-25-776 1,41-57-672-1,17-44-11603 1</inkml:trace>
  <inkml:trace contextRef="#ctx0" brushRef="#br0" timeOffset="-201633.42">11544 9521 18595 0,'0'19'521'0,"2"54"1511"16,-2 8 96-1,26-8-2040 1,3-7-3256 15,-16-54-7891-31</inkml:trace>
  <inkml:trace contextRef="#ctx0" brushRef="#br0" timeOffset="-201357.87">11757 9294 19308 0,'0'0'0'0,"-6"-6"4016"16,34-28-1751 0,31 5-1065-1,-23 22-824 1,-25 46 32-1,-11-39-408 1,-33 98 168 0,-47 26-216-1,31-36-1528 1,33-74-8346 0,12-49-3641-16</inkml:trace>
  <inkml:trace contextRef="#ctx0" brushRef="#br0" timeOffset="-201226.87">11844 9425 12762 0,'0'0'0'0,"15"7"7106"16,3 16-3866 0,20 7-2487-1,8-5-753 1,-8-14-3697 0,-18-22-11907-1</inkml:trace>
  <inkml:trace contextRef="#ctx0" brushRef="#br0" timeOffset="-201028.65">12036 9015 17531 0,'0'0'1329'16,"0"0"-1329"-1,2 59 7457 1,11 80-5432-1,13 93-1681 1,26 60-2457 0,-16-148-16123-1</inkml:trace>
  <inkml:trace contextRef="#ctx0" brushRef="#br0" timeOffset="-200400.7">12433 9129 21044 0,'0'0'0'0,"-13"3"1104"15,15 0-1048 1,40 6 352-1,21-6-528 1,-25 6-1432 0,-38-9 1552-1,8 33-1992-15,-42 13 2352 16,0 0 968 0,23-35-1024-1,23-6-280 1,34-5-3361-1,-32 0-6305 1</inkml:trace>
  <inkml:trace contextRef="#ctx0" brushRef="#br0" timeOffset="-200192.13">12509 9434 10922 0,'-7'3'4009'16,"2"0"-1857"-1,35 0-279 1,22 9-1617-1,-22 52 88 1,-46 4 264 0,16-68-608-16,-75 58 856 15,9-50 1496 1,28-40-575 0,31-36-1649-1,53-38-2593 1,23 28-13762-1</inkml:trace>
  <inkml:trace contextRef="#ctx0" brushRef="#br0" timeOffset="-199995.52">12665 9019 17251 0,'-9'-2'4673'15,"6"0"-1336"1,0 61-1689-1,8 62-463 1,31 52-1065 0,0 22-553-1,-36-195 433-15,17 104-4393 16,-13-99-10386 0</inkml:trace>
  <inkml:trace contextRef="#ctx0" brushRef="#br0" timeOffset="-199855.21">12745 9387 19396 0,'6'0'912'0,"21"-5"96"31,34-8-816-15,-2 22-14507-1</inkml:trace>
  <inkml:trace contextRef="#ctx0" brushRef="#br0" timeOffset="-199657.87">12659 9817 17451 0,'-6'16'3105'0,"6"32"1224"15,46-7-1801 1,47-26-1791-1,31-35-1402 1,-40-16-16602 0</inkml:trace>
  <inkml:trace contextRef="#ctx0" brushRef="#br0" timeOffset="-199338.75">13047 9447 18195 0,'17'-32'2593'15,"33"-5"-1329"1,0 22-960 0,-24 18-472-1,-36 39 792 1,-44 44-248-1,54-86-376-15,-46 104 785 16,25-30 335 0,29-39-624 15,52-27 72-15,19-31-800-1,-9-47-16716 1</inkml:trace>
  <inkml:trace contextRef="#ctx0" brushRef="#br0" timeOffset="-199107.86">13308 9064 18171 0,'-12'-13'5530'16,"-1"8"-1482"-1,13 49-3647 1,7 86 631-1,19 60-480 1,-3 50-632 15,-23-240 80-31,27 215-168 16,-14-109-2017 0,-10-106-15034-16</inkml:trace>
  <inkml:trace contextRef="#ctx0" brushRef="#br0" timeOffset="-198972.43">13356 9625 19228 0,'0'-4'1256'15,"10"-4"120"1,32-15-768 0,35-4-14643-1</inkml:trace>
  <inkml:trace contextRef="#ctx0" brushRef="#br0" timeOffset="-198809.91">13703 9884 20420 0,'-6'6'840'16,"4"-10"-1056"-1,2-13-13115-15</inkml:trace>
  <inkml:trace contextRef="#ctx0" brushRef="#br0" timeOffset="-198288.44">14348 9544 20268 0,'-17'-22'4385'0,"20"15"-2737"15,64-29-824 1,52 0-824-1,-25 15-3112 1,-69 19-11932-16</inkml:trace>
  <inkml:trace contextRef="#ctx0" brushRef="#br0" timeOffset="-198134.45">14401 9661 18764 0,'-8'0'2592'0,"0"0"1457"15,27 6-2753 1,72-8-256 0,46-27-3248-1,-103 27-10971 1</inkml:trace>
  <inkml:trace contextRef="#ctx0" brushRef="#br0" timeOffset="-197043.3">15216 9283 17043 0,'0'0'0'0,"-22"-25"3329"0,16 12-1921 31,6 13-2296-15,-5 22 1696-1,-8 35 544 1,13-57-1352 0,-13 75 1193-16,13-5-801 15,15-38-328 1,14-26 192 0,3-41 208-1,2-36-200 1,-14 25-280-1,-13 31 344 1,-7 14 16 0,0-3-96-1,-10-12-160 1,-13 5 128 15,2 2-200-15,18 3-800-1,-8-33-15259 1</inkml:trace>
  <inkml:trace contextRef="#ctx0" brushRef="#br0" timeOffset="-196792.36">15452 9113 14739 0,'-17'-17'4537'0,"-5"-1"1072"16,15 19-3297-1,7 86-1343 1,10 30-681 15,16 10-304-15,-26-127 16-16,26 109-168 15,-5-84-3961 1,-11-30-10626-16</inkml:trace>
  <inkml:trace contextRef="#ctx0" brushRef="#br0" timeOffset="-196661.73">15522 9321 18459 0,'0'-2'3633'15,"9"-7"-1600"1,42-18-1457-1,-5 20-1072 1,-26 34-14051 0</inkml:trace>
  <inkml:trace contextRef="#ctx0" brushRef="#br0" timeOffset="-196444.53">15353 9753 15915 0,'-4'4'3297'16,"4"21"1520"-1,26 25-2273 1,48-17-1304 0,30-19-1112-1,-3-33-784 1,-101 19 656-16,64-42-17163 15</inkml:trace>
  <inkml:trace contextRef="#ctx0" brushRef="#br0" timeOffset="-196214.82">15927 9230 15579 0,'-30'-3'7513'16,"18"3"-5176"0,27-7-1569-1,62-14-720 1,3 2-3481 0,-31 17-13322-1</inkml:trace>
  <inkml:trace contextRef="#ctx0" brushRef="#br0" timeOffset="-195875.41">15950 9366 8249 0,'0'0'0'0,"-44"21"9842"16,38-18-5889-1,26-6-3345 1,37-13-328 0,10-7-184 15,-67 23-96-31,52-24-112 15,-38 15 72 1,-37 38 96 0,-48 40 48-1,5 17-72 1,33-23-8 0,30-41 40-1,13-4 209 1,27-1 215-1,6 3-32 1,10-10-288 0,16-42-160-1,11-34-15372 1</inkml:trace>
  <inkml:trace contextRef="#ctx0" brushRef="#br0" timeOffset="-195625.22">16216 9371 16315 0,'-4'3'1760'0,"-19"7"3810"15,16-4-3482-15,27-6-1496 0,40-12-240 16,-3-24-512 0,-57 36 160-1,24-34-3505-15,-12 7-13658 16</inkml:trace>
  <inkml:trace contextRef="#ctx0" brushRef="#br0" timeOffset="-195450.58">16342 9165 5833 0,'0'-8'7553'15,"-3"-5"593"1,-4 18-5529 0,1 71-665-1,3 23-1192 1,11 2-672 0,-8-101-88-16,33 90-248 15,1-70-4609 1,-38-42-12419-1</inkml:trace>
  <inkml:trace contextRef="#ctx0" brushRef="#br0" timeOffset="-195225.43">16510 9031 17875 0,'0'0'0'0,"0"-5"6114"15,-3 33-3922 16,3 73-528-15,5 34-551 0,17 26-1025-1,-22-161-88 1,24 185-144-16,-7-77-1449 16,16-100-18627-1</inkml:trace>
  <inkml:trace contextRef="#ctx0" brushRef="#br0" timeOffset="-194951.89">16736 9228 16779 0,'0'-1'1824'0,"-3"-13"3874"16,0 17-4762-1,3 64-640 16,0 16-216-15,-6-6-24 0,6-77-56-16,3 27 0 15,23-25-64 1,34-25 256 0,4 2-616-1,-15 0-7610 1,-45 17-2088-16</inkml:trace>
  <inkml:trace contextRef="#ctx0" brushRef="#br0" timeOffset="-194663.61">16942 9015 16179 0,'-3'-5'3377'0,"-6"-5"2288"31,9 25-4025-15,-11 71 217 0,-1 73-601-1,9 55-592 1,3-214-664-16,2 233-16 16,28-80-96-1,-4-130-2112 1,-7-124-16372-1</inkml:trace>
  <inkml:trace contextRef="#ctx0" brushRef="#br0" timeOffset="-194550.93">16987 9434 20028 0,'-4'-2'2040'0,"2"-10"777"16,32 5-1705-1,55-24-15195 16</inkml:trace>
  <inkml:trace contextRef="#ctx0" brushRef="#br0" timeOffset="-193893.02">17613 9034 19524 0,'-19'4'3392'0,"3"-2"-1255"0,40-4-1577 15,43-5-544 1,-29 32-504 0,-36 29-2569-1,-2-54 3057 1,-48 65-4409-16,5-27 4457 31,28-18 1073-15,17-20-521-1,32 0 1272 1,18-2-1592 0,-28 22 272-1,-37 39 1305 1,-53 30-1113-1,13-17-896 1,32-64-15188 0</inkml:trace>
  <inkml:trace contextRef="#ctx0" brushRef="#br0" timeOffset="-193738.36">17734 9281 19996 0,'7'7'312'0,"30"8"1848"31,37-23-311-15,-9-4-1825-1,-41 14-5193 1,-24 3-5250-16</inkml:trace>
  <inkml:trace contextRef="#ctx0" brushRef="#br0" timeOffset="-193550.02">17545 9572 12810 0,'-23'11'4633'16,"20"-9"-1184"-1,53-3 112 1,62-45-2345 0,31-9-1144-1,-27 32-2112 1,-116 23 2040-1,33 0-14059-15</inkml:trace>
  <inkml:trace contextRef="#ctx0" brushRef="#br0" timeOffset="-193336.98">17754 9707 17115 0,'0'3'80'15,"11"-3"1913"1,54-32 159-1,8-10-1184 1,-28 31-208 0,-30 7-520-1,-15 4-240 1,6 44 721-16,-9 51-297 16,8 19-2665-1,8-87-9537 1</inkml:trace>
  <inkml:trace contextRef="#ctx0" brushRef="#br0" timeOffset="-192735.24">18471 9135 15819 0,'-74'22'4865'0,"38"-14"-512"16,51-13-2441 0,73-54-1288-1,19 9-384 1,-50 38-224 0,-57 12-16-16,12 42 232 15,-81 78 201 16,-41 34-361-15,44-54-144 0,62-95-2433-1,78-85-10642 1,-51 55 5354-16</inkml:trace>
  <inkml:trace contextRef="#ctx0" brushRef="#br0" timeOffset="-192658.48">18581 9263 8745 0,'0'0'0'0,"10"36"8386"16,2 16-7226-1,9-25-944 1,8-21-10970 0</inkml:trace>
  <inkml:trace contextRef="#ctx0" brushRef="#br0" timeOffset="-192495.72">18676 9238 19492 0,'0'0'1424'0,"-10"0"2529"15,11 0-2665 17,45-39-1232-17,10-10-2144 1,-32 24-14652 0</inkml:trace>
  <inkml:trace contextRef="#ctx0" brushRef="#br0" timeOffset="-192283.43">18809 8808 17291 0,'-22'3'4441'15,"1"58"-752"1,17 44-1881 0,23 13-1640-1,16 14 0 1,-21 19-3512-1,-14-151 3344 1,-13 12-11251-16</inkml:trace>
  <inkml:trace contextRef="#ctx0" brushRef="#br0" timeOffset="-192090.32">18595 9631 19892 0,'-3'6'2616'16,"2"20"593"0,35 18-1393-1,51-18-1255 1,39-24-650 0,-5-52-5744-1,-90 36-6433 1</inkml:trace>
  <inkml:trace contextRef="#ctx0" brushRef="#br0" timeOffset="-191663.85">19062 8931 21764 0,'-18'-7'1048'15,"30"-3"-1120"1,36 15-88 0,-15 47-32-1,-55 17 96 1,-32-10 112 0,54-59-16-16,-41 22 272 15,35-16-504 1,47-16 136-1,39-28 16 17,-11 19-144-17,-43 19 32 1,-52 67 456 0,-40 34 32-1,22-16 504 1,48-41-688-1,65-45-272 1,-1-40-14035 0</inkml:trace>
  <inkml:trace contextRef="#ctx0" brushRef="#br0" timeOffset="-191365.61">19265 9046 18531 0,'-10'0'2601'0,"0"-8"-184"32,67-32-2241-17,32 6-376 1,-53 30-465 0,-47 54 401-1,11-50 264-15,-75 91 24 16,5-7 208-1,56-39-56 1,31-39 184 0,56-28-47-1,3-32-1578 1,-38 7-13698 0</inkml:trace>
  <inkml:trace contextRef="#ctx0" brushRef="#br0" timeOffset="-191180.83">19431 8800 16619 0,'-7'3'3633'15,"-14"38"72"1,18 25-1649 0,23 16-1600-1,14 14-352 1,-7 29-1032-1,-27-125 928-15,5 95-16332 16</inkml:trace>
  <inkml:trace contextRef="#ctx0" brushRef="#br0" timeOffset="-190916.25">19275 9548 16531 0,'0'0'0'0,"-8"3"4273"15,8-6-1921 1,57-42-1383-1,19 7-585 1,-18 15-160 15,-58 23-224-15,44-10-16-16,-33 47 240 16,-5 45 208-1,-1 6-320 1,14-12-3041-1,-13-56-9153-15</inkml:trace>
  <inkml:trace contextRef="#ctx0" brushRef="#br0" timeOffset="-190404.43">20028 9017 20068 0,'0'-5'1688'0,"0"-5"1737"16,-9 13-2089-1,-36 82-1152 1,-51 50-168-1,17-21-432 1,79-114 416-16,-34 39-4873 16,35-42-9586-16</inkml:trace>
  <inkml:trace contextRef="#ctx0" brushRef="#br0" timeOffset="-190277.78">19960 9213 16747 0,'0'0'0'0,"21"59"4001"16,16 6-2841-1,20-28-1048 1,9-16-15163 0</inkml:trace>
  <inkml:trace contextRef="#ctx0" brushRef="#br0" timeOffset="-190045.8">20193 8818 20932 0,'0'0'1680'0,"-14"0"1209"15,-1 86-665 1,16 52-807 0,27 38-1225-1,9 26-264 1,-37-202 72-1,31 191-1657-15,0-126-19979 16</inkml:trace>
  <inkml:trace contextRef="#ctx0" brushRef="#br0" timeOffset="-189883.64">20292 9238 22228 0,'7'-2'944'15,"46"-6"-207"1,37-19-3386 0,-62 25-8633-16</inkml:trace>
  <inkml:trace contextRef="#ctx0" brushRef="#br0" timeOffset="-189478.82">20777 8777 20252 0,'-26'4'1216'16,"-28"42"48"0,22 28 393-1,45-15-1185 1,40-37 16-1,11-44-48 1,-64 22-440-16,52-83 408 16,-49 33-232-1,-38 11-408 1,-5 27-4129 0,0 52-4625-1,22 18 5225 1,-1 40 3881-1,16-20 3953 1,16-9-952 15,31-23-2561-15,1-22-6513 0,-38-24-833-16</inkml:trace>
  <inkml:trace contextRef="#ctx0" brushRef="#br0" timeOffset="-189194.09">20853 9014 11266 0,'0'-2'3929'0,"0"0"-144"16,0 52-1241-1,-2 25-1984 1,-10 0-368 0,-29-7-200-1,41-68 8 1,-68 64-280-16,-5-32-176 15,54-39 496 1,25-32 208 15,57-10 864-15,20 15 273 0,8 22-1217-1,3 10-936 1,-40 22-15956-1</inkml:trace>
  <inkml:trace contextRef="#ctx0" brushRef="#br0" timeOffset="-188951.86">20928 9401 14707 0,'0'-2'2008'16,"8"6"1009"0,43 8-1321-1,-8 36-472 1,-28 33-311-1,-51-9 279 1,36-72-1192 0,-68 33 1496-16,-5-32-336 31,25-56 41-15,33-43-1249-1,67-17-2577 1,-10 64-13274-16</inkml:trace>
  <inkml:trace contextRef="#ctx0" brushRef="#br0" timeOffset="-188695.24">21233 8976 16027 0,'3'-4'1704'0,"20"-22"585"16,-4 28-1801-1,-2 46 128 1,-36 16 16 0,-51-14 24-1,70-50-656 1,-65 14 736-16,33-46-143 31,37-46-825-15,64-22-14372-1</inkml:trace>
  <inkml:trace contextRef="#ctx0" brushRef="#br0" timeOffset="-188462.36">21384 8577 19932 0,'0'0'1192'0,"-2"29"2209"16,-11 42-537-1,13 28-2023 1,0 38-577 15,12 19-320-15,-12-156 56-16,11 117-745 16,-7-90-9257-1,-1-27-224-15</inkml:trace>
  <inkml:trace contextRef="#ctx0" brushRef="#br0" timeOffset="-188341.03">21425 9050 15467 0,'0'-7'4305'16,"7"-15"-1609"-1,36-6-1503 1,9 17-1153 0,-28 32-4457-1,-21 2-6298-15</inkml:trace>
  <inkml:trace contextRef="#ctx0" brushRef="#br0" timeOffset="-188117.47">21229 9437 15867 0,'0'23'3953'15,"16"-11"1760"1,34 8-2856-1,20-6-2241 1,9-10-424 0,13-49-3265-1,-92 45 3073-15,46-37-15771 0</inkml:trace>
  <inkml:trace contextRef="#ctx0" brushRef="#br0" timeOffset="-187604.99">21641 8782 22212 0,'0'-2'728'16,"35"-18"-552"-1,11 14-336 1,-16 33-896-1,-30 13 368 1,-26-1 736 0,26-39-48-16,-20 33 824 15,17-33-272 1,23 6-32 0,18 3-504-1,-22 14-1904 1,-46 31-320-1,-14 0 2432 1,22-42 1408 0,22-12-1632-1,35-1 2184 17,18 4-1912-17,-19 25-231 1,-28 23 151-1,-48-11 312 1,5-13-232 0,3-36 288-1,25-42-616 1,48-25-2289 0,-2 37-12594-1</inkml:trace>
  <inkml:trace contextRef="#ctx0" brushRef="#br0" timeOffset="-187278.34">21895 8632 17843 0,'-3'-1'2817'0,"0"-5"-24"15,-1 53-985 1,8 45-1352-1,3 26-272 1,8 17-312 0,-15-135 128-1,17 115-328-15,-12-79-576 16,12-87-112 0,9-30 1056-1,8 11 232 1,11 25-136-1,-5 31-368 1,-10 31-16508 0</inkml:trace>
  <inkml:trace contextRef="#ctx0" brushRef="#br0" timeOffset="-186889.22">21795 9425 14187 0,'-7'17'4865'16,"-5"29"-2153"-1,19 2-1240 1,13-3-1047 0,-5-33-457-1,-4-16 800 1,-11 4-768-1,40-67 432-15,0 16-320 16,19 17-184 0,-6 32 104-1,-16 55 96 17,-30 26 48-17,-27-7-64 1,-13-28 48-1,12-26 336 1,21-18-496 0,11 3-792-1,38 9-16332-15</inkml:trace>
  <inkml:trace contextRef="#ctx0" brushRef="#br0" timeOffset="-186052.82">22612 9326 13690 0,'-24'-7'4281'0,"0"-4"1016"15,18 3-2192 1,12 8-2601 0,57 0-152-1,52 0-208 1,-115 0-144 0,148 0 24-16,-10 0-24 31,-46 0 16-16,-53 6-192 1,-34-6 680 0,-26-23 41-1,-42-32-33 1,-7-16 104 0,14-7 24-1,27 30-424 1,25 27-2184-1,8 16-20877 1</inkml:trace>
  <inkml:trace contextRef="#ctx0" brushRef="#br0" timeOffset="-185856.82">23202 9366 17899 0,'-13'0'1673'16,"-55"3"3416"0,-22 50-2769-1,-2 31-1608 1,7-5-2136 0,39-57-18084-16</inkml:trace>
  <inkml:trace contextRef="#ctx0" brushRef="#br0" timeOffset="-185137.49">23830 9048 17755 0,'-10'0'1385'0,"14"0"-449"16,56 0 616-1,9 3-1176 1,-39 21 888 0,-59 54-199-1,29-78-1065 1,-129 137 344-1,-20-14-416 1,62-62-24 0,80-75-2201-1,55-51-12698 1</inkml:trace>
  <inkml:trace contextRef="#ctx0" brushRef="#br0" timeOffset="-185020.43">23838 9228 10074 0,'0'0'0'0,"38"5"8810"16,-5 40-6458-1,-6-4-1992 1,10-23-832 0,-15-16-13595-1</inkml:trace>
  <inkml:trace contextRef="#ctx0" brushRef="#br0" timeOffset="-184867.06">24008 9220 18043 0,'0'0'1825'15,"-3"-2"1968"1,20-2-2025 0,59-21-1168-1,7-1-1128 1,-43 5-17428 0</inkml:trace>
  <inkml:trace contextRef="#ctx0" brushRef="#br0" timeOffset="-184643.37">24229 8912 19572 0,'0'0'2656'0,"-3"4"-135"16,-12 90-289 0,-7 60-615-1,3 37-1225 1,28 7-496 15,-9-198 104-31,53 89-3649 16,-22-86-12267-16</inkml:trace>
  <inkml:trace contextRef="#ctx0" brushRef="#br0" timeOffset="-184346.11">24438 9062 20612 0,'-8'0'1696'0,"3"-2"337"15,51-8 23 1,56-30-1464 0,-45 26-704-1,-46 57 224 16,-11-43-112-31,-72 117 368 16,-47 20-136 0,60-68-448-1,53-68-2408 1,71-69-16100 0</inkml:trace>
  <inkml:trace contextRef="#ctx0" brushRef="#br0" timeOffset="-184259.14">24559 9178 8569 0,'0'0'0'0,"0"24"9690"15,0 12-7033 1,8 18-2321 0,31-33-824-1,-22-20-11371 1</inkml:trace>
  <inkml:trace contextRef="#ctx0" brushRef="#br0" timeOffset="-184092.38">24628 9190 16387 0,'-5'-8'6705'16,"6"1"-4352"-1,54-15-2025 1,29-4-584 0,-19 0-3361-1,-51 3-10138-15</inkml:trace>
  <inkml:trace contextRef="#ctx0" brushRef="#br0" timeOffset="-183895.58">24862 8856 16859 0,'0'0'0'0,"-12"-3"6001"16,9 32-3400 0,-2 53-1001-1,15 14-1288 16,3 12-96-15,-13-108-216-16,0 125-1000 16,-40-43-15699-16</inkml:trace>
  <inkml:trace contextRef="#ctx0" brushRef="#br0" timeOffset="-183675.75">24609 9458 18579 0,'0'0'1113'0,"-11"36"4096"16,7 19-2177-1,46-9-2007 1,48-7-785 0,20-34-192-1,-110-5-48 1,96-20-1449-1,-65-27-14538-15</inkml:trace>
  <inkml:trace contextRef="#ctx0" brushRef="#br0" timeOffset="-183257.24">25094 8957 19068 0,'0'-9'3080'16,"20"1"-2736"0,20 26-296-1,-27 41 24 1,-83 5 16 0,-22-6 168-1,92-58-256-15,-33 17 408 16,32-13-896 15,62-27 208-15,21-4 40-1,-20 7-416 1,-47 31-168 0,-54 49 1336-1,-32 19 1056 1,45-9-135-1,45-34-1121 1,50-27-168 0,6-38-1304-1,-57-18-11723 1</inkml:trace>
  <inkml:trace contextRef="#ctx0" brushRef="#br0" timeOffset="-182428.53">25247 9067 19916 0,'-19'-3'3713'16,"15"-8"-1353"-1,58-35-2224 1,15 21-360 0,-45 28-248-1,-38 50 240 1,14-53 232-16,-64 68 120 15,19-6 248 1,28-28-224 0,36-20 40-1,30-14 56 1,6-14-248 0,-15-24-624-1,-21-30-4337 1,-6-6-2473 15,-12-11 4490-15,-4 30 8025-1,-9 26 2792 1,9 23-4984 0,3 41-1809-1,3 33-272 1,3 28-647-1,-5 22 159 1,-7 6-568 0,-44-37-1577-1,-15-22-1176 1,-6-9 2993 0,22-19 737-1,34-31 359 1,15-6-1080 15,27-4 1728-15,22-14-1224-1,6-9-176 1,14 0-200 0,-8-8-64-1,-37 19-96 1,-21 12 240-1,-3 4-208 1,-3 0 777 0,3 10-929-1,-2 53 360 1,-1 41-144 0,3 26-264-1,0 7-16868 1</inkml:trace>
  <inkml:trace contextRef="#ctx0" brushRef="#br0" timeOffset="-181772.95">25888 8948 14171 0,'-4'-2'1528'0,"-7"-14"4465"16,9 10-2056 0,-4 28-3681-1,-48 114 144 1,-21 17 88-1,75-153-488-15,-73 121-376 16,65-109-6473 0,11-17-3986-16</inkml:trace>
  <inkml:trace contextRef="#ctx0" brushRef="#br0" timeOffset="-181633.4">25818 9210 12130 0,'0'0'7010'0,"0"35"-3682"16,32 17-1575-1,26-25-1657 1,-25-19-3265 15,-33-11-7721-31</inkml:trace>
  <inkml:trace contextRef="#ctx0" brushRef="#br0" timeOffset="-181405.53">26007 8849 17867 0,'0'0'0'0,"-13"-11"5465"15,4 42-3320 1,4 94-617 0,5 52-784-1,3 23-592 1,7-8-680-1,-10-192 528-15,1 57-2392 32,2-74-14196-32</inkml:trace>
  <inkml:trace contextRef="#ctx0" brushRef="#br0" timeOffset="-181277.92">26071 9210 18748 0,'0'-3'3400'16,"19"-14"-1447"-1,37 4-1945 1,20 8-4649 0,-55 5-6066-16</inkml:trace>
  <inkml:trace contextRef="#ctx0" brushRef="#br0" timeOffset="-180951.14">26422 8914 14123 0,'0'0'1016'16,"-4"5"56"0,-10 60 1673-1,8 7-425 1,18-27-1696-1,12-48 392 1,-24 3-1016 0,39-72 809-16,-15-30-521 15,-21 7-96 1,-27 59-296 0,-4 53-1297-1,6 44-14458 1</inkml:trace>
  <inkml:trace contextRef="#ctx0" brushRef="#br0" timeOffset="-180489.47">26392 9065 10282 0,'-3'56'6521'16,"3"3"-1672"0,15-19-3545-1,7-6-1344 1,3-27-624-1,-9-28-3185 1,-16 21 3849-16,18-54-3904 16,5-17 3752-1,-1 42 2760 1,-1 12 1121 0,-1 43-1537-1,-10 54-983 1,-32 14-745-1,-29-3-224 1,-31-9-160 15,-3-37-120-15,26-44 24 0,43-35 48-1,23 2-64 1,46 9 416-1,26 11 544 1,27 3-104 0,11-9-968-1,-7 14-1232 1,-41 3-16284 0</inkml:trace>
  <inkml:trace contextRef="#ctx0" brushRef="#br0" timeOffset="-180189.83">26679 9607 12818 0,'-2'-7'6138'0,"-1"0"-2498"16,19 4-3208-1,16 44-55 1,-20 16-41-1,-32 4 184 1,20-61-520-16,-57 36 944 16,-16-18 296-1,16-39 360 1,32-48-839 0,34-23-473-1,57 7-1096 1,-22 27-22053-1</inkml:trace>
  <inkml:trace contextRef="#ctx0" brushRef="#br0" timeOffset="-179506.68">27159 9164 16587 0,'-30'0'3873'0,"27"0"-400"15,30-4-3033 1,52-22-608 0,-6 13-1105-1,-53 31-13370 1</inkml:trace>
  <inkml:trace contextRef="#ctx0" brushRef="#br0" timeOffset="-179324.88">27156 9308 15315 0,'0'0'0'0,"-22"2"4713"16,22-2-4713 15,25 0 3649-15,47 7-3641-1,24-11-15868 1</inkml:trace>
  <inkml:trace contextRef="#ctx0" brushRef="#br0" timeOffset="-178576.46">27847 8777 15771 0,'-16'-3'2880'0,"11"-5"1201"16,-6 64-2992 0,9 53-705-1,4 0-424 17,13-15-360-17,-15-94 400-15,22 34-15588 0</inkml:trace>
  <inkml:trace contextRef="#ctx0" brushRef="#br0" timeOffset="-178168.84">28070 8816 18507 0,'0'-3'1785'0,"0"23"-273"15,-10 68-456 1,10 5-1000-1,-22-1 160 1,-16-26 57 0,38-66-273-1,-48 17-297-15,24-57-575 16,18-39 144 15,36 24 520-15,23 28-48-1,-18 44 144 1,-26 42 328 0,-31 21 576-1,-39 3-336 1,14-36-96 0,35-33-280-1,26-17-224 1,53-25 312-1,4-7-6425 1,-54 29-3561 0</inkml:trace>
  <inkml:trace contextRef="#ctx0" brushRef="#br0" timeOffset="-177795.65">28217 8863 16747 0,'0'0'2113'0,"0"-6"1295"16,0 55-2424-1,0 62-455 1,3-1-185 0,4-1-72-1,-7-109-272 1,-6 52-328-16,3-50-24 15,6-64-569 1,5-2 1017 0,0 17-72-1,1 22 136 17,6 5-256-17,18 10-432 1,-13-2-7137-1,-14 10-1361-15</inkml:trace>
  <inkml:trace contextRef="#ctx0" brushRef="#br0" timeOffset="-177608">28379 8797 7377 0,'0'-5'3825'0,"-4"-26"4185"15,1 23-3193 1,0 36-3809-1,-9 95 656 1,-19 48-464 0,31-171-1200-1,-3 208 761-15,26 5-1121 32,31-83-19069-32</inkml:trace>
  <inkml:trace contextRef="#ctx0" brushRef="#br0" timeOffset="-177311.65">28628 8901 19492 0,'-4'0'792'0,"-2"0"-208"15,60-9 896 1,52-18-1056 0,-26 11-480-1,-59 14-88 1,-21 2 144 0,2-2-440-16,-29 13-7385 31,15 1-905-31</inkml:trace>
  <inkml:trace contextRef="#ctx0" brushRef="#br0" timeOffset="-176940.42">28695 9081 8193 0,'0'0'0'0,"-3"-12"8074"16,3 6-2665-1,5 6-4953 1,52-1 368-1,17-25-448 1,-74 26-376 0,77-19-120-16,-54 14-496 15,-51 26 456 1,-55 34 696 15,4-1 113-15,36-7-409-1,16 2-56 1,22 6 472 0,10-15 176-1,38-4 96 1,32-39-352 0,31-48-784-1,1-8-7289 1,-84 41-3850-16</inkml:trace>
  <inkml:trace contextRef="#ctx0" brushRef="#br0" timeOffset="-176767.44">28968 9145 14955 0,'-18'0'4937'0,"3"0"-584"16,22-1-3305 15,49 1-624-16,-9-15-792 1,28-25-11515 0,-69 26 3226-16</inkml:trace>
  <inkml:trace contextRef="#ctx0" brushRef="#br0" timeOffset="-176565.03">29135 8821 13978 0,'-13'-11'6330'16,"7"0"-1977"-1,0 47-3185 1,-11 66 488 0,11 21-855-1,8 24-81 1,-2-147-720 0,19 143-552-16,19-81-22141 31</inkml:trace>
  <inkml:trace contextRef="#ctx0" brushRef="#br0" timeOffset="-176091.21">29350 8877 16531 0,'1'-23'3497'16,"40"13"-3217"-1,7 17-320 1,-34 41 296 0,-33 5 96-1,-41-10-80 1,60-43-272 0,-44 17 128-16,31-14 336 31,20-4-840-16,57-26 496 1,5 7-184 0,-20 13-184-1,-49 29 224 1,-56 13 328 0,-19 20 64-1,28-8 608 1,24-13 185-1,30-19-361 1,38-6 304 0,26-15-664-1,-8-5-584 1,-4-19-4697 0,-22 1-12283-1</inkml:trace>
  <inkml:trace contextRef="#ctx0" brushRef="#br0" timeOffset="-175861.62">29705 8596 13626 0,'-5'-12'4369'0,"-7"-15"1473"0,-2 52-3794 15,-10 56-192 1,11 44-1431-1,3 69-497 1,10-194 72 0,0 254 1528-16,24-19-7882 15,-11-193-6944 1</inkml:trace>
  <inkml:trace contextRef="#ctx0" brushRef="#br0" timeOffset="-175387.68">30407 8826 14667 0,'-3'-13'4177'0,"-8"0"-649"16,-3 17-1775-1,-48 80-1433 1,-11 23-320-1,-6-7-320 1,79-100 320 0,-33 31-15500-16</inkml:trace>
  <inkml:trace contextRef="#ctx0" brushRef="#br0" timeOffset="-175263.08">30385 8964 14179 0,'6'0'2488'0,"45"11"-2248"31,-2 12-16-15,-14 1-10762-1</inkml:trace>
  <inkml:trace contextRef="#ctx0" brushRef="#br0" timeOffset="-174898.21">30049 9213 17571 0,'0'0'1825'0,"26"0"1831"15,99-24-1007 1,60-4-2105 0,-38 22-608 15,-76 15-1120-16,-71-9 1184-15,6 11-5393 16,-62 3-3913 0,-8-8 8361-1,29-2 8091 1,11 10-953 0,-9 52-2472-1,29 26-2617 1,1 4-752-1,14-14-336 1,26-44-3944 0,-9-35-12332-1</inkml:trace>
  <inkml:trace contextRef="#ctx0" brushRef="#br0" timeOffset="-174482.4">30701 8971 19484 0,'0'-4'3112'16,"-3"-1"-767"-1,4 45-1977 1,14 22-144 0,-2 16 744-1,-14-28-1352 1,1-50 384-16,-17 9-2568 15,10-53-5850 1,34-50 4289 0,15-2 6017-1,12 42 2513 1,-12 35-1200 0,-21 52-1385-1,-15 45-535 16,-28 15-25-15,-13-23-544 0,16-37-824-1,12-33-15859 1</inkml:trace>
  <inkml:trace contextRef="#ctx0" brushRef="#br0" timeOffset="-174195.92">30926 8932 16851 0,'0'-19'1464'0,"5"-11"1417"16,45 3-969-1,14 13-2040 1,-34 11-464 0,-41 52 256-1,11-49 336 1,-57 76 200-1,-6-13-24 1,51-18 760 0,15-19-343-1,40-18 543 1,21-11-584 0,-5-37-1504-1,-24-20-3985 1,-15 6-11803-1</inkml:trace>
  <inkml:trace contextRef="#ctx0" brushRef="#br0" timeOffset="-173998.17">31135 8681 12802 0,'0'-6'3401'0,"-9"-16"3056"16,9 22-6457 0,0 42 3073-1,5 27-1569 16,10 20-1352-15,-15-89-152-16,18 109-176 16,-13 21-3088-1,-25-42-14188 1</inkml:trace>
  <inkml:trace contextRef="#ctx0" brushRef="#br0" timeOffset="-173748.48">31057 9290 8609 0,'0'0'0'0,"0"20"9394"16,1-20-5577-1,21-2-2313 1,14 27-399 0,-12 29-225-1,-24-54-880 1,6 69 616-16,-43-24 120 16,-11-18 32-1,-12-24-224 16,24-55 145-15,28-21-465 0,33-4-464-1,27 24-3705 1,-14 38-13019-16</inkml:trace>
  <inkml:trace contextRef="#ctx0" brushRef="#br0" timeOffset="-173404.92">31479 8869 17499 0,'-29'-13'3945'0,"29"6"-1192"32,5 2-1265-17,45-6-1048 1,-4 4-312 0,-23 10 152-1,-23-3-280-15,-16 43 376 16,-59 53-1144-1,3-16-528 1,54-49-6970 0,18-31-1848-16</inkml:trace>
  <inkml:trace contextRef="#ctx0" brushRef="#br0" timeOffset="-173231.86">31525 8989 17515 0,'3'0'1345'0,"14"4"1343"15,19 8-1616 17,14 5-1584-17,-30 21-15003 1</inkml:trace>
  <inkml:trace contextRef="#ctx0" brushRef="#br0" timeOffset="-173075.79">31290 9247 13410 0,'-6'-23'4057'16,"5"10"416"0,51 12-1248-1,28-14-2873 1,12 2-200 0,16 5-1696-1,-106 8 1544-15,60 4-16764 16</inkml:trace>
  <inkml:trace contextRef="#ctx0" brushRef="#br0" timeOffset="-172831.41">31565 9351 15531 0,'0'0'0'0,"6"9"1104"16,9 3 2329-1,20-2-2281 1,1 16-864-1,-22 29 392 1,-14-55-680 0,-22 58 608-16,-39-15 321 15,-9-32 327 1,24-29-776 0,45-51-1376-1,47-6-15068 1</inkml:trace>
  <inkml:trace contextRef="#ctx0" brushRef="#br0" timeOffset="-172560.91">31814 9045 16611 0,'0'-9'3553'15,"26"-15"-2041"1,31 5-696 0,-18 13-568-1,-22 26 513 1,-34 36-97 0,17-56-664-16,-70 86 320 15,1-8-752 1,40-36-16236-1</inkml:trace>
  <inkml:trace contextRef="#ctx0" brushRef="#br0" timeOffset="-172232.59">32036 8704 13490 0,'0'-4'2953'0,"3"-25"3800"16,-3 8-3072 0,0 16-3025-1,0 25-392 1,0 53 401 0,0-73-665-1,-4 142 320-15,-7 70 160 16,-4 29-664-1,2-43 152 17,6-95-1569-17,7-86-7945 1,1-21-1176-16</inkml:trace>
  <inkml:trace contextRef="#ctx0" brushRef="#br0" timeOffset="-172106.86">32056 9231 17115 0,'0'-1'2113'0,"0"-7"1639"16,7-7-1975-1,60-2-1929 1,25 1-5193 0,-69 14-3969-16</inkml:trace>
  <inkml:trace contextRef="#ctx0" brushRef="#br0" timeOffset="-171936.22">32375 9764 21940 0,'-13'0'5929'16,"0"-3"-6569"-1,11 0-16523-15</inkml:trace>
  <inkml:trace contextRef="#ctx0" brushRef="#br1" timeOffset="-160674.43">15973 8409 13466 0,'-32'-16'2817'0,"22"11"1456"15,7 5-1537 1,12-2-1519 15,40 25 47-15,31 13-856 0,-80-36-408-16,113 22 320 15,7-12-48 1,-5-10-8-1,-19-1-104 1,-23-15-16 0,5-2 0-1,12 18-144 1,2 32 136 0,2 27 88-1,-1-15 9 1,1-18-145-1,-8-23 16 17,-16-24 104-17,-6-19-8 1,4-1-8 0,-11 26-208-1,5 19 16 1,19 5 32-1,3-1 40 1,-9-1-104 0,-8-2 64-1,-5-5 72 1,-6-9-8 0,-4 2-96-1,0 1 88 1,5 6 48-1,-1 3-16 1,12 7 32 15,3 15-184-15,-2 12 80 0,-3-16-32-1,4-19 16 1,17-40 72-1,-4 10-88 1,-17 13-48 0,-8 11 48-1,-2 4 152 1,10-7-216 0,12-7 128-1,-20-2 8 1,-5 7-360-1,-13-1-17628 1</inkml:trace>
  <inkml:trace contextRef="#ctx0" brushRef="#br1" timeOffset="-158942">23120 8675 13690 0,'0'0'0'0,"-14"-10"4233"0,15 6-4009 15,42 1 1297 17,37-1-657-17,-11 8-520 1,-69-4-344-1,63 0 424-15,1-13 56 16,4-34-8 0,6-19 8-1,-1 16-136 1,-8 32-48 0,-4 20 265-1,12 21 31 1,8-6-272-1,-5-17 56 1,-2-17 88 0,-8-8-80 15,-14 4-272-15,-4 3 120-1,9 0-176 1,6 6 176-1,24 5-112 1,-6 2 40 0,-11 5-136-1,-9 0-24 1,9-8 160 0,6-25 88-1,-8-9-24 1,-16 14-224-1,-10 9 40 1,-1 16-56 15,13 16 32-15,12-2 104 0,-1-11-120-1,-14-4 104 1,-12 1-88-1,-2-4 112 1,12-8-128 0,1-13 49-1,-10 17-82 1,-7 8-23 0,-13 3-8-1,10 0-448 1,-3 3-16627-1</inkml:trace>
  <inkml:trace contextRef="#ctx0" brushRef="#br1" timeOffset="-158184.81">27557 7221 13706 0,'-17'0'2209'0,"11"0"-25"16,31 0 33 0,46-15-1177-1,6 8-1056 1,-12 44-5577-1,-50-20-3657 1</inkml:trace>
  <inkml:trace contextRef="#ctx0" brushRef="#br1" timeOffset="-157980.91">27605 7467 15819 0,'-33'-22'2072'16,"33"12"929"0,21 4-1457-1,42 1-768 1,34-21-2960 0,-49 16-10747-1</inkml:trace>
  <inkml:trace contextRef="#ctx0" brushRef="#br1" timeOffset="-157685.39">27881 7082 14291 0,'-38'-4'1280'15,"12"-8"3673"1,18 7-2345-1,16 8-1863 1,50 22-305 0,16 22-264-1,-74-47-176-15,59 55-64 16,-48 29 760 0,-72 47-160-1,-63 33-480 1,44-43-9762-1,67-109-280 1</inkml:trace>
  <inkml:trace contextRef="#ctx0" brushRef="#br1" timeOffset="-157222.98">28755 6036 15523 0,'0'0'0'0,"-23"-24"3369"0,26 22-1129 16,50-5-1864-1,43 4-1160 1,-19 24-13923 0</inkml:trace>
  <inkml:trace contextRef="#ctx0" brushRef="#br1" timeOffset="-156723.62">28758 6310 12634 0,'-19'3'1144'0,"-22"2"1553"16,40-6-24-1,52-12-1841 1,41-23-848 0,-12 18-192 15,-80 18 208-31,48-14-360 15,-36 13-32 1,-59 44 1328 0,-36 29-768-1,17-23 64 1,49-27-232 0,20-10-344-1,41-4 704 1,22-3-280-1,-16 19-120 1,-28 13-200 0,-60 19 592-1,-58 12-136 1,-7-16-136 15,48-39 272-15,45-13 88-1,34-10-440 1,53-18 328 0,33-5-352-1,1 22-520 1,-54 32-7530 0,-50-17 17-16</inkml:trace>
  <inkml:trace contextRef="#ctx0" brushRef="#br1" timeOffset="-156494.84">28867 6806 10138 0,'0'0'0'0,"-33"4"5305"0,44-4-2769 16,53-15-1799-1,21 10-705 1,-47 29 80 0,-38-24-112-1,4 51 1120-15,-68-3 944 31,-38-10-231-15,32-37-1145 0,51-49-256-1,42-27-3449 1,61 13-14379 0</inkml:trace>
  <inkml:trace contextRef="#ctx0" brushRef="#br1" timeOffset="-156154.89">29321 6256 16531 0,'-5'0'1560'0,"-16"0"441"16,-25 57-1225-1,-4 21-1096 16,-3 4-600-15,11-35-5770 0,42-47 6690-16,-3 5-4217 15,8-15 3985 1,34-15 3001 0,-5 8 1144-1,-1 19-1137 1,2 22-1495-1,-10-1-1233 1,-2-2-2977 0,-17-15-6441-16</inkml:trace>
  <inkml:trace contextRef="#ctx0" brushRef="#br1" timeOffset="-155929.33">29380 6103 17323 0,'0'0'0'0,"-19"-11"4369"15,13 12-2849 1,6 71-1047 0,6 29-241-1,8 15 416 1,-14-116-648-1,2 136-920-15,-20-29-14684 16</inkml:trace>
  <inkml:trace contextRef="#ctx0" brushRef="#br1" timeOffset="-155717.27">29203 6743 14579 0,'0'0'0'16,"-7"-3"5913"-1,7 1-3073 1,19 25-1511 0,34 15-201-1,37-16-872 1,14-25-1376 0,-104 3 1120-16,89-23-7130 15,-69 18-3512-15</inkml:trace>
  <inkml:trace contextRef="#ctx0" brushRef="#br1" timeOffset="-155487.7">29999 5965 17979 0,'-7'-10'4169'0,"-17"16"-2696"31,-51 78-737-15,0 29-1200-1,-10 15-5378 1,59-110-3568-16</inkml:trace>
  <inkml:trace contextRef="#ctx0" brushRef="#br1" timeOffset="-155346.71">29835 6238 12962 0,'0'0'0'0,"5"-47"4289"16,48 32-3281-1,7 6-1120 1,-28 18-12450 0</inkml:trace>
  <inkml:trace contextRef="#ctx0" brushRef="#br1" timeOffset="-155026.7">29863 6296 10938 0,'0'-10'5089'16,"0"3"-3161"0,14 14-1095-1,-6 28 1231 1,-30 15-936-1,-61 17-960 1,83-67-168-16,-96 45-408 16,43-29 648-1,43-18 16 1,33-13-712 0,63-33 624-1,27 5-96 16,-1 22-376-15,-35 19-3361 0,-56 30-11906-1</inkml:trace>
  <inkml:trace contextRef="#ctx0" brushRef="#br1" timeOffset="-154794.15">29800 6664 9994 0,'0'0'0'0,"-46"0"4897"16,51-3-1401-1,52-25-2415 1,31-16-745 0,-25 27 0-1,-38 18-208 1,-25-1-128-16,7 58 1528 16,-7 22-704 15,0-2-624-31,15-44-912 31,0-39-12755-15</inkml:trace>
  <inkml:trace contextRef="#ctx0" brushRef="#br1" timeOffset="-154198.74">30284 6185 15587 0,'-19'-4'2240'0,"4"-10"1673"15,39-4-3385 1,68-22-976 0,1 2-88-1,-55 32 472 1,-38 6 64-1,-10 26 136 1,-67 49-192 0,-3 11 1152-1,45-32-600 1,31-24-632 0,32-27 312-1,15-3-216 1,9 10-1472-1,-15 18 1760 1,-19 35-136 0,-18-1-8-1,-46 9 56 1,-47 10 808 0,14-39-672-1,46-32-95 16,24-19-225-15,30-27-73 0,40 6-63-1,25 27-56 1,18 24-304 0,18 5 1216-1,3 6-2112 1,-66-15-13947-1</inkml:trace>
  <inkml:trace contextRef="#ctx0" brushRef="#br1" timeOffset="-153654.72">28735 7590 18764 0,'-20'-32'3544'0,"15"21"-647"0,34-1-2753 15,69-34-32 1,-12 24-112 15,-56 25-240-15,-30-3 240-16,-28 36-80 15,-66 57 232 1,-12 1 16 0,36-13 0-1,53-46 128 1,55-13-40-1,41-29-256 1,23-40-6217 0,-98 16-4882-16</inkml:trace>
  <inkml:trace contextRef="#ctx0" brushRef="#br1" timeOffset="-153472.56">28877 7724 17235 0,'0'-3'1913'16,"4"-6"279"0,52-14-2280-1,9 8-528 1,-26-13-4761 0,-27 17-3529-16</inkml:trace>
  <inkml:trace contextRef="#ctx0" brushRef="#br1" timeOffset="-153283.95">29087 7471 15499 0,'-5'-3'4433'16,"1"0"-1289"-1,4 33-2559 1,-3 50-241 0,-2 26-144-1,2-9-776 1,3-97 576-1,7 50-13043-15,-3-50 5769 16</inkml:trace>
  <inkml:trace contextRef="#ctx0" brushRef="#br1" timeOffset="-153101.8">29212 7461 13658 0,'-10'-25'4769'16,"1"18"409"-1,3 34-4106 1,-2 73-264 0,8 23-592-1,11 4-528 1,-11-127 312-16,18 116-5977 16,-1-77-10011-1</inkml:trace>
  <inkml:trace contextRef="#ctx0" brushRef="#br1" timeOffset="-152822.56">29422 7509 14179 0,'0'0'0'0,"14"-39"496"15,20 53-472 1,-17 54 264-1,-22 7 256 1,-41-35 1600 0,46-40-2144-1,-61 10 3009-15,6-34-441 16,44-59-1983 0,50-5-1050-1,20 16-11849 1,-35 68 4592-1</inkml:trace>
  <inkml:trace contextRef="#ctx0" brushRef="#br1" timeOffset="-152586.05">29627 7318 13674 0,'0'-3'3153'16,"0"-8"1144"-1,0 27-2465 1,-4 71 489 0,-19 60-1529-1,-10 20-832 1,33-167 40 0,-7 115-272-16,41-63-4721 15,6-50-9762 1</inkml:trace>
  <inkml:trace contextRef="#ctx0" brushRef="#br1" timeOffset="-152216.52">29825 7392 18099 0,'-4'0'1017'0,"-3"0"1775"16,34-11-2464-1,69-10-128 1,-34 18-200 0,-43 25-288-1,-19-22 288 1,-26 50 16-16,-66 41 440 16,6-10 312-1,52-31 329 1,38-31-529-1,33-1-32 1,21-13-256 15,16-7-376-15,-28-12-4457 0,-22 2-10378-16</inkml:trace>
  <inkml:trace contextRef="#ctx0" brushRef="#br1" timeOffset="-152082.43">29904 7613 16315 0,'0'0'0'0,"-31"-33"4833"15,28 28-2240 1,39-6-2673 0,51-21-505-1,-31 2-14370 1</inkml:trace>
  <inkml:trace contextRef="#ctx0" brushRef="#br1" timeOffset="-151885.97">30101 7593 16155 0,'0'0'0'0,"0"-4"4369"16,0-4-3529-1,37 1-1016 1,17-9-576 0,-25 2-13123-1</inkml:trace>
  <inkml:trace contextRef="#ctx0" brushRef="#br1" timeOffset="-151668.11">30257 7311 8001 0,'0'0'0'0,"0"-25"8042"16,-2 23-2953 15,-3 36-2808-15,-15 79-497 0,6 27-1424-1,14-140-360 1,-8 161-280-16,8-19-3033 15,3-87-11042-15</inkml:trace>
  <inkml:trace contextRef="#ctx0" brushRef="#br1" timeOffset="-151216.36">30469 7356 13626 0,'-3'-13'1665'0,"10"3"-1721"31,31 26-64-15,-26 27 168 0,-44 21 96-1,-8-25 120 1,40-39-264-16,-34 14 664 15,34-14-664 1,21-9 56 0,49-13-136-1,-16 9 40 1,-30 16-176 0,-42 31 384-1,-48 14 408 1,-6-8 552-1,35-3 977 1,29-7-1033 15,19-17-904-15,43 2 104 0,11-26-1080-1,-24-39-13163-15</inkml:trace>
  <inkml:trace contextRef="#ctx0" brushRef="#br1" timeOffset="-150933.55">30719 7147 8689 0,'-8'-20'6866'0,"-6"7"-1593"15,11 10-4137 1,-9 88 425-1,-4 55-369 1,2 15-1136 15,14-155-56-31,-5 144 56 16,7-66-568 0,4-57-2529-1,12-24-7569 1,-16-10 3488-16</inkml:trace>
  <inkml:trace contextRef="#ctx0" brushRef="#br1" timeOffset="-150823.37">30680 7550 11058 0,'0'-12'4521'15,"8"-13"-2057"1,51-2-1295 0,19 2-1097-1,-15 20-2321 1,-54 19-9409-1</inkml:trace>
  <inkml:trace contextRef="#ctx0" brushRef="#br1" timeOffset="-150684.14">30690 7645 9578 0,'-8'0'4368'16,"16"-2"-1415"-1,55-14-2657 1,18-3-568-1,-52 1-9874 1</inkml:trace>
  <inkml:trace contextRef="#ctx0" brushRef="#br1" timeOffset="-150400.65">30655 7859 11354 0,'0'0'2064'0,"0"-10"785"16,16-1-2449-1,19 30-104 1,-15 41 64 0,-23 4 992 15,3-64-1352-31,-47 36 2113 16,-28-15-121-1,-18-21-23 1,39-42-1457-1,50-35-352 1,97-28-136 0,3 49-15939-1</inkml:trace>
  <inkml:trace contextRef="#ctx0" brushRef="#br1" timeOffset="-148933.24">32022 6158 12258 0,'0'-4'4729'0,"0"-4"-1624"0,0 4-2729 15,9 33 872 1,-5 71 1049 0,-13 75-1089 15,9-175-1208-31,-36 214 408 16,13 10-24-1,12-1-256 1,9-33 392-1,2-65-392 1,0-55-40 0,3-38 40-1,-1-20-56 1,-1-12 176 0,-1 0-248-1,0 0 0 1,0 0 0-1,0 0 0 1,0 0 0 15,-3-4 264-15,-12-11-176 0,-12-13-264-1,-24-20 264 1,-16-14-192-1,9-2-1080 1,27 31 1168 0,20 22 480-1,11 8-656 1,2 3 136 0,4 0 240-1,-2 0-80 1,1 0-16-1,35 0-32 1,40-7 88 0,23-10-144 15,-9-2 120-15,-5 8-512-1,-16 8-288 1,-38 3 640-1,-21 0-72 1,-5 0 224 0,4-1-400-1,1-3 24 1,-7 2 288 0,-7 2-24-1,0 0 0 1,-10 9 328-1,-13 32 272 1,-32 38-168 0,-22 17 184-1,0-19-456 17,44-45 0-17,22-26-376 1,13-6-664-1,23-8-16724 1</inkml:trace>
  <inkml:trace contextRef="#ctx0" brushRef="#br3" timeOffset="-140883.64">6029 8549 15227 0,'-24'-4'3585'0,"12"1"-1913"16,12 3-1672-1,11 28 2712 1,-3 51-1271 0,-3 57-785-1,-5-136-656-15,0 225 592 16,2 94 24-1,15 73-400 17,3 68 56-32,-2 28-344 31,-4-110-24-15,-6-99 120-1,-5-66-64 1,-3-85 8-1,0-65 64 1,0-46 200 0,0-17-232-1,0 0 0 1,0 0 0 0,0-3 56-1,10-3 32 1,29 9 0-1,21-7 40 1,23 27-136 15,19-16-200-15,17-10 240 0,-3-24-32-1,-34 4 0 1,-31 3 144-1,-27-1-144 1,-25-11 304 0,-52-44 113-1,-13-21 191 1,12 5-16 0,15 47-456-1,19 28-272 1,18 15-1857-1,33 2-7025 1,8 23-4633 0</inkml:trace>
  <inkml:trace contextRef="#ctx0" brushRef="#br3" timeOffset="-140761.37">6749 11648 20244 0,'-15'30'1656'0,"-19"26"225"16,-19 15-1417 0,0-25-2433-1,32-28-12418 1</inkml:trace>
  <inkml:trace contextRef="#ctx0" brushRef="#br3" timeOffset="-139746.08">7343 11144 6945 0,'-11'3'2521'0,"-9"3"-1833"0,21-3-104 15,2-1 2136 17,-3-2-2720-17,0 0 0 1,0 0 0-16,-7 0 10363 15,1-2-8099 1,-5-5-608 0,5 0-991-1,2 2-249 1,4 5-416 0,-3 0 224-1,3 0-224 1,0 0 0-1,0 0 0 1,0 0 0 0,0 0 0 15,0-2-176-15,8 2 176-1,22-5 72 1,43-13-384-1,28 14 504 1,10 19-216 0,-21-8-536-1,-42-11-7586 1,-45 3-5865 0</inkml:trace>
  <inkml:trace contextRef="#ctx0" brushRef="#br3" timeOffset="-139426.77">7460 11161 20140 0,'-24'0'1240'0,"-33"7"1097"0,35 37-1361 15,12 40-136 17,-17 79-272-17,-6 31-256 1,33-194-312-16,-11 193 32 15,7-85-280 1,10-101 152 0,43-7 192-1,37-4 136 1,17-10-128 0,-11-4-152-1,-52 5-1944 1,-32-9-15812-1</inkml:trace>
  <inkml:trace contextRef="#ctx0" brushRef="#br3" timeOffset="-139238.45">7312 11641 19372 0,'-3'0'3744'15,"3"-4"-1311"1,11 4-1641-1,68-2 176 1,44-10-1096 0,20 12-2736-1,-143 0 2864 1,114 12-17484-16</inkml:trace>
  <inkml:trace contextRef="#ctx0" brushRef="#br3" timeOffset="-139042.43">8182 11509 19140 0,'-33'33'2288'0,"-30"54"-960"31,-18 34-247-15,17-16-1009-1,13-39-2281 1,25-58-12626 0</inkml:trace>
  <inkml:trace contextRef="#ctx0" brushRef="#br3" timeOffset="-138847.8">7902 11551 16043 0,'0'0'5025'16,"8"25"-2945"-1,29 43-271 1,12 14-1545 0,18 11-512-1,3-23-7802 1,-70-70 8050 0,20 2-10010-16</inkml:trace>
  <inkml:trace contextRef="#ctx0" brushRef="#br3" timeOffset="-138011.36">8344 11630 16283 0,'-8'-18'2745'15,"-25"-5"1079"1,-2 28-1959 0,3 72-1177-1,18 27 120 1,35-31-520-1,-21-73-288 1,41 32 72-16,-2-39-88 16,8-57 0-1,-17-1 32 17,-18 38 72-17,-12 24 0 1,0 27-32-1,18 35-144 1,25-39-8 0,11-47-552-1,-17-26-2329 1,-11-28-2328 0,-17 33 4897-1,-11 34 4361 1,-11 23-992-1,-3 50-1657 1,12 26-672 0,8-2-448-1,10-14-144 1,-8-42-8 15,0-24 8-15,10-72 120-1,19-42-144 1,-10 26-16 0,-7 56 24-1,-13 45-104 1,-4 65 192 0,-1 2-80-1,5-34-64 1,3-44 0-1,7-34 64 1,20-44 0 0,-7 22-8-1,-14 32-24 1,-10 20-16 0,6 33 136 15,2 3-32-16,-1-10-232 1,5-8-1928 0,13-20-6562-1,-8-15-3673 1</inkml:trace>
  <inkml:trace contextRef="#ctx0" brushRef="#br3" timeOffset="-137591.5">8933 11673 12058 0,'13'-12'6970'0,"-4"-5"-2666"0,-9 15-2511 16,3 38-689 0,2 86-96-1,0 58-184 1,-5-180-824 0,0 222 521-1,3-26-441-15,-3-112-80 31,0-88 384-15,-8-126-392 0,8-79 128-1,35-28-512 1,15 76 464 0,-15 114-192-1,-1 63-16 1,3 60 184-1,-27 23 120 1,-33-14-168 0,-29-47-48-1,5-52 80 1,30-89-3425 15,30-26-14419-31</inkml:trace>
  <inkml:trace contextRef="#ctx0" brushRef="#br3" timeOffset="-137384.79">9268 11052 15667 0,'0'0'0'0,"-11"0"7721"0,3 56-3968 15,-1 67-1648 1,9 50-1481-1,1 24-704 1,-1-197 80 0,17 171-768-16,-2-113-10203 15,-1-59 121 1</inkml:trace>
  <inkml:trace contextRef="#ctx0" brushRef="#br3" timeOffset="-137026.7">9404 11549 21628 0,'0'0'0'0,"13"35"1873"16,1-4 1687-1,24-2-1871 1,23-9-1193 0,3-25-480-1,-64 5-16 1,49-53 104-16,-31-7 32 15,-58 21 32 1,-39 52-392 0,-13 73 160-1,45 27 152 1,40-11 232 15,45-44-88-15,36-47-128-1,10-50-224 1,5-58-3129 0,-31-4-14971-1</inkml:trace>
  <inkml:trace contextRef="#ctx0" brushRef="#br3" timeOffset="-136780.12">9838 10966 20980 0,'4'0'816'0,"3"13"2193"16,9 46 1072-1,22 50-2313 1,4 31-1352 0,-17 71-384 15,-25-211-32-31,-46 196 64 15,-56-33-248 1,-36-34-5081 0,93-89-12747-16</inkml:trace>
  <inkml:trace contextRef="#ctx0" brushRef="#br3" timeOffset="-135778.34">11011 10901 18916 0,'0'0'0'0,"-27"-5"4192"0,45 5-2271 15,76-9-41 1,41-5-1360 0,-37 10-560-1,-98 4 40 1,56 0-1472-16,-52 0-6154 16,-62 9-951-1,1-6 11073 16,12 24 5562-15,24 44-4105 0,19 23-2057-1,7 3-1456 1,0 9-352 0,-23 12-48-1,-50-8-352 1,-6-71 280-1,-2-41-80 1,25-48 224 0,29 14 32-1,21 30 88 1,48 6 552 0,29 12 49-1,25-6-481 16,15-4-168-15,5 5-2937 0,-54-4-14891-1</inkml:trace>
  <inkml:trace contextRef="#ctx0" brushRef="#br3" timeOffset="-135450.87">11544 11293 17667 0,'0'0'0'0,"-37"-26"3905"0,4 43-1336 16,-7 77-785-1,14 25-456 1,48-51-1048 0,-22-68-280-1,54 33 16-15,30-53 112 31,0-62-24-15,-43-20 0 0,-41 30 177-1,-71 37-193 1,-16 32-128 0,37 19-481-1,49-22-6776 1,40-5-7826-16</inkml:trace>
  <inkml:trace contextRef="#ctx0" brushRef="#br3" timeOffset="-135133.9">11820 10928 16387 0,'-18'0'5017'0,"-21"3"-1168"31,36-1-2025-15,39 8-439-1,51 2-497 1,39-1-600 0,-126-11-288-16,138 3-56 15,-17-11 496 1,-35-6-640-1,-57 13-2297 1,-32 24-18547 0</inkml:trace>
  <inkml:trace contextRef="#ctx0" brushRef="#br3" timeOffset="-134918.71">12170 10958 17515 0,'0'0'0'0,"-45"4"5241"16,30 57-1552-1,9 56-2097 1,6 36-655 0,0 18-737-1,0-171-200 1,4 139 0-16,6-100-472 15,27-61-8338 1,-24 3-2801 0</inkml:trace>
  <inkml:trace contextRef="#ctx0" brushRef="#br3" timeOffset="-134679.55">12579 11260 21636 0,'-11'0'2409'0,"-14"2"423"16,23-2-1439-1,2-1-2010 1,5 0-17490-1</inkml:trace>
  <inkml:trace contextRef="#ctx0" brushRef="#br3" timeOffset="-134053.04">13270 10991 17795 0,'0'0'0'16,"-44"-11"6234"-16,30 10-4346 16,14 1-1888-1,42-3 760 1,12 0-704 0,-54 3-56-1,19 0 0-15,-27 17-128 16,-62 55 472-1,-29 31-80 1,29-22 144 0,57-57 137-1,23-5-353 1,56-15 16 0,34-32-696-1,-5-25-8842 16,-72 40-1561-31</inkml:trace>
  <inkml:trace contextRef="#ctx0" brushRef="#br3" timeOffset="-133859.8">13449 10866 19300 0,'-21'-22'4185'15,"18"17"-609"1,3 26-2824-1,10 65-383 1,16 41-249 0,-1 34-465-1,-25-161 345-15,2 151-5649 16,10-129-10914 0</inkml:trace>
  <inkml:trace contextRef="#ctx0" brushRef="#br3" timeOffset="-133728.22">13594 11142 19508 0,'0'-1'1448'16,"7"-3"-456"-1,26-1-584 1,4 3-1544 0,-24 20-13427-1</inkml:trace>
  <inkml:trace contextRef="#ctx0" brushRef="#br3" timeOffset="-133487.27">13346 11549 20140 0,'0'4'2456'0,"-7"30"561"15,31 2-64 1,44-15-2033 15,37-4-904-15,8-11-736-1,-113-6 720-15,85-20-12139 16,-65 2 1833-16</inkml:trace>
  <inkml:trace contextRef="#ctx0" brushRef="#br3" timeOffset="-133317.5">14035 10710 22756 0,'-9'0'2057'0,"-37"36"-257"16,-14 55-896 0,9 21-976-1,11-3-3328 1,4-91-11356-1</inkml:trace>
  <inkml:trace contextRef="#ctx0" brushRef="#br3" timeOffset="-133156.77">13922 10976 20484 0,'0'0'0'0,"27"18"1376"15,14-2-1184 1,11-12-944-1,-32-4-13323 1</inkml:trace>
  <inkml:trace contextRef="#ctx0" brushRef="#br3" timeOffset="-132914.35">13747 11258 18091 0,'2'0'2017'0,"46"-10"-1665"15,42-41 376 17,9 21 816-17,-32 46-615 1,-44 49 351 0,-23-65-1280-16,-4 87 984 15,-15-8-584 1,8-26-552-1,5-24-4265 1,0-10-11890 0</inkml:trace>
  <inkml:trace contextRef="#ctx0" brushRef="#br3" timeOffset="-132722.22">13837 11482 21588 0,'-4'27'2089'0,"2"36"919"15,33-20-1015 17,51-29-1241-17,37-51-736 1,-19-7-7010 0,-80 38-5984-16</inkml:trace>
  <inkml:trace contextRef="#ctx0" brushRef="#br3" timeOffset="-131749.22">14696 10931 19460 0,'-20'-7'2976'0,"10"4"745"15,10 40-2785 1,-3 62-392 0,9-21-312-1,-6-57-304 1,0-21 72-16,0-7 264 15,33-100-480 1,26-7-80 0,-1 55 136-1,-19 58 144 1,-21 77 120 0,-29 32 40-1,-39-3 64 1,-4-52-224-1,19-46 104 1,25-28-72 15,29-31-16-15,31 37-48 0,-2 35-24-1,-18 53 72 1,-28 31 0-1,-65 19-16 1,-23-24 32 0,0-60 32-1,23-39-128 1,42-39 160 0,29-2 80-1,50 25-71 1,26 21 791-1,35 8-536 1,17-5-464 15,-11-18-2737-15,-54-23-14795-16</inkml:trace>
  <inkml:trace contextRef="#ctx0" brushRef="#br3" timeOffset="-131462.95">15191 11064 16003 0,'0'0'0'0,"-36"-40"6433"0,36 31-4040 16,2 29-1097 0,2 56-136-1,-10 14-1144 1,6-90-16-1,-4 53 96-15,8-27-96 16,41-19 104 0,36-29-128 15,-3 7-96-15,-25-2-1648-1,-11-18-17156 1</inkml:trace>
  <inkml:trace contextRef="#ctx0" brushRef="#br3" timeOffset="-131206.42">15483 10792 17115 0,'12'-7'5321'15,"-9"9"-2536"1,-3 69-441-1,0 56-831 1,4 69-1009 15,6 22-584-15,-10-218 80-16,10 145-512 16,16-116-5186-1,-5-43-9065-15</inkml:trace>
  <inkml:trace contextRef="#ctx0" brushRef="#br3" timeOffset="-131001.21">15798 10962 22108 0,'-54'11'2681'15,"42"-8"-1345"1,45-3-1288-1,50-12-280 1,-23 14-5065 15,-47 15-9650-31</inkml:trace>
  <inkml:trace contextRef="#ctx0" brushRef="#br3" timeOffset="-130697.09">15811 11104 10722 0,'0'0'0'0,"-17"21"8714"16,6-12-4161-1,17-9-3473 1,39-4-840 0,47-21-120-1,-47 14-72 1,-45 11-48-16,9 13 24 16,-42 12 32-1,-33 30-24 1,-7 12 240-1,23-6 120 1,43-24 16 15,25-14-352-15,30-4 72 0,19-25-288-1,7-38-4321 1,-22-3-11802-1</inkml:trace>
  <inkml:trace contextRef="#ctx0" brushRef="#br3" timeOffset="-130516.46">16023 11170 18948 0,'-37'0'4561'16,"29"6"-2057"0,21 7-1976-1,39-19-248 1,15-30-600-1,-20 7-5633 1,-47 29 5953 0,29-14-15932-16</inkml:trace>
  <inkml:trace contextRef="#ctx0" brushRef="#br3" timeOffset="-130324.52">16209 10785 17427 0,'1'-4'2705'0,"14"-10"3008"16,-15 32-2776 0,-25 91-785-1,3 84-1168 1,14 50-504 0,8-243-480-1,2 246-256-15,23-75-7609 16,-10-142-6042-1</inkml:trace>
  <inkml:trace contextRef="#ctx0" brushRef="#br3" timeOffset="-129318.81">17327 10710 21340 0,'-20'0'1896'0,"7"0"-1007"16,22-2 431 0,60-8-264-1,4 8-944 1,-42 16-2272-1,-31-14 2160 1,0 45-5153-16,-46 8 5129 16,3-12 2128-1,23-20-808 17,26-13-1080-17,51 26-152 1,-8 7-64-1,-35 3 24 1,-32-10 64 0,-22-23-24-1,5-18 72 1,24-52-96 0,31 14-24-1,14 18-104 1,-12 45 8-1,-4 20 200 1,-18 1 209 0,-26 4 79-1,-51 14-336 17,-11-7-16-17,6-25 40 1,27-16 512-1,31-13 208 1,26-2-680 0,45 0 192-1,60 0 304 1,55-4-456 0,-5 1-232-1,-45 7-2488 1,-92 2-13284-1</inkml:trace>
  <inkml:trace contextRef="#ctx0" brushRef="#br3" timeOffset="-129040.17">17370 11316 19692 0,'-13'0'2816'0,"16"-1"-2544"15,64-21 673 1,25-16 87 0,-23 20-456-1,-35 22-648 1,-34-4 72-16,14 71 896 16,-23 50 336-1,-3 10-688 1,18-30-816-1,30-62-4377 1,-19-54-9690 0</inkml:trace>
  <inkml:trace contextRef="#ctx0" brushRef="#br3" timeOffset="-128728.2">18013 10850 18892 0,'-26'-29'3648'16,"-7"25"-3040"-1,0 41 657 1,30 25-441 0,28-5-528-1,21-51-168 1,-46-6-128-16,54-30 240 15,-5-45-24 1,-28 2-152 0,-22 25-128 15,-40 24-5937-15,22 29-7802-16</inkml:trace>
  <inkml:trace contextRef="#ctx0" brushRef="#br3" timeOffset="-128526.83">17807 11078 16147 0,'-6'0'4617'15,"23"20"-2905"1,45-6 1009 0,41-18-1233-1,11-11-1152 1,-28 9-424-1,-86 6 88 1,28 0-4097-16,-44 21-5673 16,11-15 2025-1</inkml:trace>
  <inkml:trace contextRef="#ctx0" brushRef="#br3" timeOffset="-128303.12">17996 11214 7265 0,'0'0'0'15,"-13"6"10994"1,7-6-7161-1,6 26-1680 1,0 26-225 0,0 23-552-1,0-75-1376 1,23 69 1081-16,31-37-401 16,51-37-320-1,1-47-616 1,-45 15-19420-1</inkml:trace>
  <inkml:trace contextRef="#ctx0" brushRef="#br3" timeOffset="-127633.58">19205 10776 16955 0,'-30'0'3793'0,"12"6"-1369"16,25-6-1607-1,76-26 39 1,14 7-720 0,-57 36-136 15,-40-17 0-31,-14 72 448 15,-91 48-160 1,-2-30-232 0,77-84-1056-1,41-58-15236 1</inkml:trace>
  <inkml:trace contextRef="#ctx0" brushRef="#br3" timeOffset="-127385.58">19553 10451 16323 0,'0'0'0'0,"-6"-5"6529"15,-9 71-3752 1,2 45-889 15,7 39-671-15,10 24-1145-1,-4-174-72 1,19 167-592-16,-8-55-7714 16,-32-109-2673-16</inkml:trace>
  <inkml:trace contextRef="#ctx0" brushRef="#br3" timeOffset="-127152.84">19318 11217 21364 0,'-37'29'2225'0,"34"31"1471"15,45 0-1943 1,49-46-969 0,28-30-840 15,-6-22-2017-16,-113 38 2073-15,76-40-20092 16</inkml:trace>
  <inkml:trace contextRef="#ctx0" brushRef="#br3" timeOffset="-126287.42">20496 10644 11986 0,'0'-3'6970'0,"-7"-8"-1937"15,-33 60-3289 1,-39 83-976 0,-24 15-536-1,29-58-320 1,74-89 88-1,-20 18-776-15,40-71-7098 16,18-35-4880 0</inkml:trace>
  <inkml:trace contextRef="#ctx0" brushRef="#br3" timeOffset="-126140.24">20343 10817 8385 0,'19'0'9562'0,"-5"22"-3824"16,14 26-3106 15,20 2-2248-16,9-13-624 1,-20-12-7385 0,-37-25 7625-16,2 0-9394 0</inkml:trace>
  <inkml:trace contextRef="#ctx0" brushRef="#br3" timeOffset="-125907.7">20647 10503 20828 0,'0'-2'2088'0,"-6"-3"2385"16,3 58-2632-1,3 74-1097 1,3 30-376 0,8 26-584-1,-11-183 216 1,16 170-1048-1,8-92-9699 1,-12-75 81-16</inkml:trace>
  <inkml:trace contextRef="#ctx0" brushRef="#br3" timeOffset="-125659.92">20906 10784 20940 0,'-20'-3'3449'15,"7"-2"-2049"1,46-16-648 0,43 0-304-1,-38 50-400 1,-49 54 240 0,11-83-288-1,-85 121 136-15,4-28-184 31,56-77-3816-15,27-40-11524-16</inkml:trace>
  <inkml:trace contextRef="#ctx0" brushRef="#br3" timeOffset="-125439.09">21139 10512 21900 0,'0'-2'2089'16,"0"4"311"-1,-3 74-679 1,13 17-1393 0,15 10-200-1,-8 12-616 1,-17-115 488 0,-1 101-5690-16,-1-87-7809 15,4-28 7522 1</inkml:trace>
  <inkml:trace contextRef="#ctx0" brushRef="#br3" timeOffset="-125339.03">21226 10858 14699 0,'0'-2'2968'16,"13"-17"993"-1,41 5-2337 1,1 5-1407 0,-24 9-4058-1,-18 36-11595 1</inkml:trace>
  <inkml:trace contextRef="#ctx0" brushRef="#br3" timeOffset="-125121.24">21033 11236 17947 0,'0'0'0'0,"-20"29"7146"16,39 22-4194 15,41-25-1783-15,55-29-833-1,0-25-1600 1,-56 10-16852 0</inkml:trace>
  <inkml:trace contextRef="#ctx0" brushRef="#br3" timeOffset="-123615.67">21057 11121 13090 0,'-6'-3'4505'0,"2"-1"-16"0,2 7-2776 15,-1 50-889 1,0 38-584 15,37-30-4329-15,-18-44-7442-16</inkml:trace>
  <inkml:trace contextRef="#ctx0" brushRef="#br3" timeOffset="-123006.84">21643 10776 19468 0,'-16'-8'3560'15,"10"5"-1743"1,3 34-689-1,18 23-904 1,8-18-224 0,-19-30-16-1,-4-6 16 1,0-1 88-16,10-53-200 16,42-8-144-1,4 36 240 1,-25 42-184 15,-25 73 200-15,-52 3 32-1,-17-12-120 1,15-31 328 0,32-44 424-1,16-5-664 1,8 0 896-1,43-5-528 1,3-6-440 0,12-1-1480-1,-21-10-15948 1</inkml:trace>
  <inkml:trace contextRef="#ctx0" brushRef="#br3" timeOffset="-122769.54">22009 10542 21588 0,'-21'-12'5145'16,"-6"53"-3416"0,5 77 15-1,21 35-1000 1,22 15-976-1,2-2 200 1,-23-166 32-16,7 109-2801 16,-10-109-16507-1</inkml:trace>
  <inkml:trace contextRef="#ctx0" brushRef="#br3" timeOffset="-122605.12">22024 10974 23188 0,'0'-1'1905'0,"0"1"-1905"16,30-4 1568 15,52-32-4256-15,-33 19-12460-16</inkml:trace>
  <inkml:trace contextRef="#ctx0" brushRef="#br3" timeOffset="-122279.6">22325 10869 20316 0,'0'4'968'0,"19"-11"-456"16,33-13-96 0,9 0-200-1,-31 15-216 1,-44 21 312-1,14-16-312 1,-74 84 392-16,-10 9 961 31,46-18-489-15,35-43-664 0,46-15 176-1,31-15-56 1,6-13-1200-1,-9-7-11731 1,-61 5 4305-16</inkml:trace>
  <inkml:trace contextRef="#ctx0" brushRef="#br3" timeOffset="-122045.45">22627 10566 19372 0,'-19'-14'5641'15,"16"16"-2769"1,-14 77-815 0,11 64-585 15,6 41-1080-15,27 0-640-1,-27-184 248-15,26 161-1104 16,-21-79-9954-1,-3-78-385-15</inkml:trace>
  <inkml:trace contextRef="#ctx0" brushRef="#br3" timeOffset="-121904.67">22666 10952 21924 0,'0'0'0'0,"-22"-3"2625"15,59 9-2025 1,54-12-7538-1,-55 0-4120 1</inkml:trace>
  <inkml:trace contextRef="#ctx0" brushRef="#br3" timeOffset="-121326.27">23432 10844 20484 0,'-17'0'1968'0,"-19"9"689"0,35-11-1441 16,62-37-984-1,-8 12-176 1,-34 46 120-1,-19-19-176 1,-35 88 360-16,-45 30-80 16,6-20-440 15,16-39-1320-15,48-53-7834-1,12-22-232-15</inkml:trace>
  <inkml:trace contextRef="#ctx0" brushRef="#br3" timeOffset="-121242.14">23336 11052 9586 0,'0'3'7033'16,"3"24"-3192"0,43 16-2817-1,-2-4-1640 1,-31-22-12755 0</inkml:trace>
  <inkml:trace contextRef="#ctx0" brushRef="#br3" timeOffset="-120888.23">23448 11089 17779 0,'0'-2'4801'0,"0"-3"-1960"31,18 3-2393-15,45-26-64-1,12-9-664 1,-24 18-2497-1,-51 19 2777-15,23-17-4529 16,-16-29 3353 0,-3-13 1152-1,6 20 2873 1,-10 30 920 0,0 41-1993-1,-6 59-832 1,0 1-696-1,12-3-248 1,8-22-1928 0,14-66-15868-1</inkml:trace>
  <inkml:trace contextRef="#ctx0" brushRef="#br3" timeOffset="-120681.09">23901 10671 17291 0,'-5'-16'7370'16,"-2"26"-4266"-1,-2 79-1303 1,9 49-993 0,22 30-712-1,19-2-176 1,-41-166 80-16,41 128-6361 15,-15-111-9675 1</inkml:trace>
  <inkml:trace contextRef="#ctx0" brushRef="#br3" timeOffset="-120091.22">24266 10854 21156 0,'-3'-4'1312'15,"-41"-17"921"1,7 23-921 0,-1 55-840-1,22 15-312 1,23-27-72 0,-7-45-88-1,34 36-144-15,2-31-16 16,1-32-144-1,-11-34-80 1,-20 17 440 0,-13 24 232-1,5 17 488 17,5 3-792-17,42-6 64 1,7-15 96-1,-16 4-200 1,-18 0-224 0,-7-26-776-1,6-24-120 1,1 1 1232 0,-14 29 544-1,-4 31 1152 1,-12 64-688-1,-20 85 665 1,8 45-729 0,24-5-656-1,46-58-1104 17,8-111-9210-17,-35-31-2017-15</inkml:trace>
  <inkml:trace contextRef="#ctx0" brushRef="#br3" timeOffset="-119528.98">24620 10792 22596 0,'-5'0'752'0,"-13"2"561"0,61-21-385 16,67-38-320-1,-24 28-592 1,-49 18-56 0,-37 11 40-1,-1 0 128-15,-68 52 0 16,2 17 16 15,37-14-200-15,29-28 24-1,45-23-96 1,10-16 216 0,-15 15-208-1,-23 47 96 1,-47 15 80 0,-30-5-96-1,-14-13 64 1,9-24-152-1,39-27 128 1,14-12 88 0,28-7-160-1,25 13 216 17,19 11 112-17,21 12-208 1,9-1 48-1,-18-10-4401 1,-46-11-10818-16</inkml:trace>
  <inkml:trace contextRef="#ctx0" brushRef="#br3" timeOffset="-119309.77">25111 10492 22700 0,'-12'8'2721'0,"-13"75"-169"16,-1 51-791-1,10 32-1353 1,20 3-448 15,25-22-344-15,-29-147 384-16,16 62-5017 15,11-67-12435-15</inkml:trace>
  <inkml:trace contextRef="#ctx0" brushRef="#br3" timeOffset="-119043.99">25286 10607 17443 0,'0'-5'5089'0,"-12"-10"-1536"15,12 15-3553 1,9 62 1328 0,-1-20-992-1,-1-3-128 1,-7-39-208 0,26 23-16-1,30-21 80 1,6 1-408-1,-18 1-7073 1,-24 13-7986 0</inkml:trace>
  <inkml:trace contextRef="#ctx0" brushRef="#br3" timeOffset="-118699.02">25230 10996 15003 0,'-22'0'4521'0,"20"0"-3601"15,70-11-48 1,16 0 344 0,11-3-888-1,-9-6-256 1,-86 20-72 0,43-23 80-16,-55 22 216 31,-53 52-175-16,-35 23 383 1,45 4 1208 0,31-10-88-1,43-9-367 1,42-26-897 0,28-21-528-1,-5-36-8994 1,-65 22-2593-1</inkml:trace>
  <inkml:trace contextRef="#ctx0" brushRef="#br3" timeOffset="-118091.36">26442 10708 19100 0,'-21'0'3176'0,"12"-4"-1503"16,61-24-1209-1,14 7-488 1,-32 35 616-1,-57 71 128 1,23-85-720 0,-92 122 0-16,-5-13-504 15,54-76-5785 1,40-46-6530 0</inkml:trace>
  <inkml:trace contextRef="#ctx0" brushRef="#br3" timeOffset="-117949.67">26479 10823 18595 0,'1'3'2081'16,"24"45"2112"0,6 4-2961-1,29-4-872 1,-3-46-1432 0,-27-31-18060-1</inkml:trace>
  <inkml:trace contextRef="#ctx0" brushRef="#br3" timeOffset="-117748.78">26734 10480 18499 0,'-4'-18'4041'0,"-4"6"-680"16,6 86-1569 0,2 60-1255 15,13 9-393-16,2 18-473 1,-15-161 329-16,-8 136-5009 16,5-119-4953-1,0-30 3225-15</inkml:trace>
  <inkml:trace contextRef="#ctx0" brushRef="#br3" timeOffset="-117637.16">26760 10961 10282 0,'9'-74'8121'15,"29"15"-4968"1,31 10-2729-1,-6 38-2400 1,-58 55-15588 0</inkml:trace>
  <inkml:trace contextRef="#ctx0" brushRef="#br3" timeOffset="-117384.9">26736 11248 14451 0,'0'0'0'0,"-16"-9"4096"16,40 1-2303 0,12 27-625-1,-16 47-424 1,-34 8-176 0,14-74-568-1,-52 54 1321-15,-33-27-537 16,7-44-176-1,61-66-256 1,57-32-848 0,16 32-13171-1,-36 67 5601 1</inkml:trace>
  <inkml:trace contextRef="#ctx0" brushRef="#br3" timeOffset="-117176.14">27223 10644 21948 0,'-28'-4'3361'15,"28"4"-3361"1,10 3-2041-1,6 0-17595 1</inkml:trace>
  <inkml:trace contextRef="#ctx0" brushRef="#br3" timeOffset="-116961.39">27126 10886 19492 0,'0'0'0'0,"9"-6"1552"15,54-32-1216 16,4 22-160-15,-43 34 256 0,-51 52 985-1,27-70-1417 1,-74 94 312-16,-5-6-1657 16,52-49-15810-1</inkml:trace>
  <inkml:trace contextRef="#ctx0" brushRef="#br3" timeOffset="-116807.4">27218 11019 19796 0,'0'0'0'0,"3"22"3552"15,14 13-1159 1,34-18-1833 0,-7-8-1192-1,-23-12-9722 16,-18-2 896-31</inkml:trace>
  <inkml:trace contextRef="#ctx0" brushRef="#br3" timeOffset="-116510.2">27542 10437 21084 0,'0'-6'1768'0,"-8"-15"1025"16,-2 89-745 0,7 59-815-1,-9 47-225 1,-4 68-224 0,16-242-784-1,-11 244 368-15,20-71-600 31,25-127-1040-15,1-66-14684 0,-18 2 6730-16</inkml:trace>
  <inkml:trace contextRef="#ctx0" brushRef="#br3" timeOffset="-116373.73">27818 11383 21676 0,'0'0'2985'0,"-5"3"1496"16,5-3-4481-1,-3-6-18108 1</inkml:trace>
  <inkml:trace contextRef="#ctx0" brushRef="#br1" timeOffset="132207.62">25795 1376 14531 0,'5'4'840'0,"8"1"3017"16,-1-3-3281-1,4 2 560 1,16-1-296 15,14-3 56-15,-46 0-896-16,98 7-224 15,-19-7 728 1,-29-3-560 0,-4 2-248-1,-29 1 1016 1,-4 0-832-1,-10 4 577 1,-3 5-906 0,-3 51 577-1,-3 34 409 1,-1 33-25 0,7 44-56-1,0 45-480 1,10 168-256 15,-7-62 544-15,-5-80-248-1,-9-30 384 1,-1-34-88 0,-3-14-256-1,6-32 144 1,3 13 112-1,6-21-240 1,0-18-72 0,0-56 56-1,0-7 0 1,3 4 88 0,-3-19-128-1,1-19 24 1,1-5 408-1,-2-4-448 17,0 3 984-17,-6-3-687 1,-34 13-161 0,-44 19 96-1,-34 19 88 1,21-23-368-1,51-30-2833 1,42-41-13330 0</inkml:trace>
  <inkml:trace contextRef="#ctx0" brushRef="#br1" timeOffset="132556.89">26445 2558 12802 0,'-14'-12'5769'0,"33"4"-5168"0,26 7 55 16,21 15-544-1,4-3-1953 1,-40-4-9993-1</inkml:trace>
  <inkml:trace contextRef="#ctx0" brushRef="#br1" timeOffset="132772.04">26426 2781 16459 0,'-8'-1'1456'16,"-6"-1"-968"-1,23 1 457 1,46 6 231 0,38 2-1056-1,9-15-14147 1</inkml:trace>
  <inkml:trace contextRef="#ctx0" brushRef="#br1" timeOffset="133051.77">26680 2458 16371 0,'-3'0'528'0,"-25"-1"2017"32,26 1-993-17,12 7-1800 1,40 16 672-1,17 10-256 1,-67-33-168 0,55 35 352-16,-18 0-200 15,-14 3-216 1,-20 38 512 0,-74 97-136-1,-62 73-4713 1,95-178-5953-1</inkml:trace>
  <inkml:trace contextRef="#ctx0" brushRef="#br1" timeOffset="133745.76">27920 1106 12586 0,'11'-9'2529'0,"9"-7"55"15,1 5-1119 1,4 39 687-1,-18 158-1880 1,-29 121-96 0,22-307-176-16,-24 230-848 15,25-124-14995 1</inkml:trace>
  <inkml:trace contextRef="#ctx0" brushRef="#br1" timeOffset="134029.24">28267 1444 13738 0,'0'0'1033'0,"-20"24"-921"16,-39 31 376-1,-26 16-192 17,22-26 40-17,41-36-192 1,22-9-144-16,-4-2-832 15,17-3 712 1,24 12 1536 0,10 28-184-1,5 19-640 1,10-11-736 0,-1-27-15011-1</inkml:trace>
  <inkml:trace contextRef="#ctx0" brushRef="#br1" timeOffset="134303.61">28463 881 12618 0,'0'-4'3193'15,"3"-7"88"1,0 7-2745 0,7 34 864-1,-3 65-1064 1,4 204-344 0,-11-299 8-16,-5 312-248 15,-8-195-4777 1,10-109-6153-1</inkml:trace>
  <inkml:trace contextRef="#ctx0" brushRef="#br1" timeOffset="134488.94">28512 1459 7785 0,'0'-10'6570'16,"0"-12"-2177"0,1-7-2585-1,14 11-1280 1,23-4-840-1,4 2-544 1,-42 20 856-16,54-18-15644 16</inkml:trace>
  <inkml:trace contextRef="#ctx0" brushRef="#br1" timeOffset="134721.41">28784 899 11650 0,'0'-4'2945'0,"-3"-12"2192"16,-5 2-3889 0,5 12-864-1,3 70 416 1,0 154-840 15,0-222 40-31,-2 359 496 16,-4-111-576-1,2-110-7793 1,10-124-1089-16</inkml:trace>
  <inkml:trace contextRef="#ctx0" brushRef="#br1" timeOffset="135159.46">29069 1465 11690 0,'-3'0'1288'0,"-17"-6"1305"16,10-5-513 0,15-14-2032-1,41-1 464 17,10-2-384-17,-56 28-128-15,63-20-488 16,-7 47 456-1,-75 92 648 1,-55 38-335 0,-8-29-1-1,24-75-16 1,36-55-552 0,22-35 32-1,15 8-313 1,19 27 945-1,3 34-55 1,8-15-217 0,-4-6-385-1,-21-4-5072 17,-17-7-2616-32</inkml:trace>
  <inkml:trace contextRef="#ctx0" brushRef="#br1" timeOffset="135321.9">29071 1620 12834 0,'-17'-3'2649'16,"-17"-6"-553"-1,24-1-1080 1,41 1 233 0,36-6-1177-1,11 10-568 1,-78 5 496-1,69 22-3209-15,-20 28-9962 16</inkml:trace>
  <inkml:trace contextRef="#ctx0" brushRef="#br1" timeOffset="135519.29">29573 1749 15195 0,'0'0'0'0,"15"0"1408"16,14 0-1272-1,-32-3-13891 1</inkml:trace>
  <inkml:trace contextRef="#ctx0" brushRef="#br1" timeOffset="136313.84">28678 2373 15955 0,'0'0'0'0,"0"0"0"0,13 0 4529 15,3 0-4097 1,47-4 16 0,30-3-1992-1,-93 7 1544 1,74-2-17580-16</inkml:trace>
  <inkml:trace contextRef="#ctx0" brushRef="#br1" timeOffset="136800.46">28723 2568 11130 0,'-4'0'984'0,"-14"3"1185"16,19-3-1649 0,41-5 80 15,26-10-344-16,-23-3-392 1,-45 18 136-16,24-5-608 16,-38 33 224-1,-58 47 456 1,-4-1 56 0,28-28 248-1,28-35-432 1,34-7-608-1,42-20 1144 1,0 5-800 0,-11 32 384-1,-33 13-104 1,-39 16 536 0,-42 8-192 15,-24-33-144-16,39-14 296 1,35-11 248 0,22-1-944-1,54-9 904 1,36-7-408 0,0 12-512-1,-10 27-1752 1,-53 10-8619-1</inkml:trace>
  <inkml:trace contextRef="#ctx0" brushRef="#br1" timeOffset="137080.58">28713 3107 13402 0,'0'0'1009'0,"0"-12"1111"15,25-5-1584 1,32 15-624-1,-7 39 112 1,-33-2 664 0,-17-35-688-16,-28 40 1313 15,-45-11 407 1,-12-19 192 0,20-37-631-1,29-16-1057 1,43 2-1137-1,82-30-7704 1,-58 50-209-16</inkml:trace>
  <inkml:trace contextRef="#ctx0" brushRef="#br1" timeOffset="137271.62">29134 2637 15323 0,'0'0'0'0,"0"-4"3401"31,-7 14-1129-15,-34 66-2144 0,-23 50-424-1,-11-34-7218 1,59-80-711-16</inkml:trace>
  <inkml:trace contextRef="#ctx0" brushRef="#br1" timeOffset="137405.61">29024 2822 13762 0,'0'0'0'0,"9"8"1273"16,25 3 967-1,15 1-1560 1,17-14-968 0,-13-4-12674-1</inkml:trace>
  <inkml:trace contextRef="#ctx0" brushRef="#br1" timeOffset="137591.38">29286 2483 15131 0,'-9'-6'3520'16,"4"6"-1559"-1,5 31-1553 1,8 49 24-1,4 55-144 1,-6 56-13459 0</inkml:trace>
  <inkml:trace contextRef="#ctx0" brushRef="#br1" timeOffset="137786.3">29140 3112 14155 0,'-13'-5'3968'16,"9"4"-1951"-1,31 25-169 1,52 3-1120 0,20-20-1768-1,-28-10-14123 1</inkml:trace>
  <inkml:trace contextRef="#ctx0" brushRef="#br1" timeOffset="138083.27">29508 2806 11466 0,'-21'-12'4873'0,"0"-5"-2400"15,-5 46-2465 16,21 58-137-15,18-39-103 0,23-20 256-1,-36-28-24-15,56-20 745 16,-16-44 23 0,-36 2-240-1,-28 28-184 1,1 22-248-1,11 15-4241 1,17 24-8194 0</inkml:trace>
  <inkml:trace contextRef="#ctx0" brushRef="#br1" timeOffset="138298.64">29690 2563 13882 0,'0'-1'3249'16,"-7"-2"704"0,6 25-3273-1,26 107-192 1,-14 104-184 0,-15 33-464-1,4-266 160-15,7 168-2712 16,22-151-10563-16</inkml:trace>
  <inkml:trace contextRef="#ctx0" brushRef="#br1" timeOffset="138565.33">30019 2819 16795 0,'-6'0'1784'15,"-2"-10"1249"1,25-7-2721 0,53-16-64-1,-3 31-536 1,-43 55 312 0,-24-53-24-16,-25 95 176 15,-54-4-128 1,14-49-2448-1,49-39-10371 1</inkml:trace>
  <inkml:trace contextRef="#ctx0" brushRef="#br1" timeOffset="138784.96">30244 2502 15923 0,'0'0'1824'0,"-5"-1"2497"31,5 16-3937-15,9 85 96-1,8 82-336 1,-14 70 48 0,-3-252-192-1,-8 267-1360-15,-26-144-13291 16</inkml:trace>
  <inkml:trace contextRef="#ctx0" brushRef="#br1" timeOffset="138938.88">30290 2933 15315 0,'0'0'0'0,"-35"-20"5641"16,51 6-5145-1,56-11-856 1,32 11-15195-1</inkml:trace>
  <inkml:trace contextRef="#ctx0" brushRef="#br1" timeOffset="139241.19">30654 2505 17043 0,'0'0'0'0,"19"-6"1753"16,-21 26-2530 0,-28 87 1097-1,13-23-232 1,14-35-128 0,3-49 40-1,9 19-104-15,15-16 569 16,31-3 591 15,22-15-1176-15,-1 8-6826-1,-60 11-895-15</inkml:trace>
  <inkml:trace contextRef="#ctx0" brushRef="#br1" timeOffset="139397.93">30579 2991 13298 0,'0'0'0'0,"-30"-8"4945"16,64 0-3112 0,52 1-1201-1,24 7-904 1,-33 2-3873 0,-35 13-7698-1</inkml:trace>
  <inkml:trace contextRef="#ctx0" brushRef="#br1" timeOffset="139706.83">30742 3159 12690 0,'0'0'0'0,"-20"-3"2937"15,24-2-1745 1,26 2-880 0,10 39-168-1,-15 14 0 1,-25-50-144-1,-2 57 560-15,-55-14 56 16,-12-34 409 0,10-45 167-1,31-27 432 1,23 1-1528 0,50 19-480-1,33 23-5441 16,-53 19-3769-31</inkml:trace>
  <inkml:trace contextRef="#ctx0" brushRef="#br1" timeOffset="139855.19">31165 3348 19420 0,'0'0'0'0,"-56"-21"5897"16,57 14-6745 0,13 3-15740-1</inkml:trace>
  <inkml:trace contextRef="#ctx0" brushRef="#br1" timeOffset="143196.43">27344 3589 8905 0,'-20'-5'3969'0,"10"5"0"16,13 0-4049-1,15 11 384 1,9 5-8 0,1 10-408-1,-28-26 112-15,9 71-11154 16</inkml:trace>
  <inkml:trace contextRef="#ctx0" brushRef="#br1" timeOffset="143556.65">27316 3814 6673 0,'-7'8'3049'0,"-5"-1"-17"31,26-7-3056-15,32-2 512-1,-11 6-1136 1,-21 24-784-1,-14-28 1432-15,-7 20 16 16,-17 6 256 0,9-10-80-1,15-5-168 1,16 14 32 0,-7 7 48-1,-32 0 608 1,-40-7 825-1,3-18 1495 1,32-15-535 15,24-52-1761-15,46 5-800 0,23 17-1993-1,-27 31-9329-15</inkml:trace>
  <inkml:trace contextRef="#ctx0" brushRef="#br1" timeOffset="143913.23">27464 3692 14699 0,'-6'-8'2392'0,"1"-3"49"16,4 46-2745-1,13 59 424 1,-7 2-136 0,-1-46-16 15,-4-50 32-31,0 18-1033 16,0-34-2567-1,0-25 2607 1,0 1 1201-1,8 12 617 1,7 0 1071 0,2 3-880-1,23 8-1240 1,-27-4-13635 0</inkml:trace>
  <inkml:trace contextRef="#ctx0" brushRef="#br1" timeOffset="144208.68">27284 4239 12306 0,'0'0'0'0,"-12"0"2953"16,12 0-2953-1,4 15 3032 1,34 16-1303 0,8-9-497-1,-46-22-1232 1,62 9 168-16,13-14-288 15,-13-13-5265 1,-48 12-3617 0</inkml:trace>
  <inkml:trace contextRef="#ctx0" brushRef="#br1" timeOffset="144456.56">27749 3817 14971 0,'0'0'0'0,"-10"0"3296"16,10-3-1191-1,45-6-1689 1,42-9-680-1,-9 0-6618 1,-63 15-1175 0</inkml:trace>
  <inkml:trace contextRef="#ctx0" brushRef="#br1" timeOffset="144886.48">27902 3784 7849 0,'-40'20'2945'16,"14"13"-1057"-1,5 17-1424 1,12-10-280 0,9-24-176-1,2-16 96 1,-2 0-104-16,26-25 232 16,2 5-312-1,8 18 128 1,-17 11-32-1,-7 38 369 1,-40 19 263 0,-37 14-232-1,-12-11-120 17,18-56 112-17,32-23 72 1,35-24-192-1,38 16 480 1,15 9 344 0,15 9-847-1,-2 9-298 1,-1-6-11673 0</inkml:trace>
  <inkml:trace contextRef="#ctx0" brushRef="#br1" timeOffset="145207.83">28040 3814 14891 0,'0'0'888'0,"-3"0"-824"0,4 53 360 31,16 30-376-15,-12 15 144-1,-8-43 16 1,3-55-208 0,-8 15-312-16,2-47-1200 15,6-16 1320 1,9 19 696 0,-1 7 416-1,9 16-624 1,21 0-504-1,8-5-2049 1,-46-11-5000 0</inkml:trace>
  <inkml:trace contextRef="#ctx0" brushRef="#br1" timeOffset="145432.17">28193 3742 10506 0,'-3'-19'3448'15,"0"-4"913"1,3 28-3928 0,10 74 575-1,-2 53 472 1,-4 70-1064 0,-4-202-416-16,9 194 104 15,7-92-928 1,5-97-13075-1</inkml:trace>
  <inkml:trace contextRef="#ctx0" brushRef="#br1" timeOffset="145682.69">28422 3827 15131 0,'-13'-8'1800'15,"10"-10"913"1,29 8-2161 0,24 5-584-1,-20 42 616 1,-20 36-16 0,-10-73-568-16,-32 88 192 15,-39 26-848 1,15-59-13171-1</inkml:trace>
  <inkml:trace contextRef="#ctx0" brushRef="#br1" timeOffset="145831.01">28346 3946 13202 0,'0'0'2497'15,"7"-1"-977"1,43 4-624-1,32 1-1232 1,-17-6-11042 0</inkml:trace>
  <inkml:trace contextRef="#ctx0" brushRef="#br1" timeOffset="146018.83">28687 3632 12754 0,'-12'-7'5505'15,"4"4"-2992"1,9 58-2697 0,16 67 304-1,-5 34-392 17,-12-17-14427-17</inkml:trace>
  <inkml:trace contextRef="#ctx0" brushRef="#br1" timeOffset="146180.58">28697 4143 5721 0,'-2'0'3665'16,"-8"0"1208"0,-41 37-2361-1,-18 23-1024 1,-10 4-1080 0,36-34-384-1,43-30-24 1,-21-27-10938-16</inkml:trace>
  <inkml:trace contextRef="#ctx0" brushRef="#br1" timeOffset="146306.58">28572 4171 6881 0,'10'35'6529'15,"23"22"-2768"1,47-13-2449 15,-14-46-11274-31</inkml:trace>
  <inkml:trace contextRef="#ctx0" brushRef="#br1" timeOffset="146896.2">29169 3696 12394 0,'0'-29'1496'0,"-5"-19"2185"16,0 40-1088-1,-9 38-2489 16,-55 138 656-15,20 41 568 0,49-209-1328-16,-23 205 424 15,48-80-584 1,56-80-680 0,-1-61-12619-1</inkml:trace>
  <inkml:trace contextRef="#ctx0" brushRef="#br1" timeOffset="147432.58">29405 3970 11306 0,'0'0'0'0,"-38"-33"3889"16,13 23-1889 15,-12 49-1960-16,12 33 432 1,25 11-256 0,0-83-216-1,25 47-72-15,-2-22-24 16,-9-31 488 0,-3-52-56-1,-3-13-224 1,3 9-184-1,25 18-40 1,22 15 32 0,2 20-16-1,-25 18-240 1,-26 16 256 0,-51 41 280 15,-18-4-240-16,14-20 200 1,30-5-40 0,17-15 152-1,28-10-87 1,26-3 127 0,-15-5-40-1,3-35-1617 1,-24-15-13610-1</inkml:trace>
  <inkml:trace contextRef="#ctx0" brushRef="#br1" timeOffset="147661.34">29628 3787 9514 0,'0'-18'3280'0,"-4"-14"2433"0,1 25-4304 31,3 56-1185-15,7 57 936 0,-11 65-336-1,4-171-824-15,4 208 208 16,3-69-184 0,11-105-2888-1,9-55-9907 1</inkml:trace>
  <inkml:trace contextRef="#ctx0" brushRef="#br1" timeOffset="148154.15">29870 3841 12426 0,'-7'-6'1721'0,"1"-10"535"15,12 14-3488 1,26 23 1264 15,-21 28 232-15,-47 3-472-1,36-52 208-15,-52 43-936 16,15-26 968 0,20-5 48-1,17-12-80 1,22-5-1121-1,40-12 1233 1,5-2-88 0,-28 13-72-1,-30 12 272 1,-46 43 289 0,-29 18 71-1,20-12-192 16,21-29 440-15,27-13-800 0,35-9 944-1,16-6-784 1,19-25-4681 0,-57 13-2976-16</inkml:trace>
  <inkml:trace contextRef="#ctx0" brushRef="#br1" timeOffset="148315.32">29996 4016 9994 0,'-24'0'4257'0,"14"0"536"15,11 0-4057 1,35-4-440 0,20 1-504-1,-19-1-2761 1,-37 4 2969-1,17-1-13787-15</inkml:trace>
  <inkml:trace contextRef="#ctx0" brushRef="#br1" timeOffset="148509.61">30121 3779 11570 0,'-3'-10'4905'15,"-7"7"-1200"1,10 21-3577-1,-6 74 496 1,6 58-368 0,0 76-336-1,0-226 80-15,11 174-2457 16,-9-148-8977 0</inkml:trace>
  <inkml:trace contextRef="#ctx0" brushRef="#br1" timeOffset="148749.64">30453 3700 15531 0,'0'0'0'0,"-6"0"3281"16,6 23-3249-1,0 62 312 1,6 59-144 0,-4 50-416-1,-2-194 216 1,-4 141-12931-16</inkml:trace>
  <inkml:trace contextRef="#ctx0" brushRef="#br1" timeOffset="149173.53">30519 3911 12754 0,'0'-37'1665'0,"24"-36"-57"16,0 56-1264 0,15 42-456-1,-24 53 680 1,-38 17-224-1,23-95-344-15,-36 59 208 16,3-43 312 0,25-25-376-1,18-17-1144 1,29 15 832 0,-1 26-448-1,-13 52 920 1,-13 8-256 15,-28-27 888-15,-21-11-128-1,-1-35-111 1,17-34-1394 0,41-36-5264-1,-19 43-176-15</inkml:trace>
  <inkml:trace contextRef="#ctx0" brushRef="#br1" timeOffset="149316.98">30675 4025 9442 0,'0'6'4544'16,"0"18"-2543"-1,5 26-665 1,23 22-1160 0,9-25-328-1,19-39-5057 1,-56-8 5209-1,14-5-7385-15</inkml:trace>
  <inkml:trace contextRef="#ctx0" brushRef="#br1" timeOffset="149499.29">30888 3932 13586 0,'0'0'1177'0,"-12"0"295"15,-22 77 536 1,-4 60-335-1,-34 52-777 1,19 8-968 0,53-197 72-1,-13 70-600-15,31-70-14411 16</inkml:trace>
  <inkml:trace contextRef="#ctx0" brushRef="#br1" timeOffset="149724.09">30914 4098 15931 0,'0'-2'2760'16,"2"-2"-751"0,50-7-1305-1,33-12-520 1,-32 27-712-1,-24 1-3817 1,-29-5 4345-16,5 0-11282 16</inkml:trace>
  <inkml:trace contextRef="#ctx0" brushRef="#br1" timeOffset="149911.36">31054 3837 14451 0,'-7'0'1976'0,"2"14"-448"15,-17 60 889 17,17 39-1953-17,7 51-512 1,8-7-11306 0</inkml:trace>
  <inkml:trace contextRef="#ctx0" brushRef="#br1" timeOffset="150264.71">31144 4177 12962 0,'0'0'632'0,"5"0"-151"16,13 0 2343-1,47 5-1464 1,2-10-295 15,-4-45-1345-15,-63 50 280-16,20-50 1064 15,-26 9-280 1,-32 24-288 0,-20 33-840-1,8 65 360 1,11-1 160-1,35-18 112 1,47-15-328 0,16-27 624-1,23-31-2400 1,-4-57-13227 0</inkml:trace>
  <inkml:trace contextRef="#ctx0" brushRef="#br1" timeOffset="150535.09">31483 3675 14091 0,'0'0'0'0,"4"-11"4024"15,8 3-1767 1,24 27-577-1,24 49-424 1,-1 60-975 0,-59-128-281-1,17 184-88-15,-43 10-345 16,-34-66 433 0,30-86-7145-1,25-38-2593 1</inkml:trace>
  <inkml:trace contextRef="#ctx0" brushRef="#br1" timeOffset="150693.92">31933 4426 13258 0,'-21'0'6946'15,"-2"0"-4834"1,11 3-1752-1,14 8-16547 1</inkml:trace>
  <inkml:trace contextRef="#ctx0" brushRef="#br1" timeOffset="165337.2">7071 3118 13314 0,'0'0'0'0,"3"-7"6354"16,-42 1-3042-1,-19 38-1559 1,-6 21-545 0,21-13-648-1,43-40-560 1,-6 18-104-16,14 18 8 16,49 21 64-1,29 39-152 1,-50-16 152-1,-12 37 80 1,-57-21 248 0,-35-67 664-1,-32-45 57 1,7-58-625 15,47-9-320-15,50 15-624-1,59 41-17972 1</inkml:trace>
  <inkml:trace contextRef="#ctx0" brushRef="#br1" timeOffset="165582.27">7242 3287 20460 0,'-38'-1'4009'0,"30"-1"-1281"15,8 71-1239 1,1 74-1065 15,6 40-472-15,-4 5-336-1,-3-188 384-15,-11 122-4673 16,2-116-11267 0</inkml:trace>
  <inkml:trace contextRef="#ctx0" brushRef="#br1" timeOffset="165829.68">7190 3380 13066 0,'0'0'0'0,"12"-86"4705"16,40 42-1344-1,10 39-1577 1,17 38-887 0,-42 51-265-1,-37-3 456 1,0-81-1088-16,-72 78 880 31,-15-56-376-15,33-49-360-1,44-57-3584 1,38 40-11540-16</inkml:trace>
  <inkml:trace contextRef="#ctx0" brushRef="#br1" timeOffset="166067.04">7604 3320 18051 0,'0'0'0'0,"-24"36"3377"16,20 43 336 0,4 38-2081-1,12 27-1368 1,17 8-408 15,-29-152 144-31,12 104-4849 16,-12-95-9154-16</inkml:trace>
  <inkml:trace contextRef="#ctx0" brushRef="#br1" timeOffset="166332.69">7642 3303 13642 0,'0'-14'4593'0,"26"-53"-1544"15,4 48-672 1,26 43-649-1,11 56-584 1,-40 17-368 0,-27-97-776-1,-3 100 905-15,-77-12 39 16,-23-52-584 15,31-48-464-15,54-85-7818-1,20 66-4409-15</inkml:trace>
  <inkml:trace contextRef="#ctx0" brushRef="#br1" timeOffset="167208.9">8487 3066 15723 0,'-22'-5'4521'0,"-11"21"-1617"16,-18 87-2119 0,23 67 727-1,33 5-1040 1,57-37-432-1,-62-138-40-15,90 71-1736 16,-32-67-12843 0</inkml:trace>
  <inkml:trace contextRef="#ctx0" brushRef="#br1" timeOffset="168049.67">9171 3109 11402 0,'0'-22'2584'0,"-13"-14"3002"15,-20 26-1986 1,-8 13-1983 15,-21 60-921-15,15 20-752-1,47-83 56-15,-39 77 216 16,44-37-512 0,50-3 56-1,34 3 88 1,-7 27-128-1,-47 1 280 1,-47-14 352 0,-65-10 632-1,-27-24 96 1,34-40-832 0,50-54-1056-1,32-53-15563 16</inkml:trace>
  <inkml:trace contextRef="#ctx0" brushRef="#br1" timeOffset="168377.96">9159 3396 12898 0,'8'30'3241'16,"40"15"376"-1,5-29-1265 1,9-16-1384-1,-11-21-575 1,-30-8 95 0,-21 29-488-1,-5-38 288-15,-49 14-200 16,-10 27 72 0,10 62 624-1,27 24-16 1,24 6 120 15,40-42-200-15,12-19-736-1,12-36-2624 1,-7-21-15228 0</inkml:trace>
  <inkml:trace contextRef="#ctx0" brushRef="#br1" timeOffset="168665.64">9497 3449 16819 0,'0'-1'1584'0,"0"-10"1209"16,2 19-480-1,8 54-729 1,-5 27-1440 0,-10-3-272-1,5-86 128 1,-16 32 144-16,1-32 728 31,-2-56-728-15,22-18-96-1,32 11-264 1,0 26 400 0,2 24-840-1,-2 32-16572 1</inkml:trace>
  <inkml:trace contextRef="#ctx0" brushRef="#br1" timeOffset="168883.96">9796 3157 22276 0,'-16'-6'2137'0,"-2"-22"-89"31,9 21-1824-15,15 28-2040-1,17 51-9467 1,-22-51 3130-16</inkml:trace>
  <inkml:trace contextRef="#ctx0" brushRef="#br1" timeOffset="169032.49">9813 3418 15531 0,'2'5'1192'16,"5"29"3337"0,-4 36-1944-1,-3 19-2161 1,-4-23-576 0,-15-57-14860-1</inkml:trace>
  <inkml:trace contextRef="#ctx0" brushRef="#br1" timeOffset="169465">10039 3478 12850 0,'0'0'0'0,"7"-55"3193"15,-9 28 2128 1,-15 18-2696-1,-15 38-1745 1,-14 62-776 0,46-91-104-1,-28 110 112-15,29-31-184 16,26-52 128 0,24-50 96-1,-1-57-96 1,-21-6 16 15,-14 14-16-15,-13 56 128-1,-5 19-368 1,0 66 624 0,9-1-312-1,34-31-32 1,11-20-176-1,-5-38-1424 1,4-46-16164 0</inkml:trace>
  <inkml:trace contextRef="#ctx0" brushRef="#br1" timeOffset="169666.9">10317 3118 11298 0,'-2'-70'6225'0,"-4"26"665"31,3 40-3786-15,4 48-2183-1,5 107-297 1,-4 116-320 0,-2-267-304-16,28 276-2201 15,-12-183-14178-15</inkml:trace>
  <inkml:trace contextRef="#ctx0" brushRef="#br1" timeOffset="170270.98">11340 3014 10722 0,'-9'-1'6257'0,"-8"-7"-808"16,15 21-3448-1,-5 99-385 1,4 74-888 0,5 33-744-1,-2-219 16-15,4 181-960 16,-7-110-4697 0,3-89-7090-1</inkml:trace>
  <inkml:trace contextRef="#ctx0" brushRef="#br1" timeOffset="170488.51">11364 3200 14091 0,'4'-52'2416'15,"40"-45"673"1,5 62-1297 0,11 54-1256-1,-9 69-104 1,-43 17-216-1,-8-105-216-15,-57 82 656 16,-2-60-520 0,6-44-3208-1,43 3-9963 1</inkml:trace>
  <inkml:trace contextRef="#ctx0" brushRef="#br1" timeOffset="170841.2">11619 3425 15483 0,'-8'21'2016'16,"-23"31"2081"0,8 36-1648-1,17-15-1705 1,28-41-480-1,12-24-56 1,-34-8-208-16,48-46 0 16,-13-19 272-1,-31 14 8 1,-43 18 8 0,-3 14-344-1,18 18-904 1,37 35-8786-1,-8-31 528 1</inkml:trace>
  <inkml:trace contextRef="#ctx0" brushRef="#br1" timeOffset="171105.11">11809 3478 16843 0,'0'0'504'15,"6"7"1537"1,1 36 1807-1,0 25-2807 1,0 5-657 0,-1-37-312-1,-6-36-72 1,0 3 936-16,-22-60-720 16,17-48-232-1,19 1 264 1,19 55-752-1,13 43-1921 1,-2 12-12890 0</inkml:trace>
  <inkml:trace contextRef="#ctx0" brushRef="#br1" timeOffset="171327.52">12107 3384 12898 0,'-21'0'2713'0,"-30"-4"3000"15,52 4-3713 1,27 13-383 0,43 3-713-1,15-13-808 1,-86-3-96-1,63-1-1000-15,-43-11-16884 16</inkml:trace>
  <inkml:trace contextRef="#ctx0" brushRef="#br1" timeOffset="171512.91">12236 3157 14835 0,'2'-11'5449'15,"1"10"-1568"1,-8 72-737 0,-1 72-1703-1,7 59-1337 1,7 71-17540 0</inkml:trace>
  <inkml:trace contextRef="#ctx0" brushRef="#br1" timeOffset="172081.84">13362 2980 17707 0,'0'0'0'0,"7"-14"5289"0,-7 7-2072 15,0 31-2105 1,0 102-103 0,0 56-609-1,0 27-432 1,0-209 32-16,0 100-1881 15,14-125-16995 1</inkml:trace>
  <inkml:trace contextRef="#ctx0" brushRef="#br1" timeOffset="172315.32">13442 3078 11402 0,'-5'-50'9466'16,"43"-14"-8498"-1,12 41-128 1,16 56-280 0,-40 54-167-1,-55 16 423 1,29-103-816-16,-88 91 1056 16,10-71-688-1,49-54-608 1,51-45-16236-1</inkml:trace>
  <inkml:trace contextRef="#ctx0" brushRef="#br1" timeOffset="172593.77">13627 3271 17011 0,'-8'4'904'16,"4"69"2649"-1,10 25-1032 1,4-21-1681 0,-4-54-264-1,-6-19 1112 1,0-4-1688-16,-6-23 1209 16,-1-36-1169-1,20-38 56 1,25 17-352-1,15 51-3705 1,-11 30-13619 0</inkml:trace>
  <inkml:trace contextRef="#ctx0" brushRef="#br1" timeOffset="172876.62">13867 3435 17827 0,'0'0'0'0,"-5"34"2617"15,-1 16 520 1,4 2-1849 0,28-15-904-1,11-37 96 1,-37 0-480 0,45-62 184-16,-8-25 216 15,-34 12 32 1,-35 28 0-1,-18 23 232 1,16 19-1472 0,27 9-3713 15,39-9-14811-31</inkml:trace>
  <inkml:trace contextRef="#ctx0" brushRef="#br1" timeOffset="173025.39">14060 3312 15307 0,'-12'8'4065'16,"29"-1"-1353"0,37-11-903-1,22-9-1465 1,4 11-1056 0,-34 2-14828-1</inkml:trace>
  <inkml:trace contextRef="#ctx0" brushRef="#br1" timeOffset="173308.12">14345 3182 15347 0,'-3'-6'1392'0,"-25"-78"1449"32,-28-9 2128-17,9 22-1056 1,31 34-2249-1,13 34-1264 1,3 3-400 0,0 78 128-16,0 82-80 15,-3 62-448 1,6 1 816 0,10-85-3073-1,3-126-20812 1</inkml:trace>
  <inkml:trace contextRef="#ctx0" brushRef="#br1" timeOffset="173479.98">14501 3193 19100 0,'-6'-45'4072'15,"4"2"-1487"1,-5 37-2369-1,7 44-1488 1,7 44-8498 0,-5-55 808-16</inkml:trace>
  <inkml:trace contextRef="#ctx0" brushRef="#br1" timeOffset="173600.14">14500 3435 10906 0,'-5'19'3305'0,"-29"57"3760"15,34-17-3968 1,4-23-2609-1,8-21-824 1,5-42-6122 0,-1 5-3944-1</inkml:trace>
  <inkml:trace contextRef="#ctx0" brushRef="#br1" timeOffset="173806.82">14679 2910 18267 0,'-3'0'3905'16,"-3"2"-2216"0,3 71 1327-1,-2 79-1711 1,2 67-929 0,3 2-600-1,0-221 224 1,8 91-2417-16,17-95-14395 15</inkml:trace>
  <inkml:trace contextRef="#ctx0" brushRef="#br1" timeOffset="174199.76">14836 3337 19980 0,'-27'-3'1712'15,"13"3"-176"1,22 25 897-1,29 17-1361 1,16-15-928 0,-1-46 88-1,-52 19-232-15,37-63 40 16,-27-5 96 0,-33 24-24-1,-28 44-368 1,-13 71 416-1,22 37 192 1,36 2 537 0,17-38-321-1,37-37-536 17,18-34-32-17,18-57-216 1,4-51-7450-1,-66 76-4345-15</inkml:trace>
  <inkml:trace contextRef="#ctx0" brushRef="#br1" timeOffset="174451.7">15234 2939 16923 0,'0'0'0'0,"4"-8"2833"16,38 5 1176-1,12 58-1057 1,9 58-1824 0,-43 72-391-1,-20-185-737 1,-48 197 240-16,-41-58-104 31,23-83-552-15,13-83-14788-1,53 24 6162-15</inkml:trace>
  <inkml:trace contextRef="#ctx0" brushRef="#br1" timeOffset="174591">15559 3748 19644 0,'0'0'1928'0,"-9"26"-3560"15,11 2-12419 1</inkml:trace>
  <inkml:trace contextRef="#ctx0" brushRef="#br2" timeOffset="188166.15">2111 5152 9730 0,'6'-34'4481'0,"7"-32"432"16,1 25-2449 15,-1 41 241-15,-3 97-569-1,-14 88-1456 1,4-185-680-16,-33 257-192 16,3-1-1024-1,18-135-14195 1</inkml:trace>
  <inkml:trace contextRef="#ctx0" brushRef="#br2" timeOffset="188473.33">2401 5442 10338 0,'-8'0'7953'0,"-25"18"-6192"15,-15 49-921 1,-18 45-904 15,-4-9 192-15,14-66-192-1,56-37 64-15,-24-26-928 16,31-36-56 0,29 27 912-1,18 35 576 1,10 56 104-1,5-10-496 1,-2-15-312 0,-32-31-12115-1</inkml:trace>
  <inkml:trace contextRef="#ctx0" brushRef="#br2" timeOffset="188849.45">2719 4996 18772 0,'0'-7'2184'15,"-3"4"-520"1,1 102 745 0,-1 68-1649-1,-4 60-760 1,-1 5-1264-1,8-232 1264-15,-15 82-5153 16,5-110-3137 0,8-88 6401-1,15 13 3498 1,8 56 2808 0,4 34-1545-1,8 9-1055 1,0 15-1433 15,7-8-344-15,-4-3-13611-1</inkml:trace>
  <inkml:trace contextRef="#ctx0" brushRef="#br2" timeOffset="189060.45">3029 5013 12770 0,'-4'-24'6418'16,"1"19"-1905"0,3 38-3297-1,0 102 168 1,0 66-840 0,1 67-688-1,-1-268 144-15,9 225-2744 16,3-150-14060-1</inkml:trace>
  <inkml:trace contextRef="#ctx0" brushRef="#br2" timeOffset="189488.25">3199 5397 17723 0,'0'0'0'0,"-63"3"1809"16,66-3-1025 0,30-6-480-1,33-20-176 1,-10 10-104 0,-56 16-24-1,27-2 56-15,-16 50 184 16,-51 59-96 15,-27 38-264-15,-5-10-8-1,51-85-192 1,18-53-480 0,32-12 600-1,27-2 352 1,12 14 56-1,1 12-56 1,-23-9 48 0,-25-3-1272-1,-21 0-10691 1</inkml:trace>
  <inkml:trace contextRef="#ctx0" brushRef="#br2" timeOffset="189657.58">3222 5536 18996 0,'-3'0'1144'16,"29"19"-1104"-1,43-4 1080 1,48-17-1096 0,-56-25-12027-16</inkml:trace>
  <inkml:trace contextRef="#ctx0" brushRef="#br2" timeOffset="190301.05">1256 5611 13234 0,'0'0'0'0,"0"0"0"15,-6-12 6458 1,6-30-6186 0,24-22-144-1,19-7-224 1,-43 71 96-1,58-47 232-15,5 42 664 16,-3 57 48 0,40 74-176-1,-19-92 1825 1,-15-61-1177 0,-4-46-7265-1,-47 56-6322-15</inkml:trace>
  <inkml:trace contextRef="#ctx0" brushRef="#br2" timeOffset="191112.9">3667 5796 12114 0,'-4'-2'1520'0,"-23"-13"4514"15,-2 13-3234 1,4 72-1687 0,7 59 111-1,21-13-992 1,-3-116-232-1,40 104-120-15,10-39-1016 16,-1-58-14916 0</inkml:trace>
  <inkml:trace contextRef="#ctx0" brushRef="#br2" timeOffset="191486.54">3842 5818 17267 0,'-14'-1'2241'0,"-10"-5"1359"15,16-2-2663 1,33 1-1305 0,13 4-257-1,-15 10-1839 1,-23-7 2464-1,-2 41-4777-15,-52 14 3601 16,19-19 2312 15,18-19 1568-15,17-17-2704 0,21-9 1377-1,38-10-1337 1,-25 16-40-1,-23 27 40 1,-26 41-264 0,-26-22-4121-1,26-22-7466 1</inkml:trace>
  <inkml:trace contextRef="#ctx0" brushRef="#br2" timeOffset="191625.7">3873 5992 4208 0,'20'0'3113'0,"22"5"-1593"16,-2 19-1120 0,-34-24-5537-1</inkml:trace>
  <inkml:trace contextRef="#ctx0" brushRef="#br2" timeOffset="191941.01">3902 6042 13586 0,'0'0'1465'15,"0"-2"1279"1,8 7-2488 0,1 28 561-1,-16 27-289 1,-38 4-8 0,45-64-520-1,-58 44 288-15,25-38 0 16,20-10-168-1,19-9-504 1,46-4 592 0,19 13-184 15,3-3-40-15,-13-1-8-1,-20-6-5993 1,-35 10-2609-16</inkml:trace>
  <inkml:trace contextRef="#ctx0" brushRef="#br2" timeOffset="192157.5">4092 5717 17523 0,'-4'-3'3121'0,"1"0"-1369"16,5 55-952-1,14 58 17 1,-2 65-785 0,-6 9-360 15,-8-184 328-31,6 90-6378 16,-4-85-3600-16</inkml:trace>
  <inkml:trace contextRef="#ctx0" brushRef="#br2" timeOffset="192486.52">4249 5897 17707 0,'-5'0'1689'16,"-9"0"1983"0,14 0-3672-1,37-1 433 1,13-10-505-1,-17 6 192 1,-33 5-120 0,3-2 0-16,-34 34 216 31,-38 39-224-15,32-20 280-1,26-16-480 1,22-2 248-1,39-28 56 1,14-4-240 0,1-28-2689-1,-40 8-10922-15</inkml:trace>
  <inkml:trace contextRef="#ctx0" brushRef="#br2" timeOffset="192822.58">4458 5731 16635 0,'-10'-3'4817'16,"7"0"-2568"0,3 59-1729 15,12 33-256-15,2 40-352-1,-12 7-304 1,-2-136 392-16,-3 46-600 15,-7-59 391 1,10-44-135 0,9 10 464-1,9 9-56 1,11 19-48 0,5 6-176-1,-8 7-40 1,-7-17-4737-1,2-14-8610 1</inkml:trace>
  <inkml:trace contextRef="#ctx0" brushRef="#br2" timeOffset="193003.09">4612 5808 8649 0,'0'-12'3265'0,"-13"-21"4761"32,9 26-3785-17,4 44-3617 1,0 61-152-1,0 25-360 1,0-123-112-16,7 128-352 16,7-71-5545-1,-8-57-4962-15</inkml:trace>
  <inkml:trace contextRef="#ctx0" brushRef="#br2" timeOffset="193190.05">4776 5753 16235 0,'0'0'0'0,"0"-3"2408"16,9 9 705-1,44 41-264 17,12 27-1457-17,-13 78-704 1,-52-152-688-1,-37 203-152-15,-51-52-17516 0</inkml:trace>
  <inkml:trace contextRef="#ctx0" brushRef="#br2" timeOffset="194825.95">2724 6518 10482 0,'-20'-11'4881'0,"6"-26"-1128"16,22 20-553-1,-6 18-2031 1,12 60-377 0,-7 88-336-1,-7-149-456 1,-2 154 96-16,3-94-2025 15,12-71-15090 1</inkml:trace>
  <inkml:trace contextRef="#ctx0" brushRef="#br2" timeOffset="195001.21">2851 6430 14667 0,'-19'-7'4153'16,"16"15"-1105"-1,-3 75-767 1,0 53-2073 0,-1 29-24-1,-18-21-5337 1,25-144 5153-16,-8 55-12915 0</inkml:trace>
  <inkml:trace contextRef="#ctx0" brushRef="#br2" timeOffset="195287.41">2608 6878 13570 0,'-11'-4'3497'0,"-1"-8"2128"16,9 12-2784 15,35 15-2513-15,6 55 496-1,19 22-544 1,-57-92-280-16,52 90 176 16,-16-37-168-1,-16-47 272 1,28-47 681 0,64-92-1466-1,18 12-17026 1</inkml:trace>
  <inkml:trace contextRef="#ctx0" brushRef="#br2" timeOffset="197366.91">2054 7585 12178 0,'0'0'0'0,"0"-8"6233"0,-3 1-2168 15,-3 9-3345 16,-3 61-175-15,-20 34-337 0,29-97-208-1,-53 83-128-15,23-56-5114 16,22-58-3703 0,31-31 8032-1,15 31 4634 1,1 29-216-1,12 18-1961 1,3 1-1216 0,-15 4-2576-1,-23-2-8474 1</inkml:trace>
  <inkml:trace contextRef="#ctx0" brushRef="#br2" timeOffset="197713.54">2062 7864 13034 0,'-2'0'3409'16,"-1"3"-1825"0,8 22 345-1,8 28-817 1,-8 9-384 0,-24 8-192-1,19-70-536-15,-54 50 440 16,-5-28-232-1,12-40-408 1,31-6-168 0,23 9 536-1,34 11 320 1,24 27-127 0,17-7-113-1,7-12-208 16,1-9-9338-15,-69 0 504-16</inkml:trace>
  <inkml:trace contextRef="#ctx0" brushRef="#br2" timeOffset="197899.99">2507 7445 15691 0,'0'-2'2880'0,"-8"-5"1913"15,-5 10-2896 1,-19 54-1657 0,-3 49-408-1,-15 5-656 1,50-111 824 0,-23 54-8618-16,16-47-2432 15</inkml:trace>
  <inkml:trace contextRef="#ctx0" brushRef="#br2" timeOffset="198016.43">2389 7693 7009 0,'10'0'4889'0,"35"0"-16"32,5 0-2928-17,15 0-1457 1,24-14-2329 0,-81 12-9177-16</inkml:trace>
  <inkml:trace contextRef="#ctx0" brushRef="#br2" timeOffset="198255.16">2326 7901 17035 0,'-4'0'2337'15,"2"0"-665"1,32 0 1177 0,54-9-1489-1,57-24-712 1,-18 12-592 15,-123 21-56-31,68-4-3905 16,-55 2-5697-1,-13 12 200-15</inkml:trace>
  <inkml:trace contextRef="#ctx0" brushRef="#br2" timeOffset="198365.49">2684 7870 7521 0,'-26'11'7074'15,"7"22"-3354"1,16 25-1095-1,9 33-833 1,22 23-1648 0,16-14-2688-1,-44-100 2544-15,25 21-13027 16</inkml:trace>
  <inkml:trace contextRef="#ctx0" brushRef="#br2" timeOffset="198665.8">3014 7478 15195 0,'-8'-7'3472'15,"-3"-3"433"1,8 8-2184-1,8 51-1089 1,11 70-80 0,-7 57 296-1,-9-176-848 1,14 171 120-16,1-34-312 16,-10-74-5289-1,4-63-8666 1</inkml:trace>
  <inkml:trace contextRef="#ctx0" brushRef="#br2" timeOffset="199135.51">3060 7572 17363 0,'0'-2'1328'16,"0"-38"513"-1,14 21-1017 1,24 17-712 0,5 46 48-1,-14 31 96 1,-29-75-256 0,-1 87 424-16,-36-23-152 15,-3-40 240 1,19-28-79-1,19-16-922 17,33-7 233-17,19 21 32 1,-9 59 288 0,-12 23 48-1,-32 0 272 1,-49-28 409-1,-3-29 911 1,10-45-992 0,31-38-1096-1,23 18-3289 1,32 18-11506 0</inkml:trace>
  <inkml:trace contextRef="#ctx0" brushRef="#br2" timeOffset="199315.33">3271 7777 15371 0,'4'0'1024'0,"28"22"1625"15,-18 11 519 1,14 9-2112 0,10 9-879-1,-1-25-2034 1,-37-26 1857-1,24-2-14715-15</inkml:trace>
  <inkml:trace contextRef="#ctx0" brushRef="#br2" timeOffset="199504.06">3562 7667 13746 0,'-3'0'4185'0,"-7"26"-2400"15,-15 78 1135 1,-7 46-1447-1,-3 30-977 17,9-8-616-17,26-172 120-15,-9 83-1505 16,17-76-16562 0</inkml:trace>
  <inkml:trace contextRef="#ctx0" brushRef="#br2" timeOffset="199754.46">3564 7814 15363 0,'0'0'2000'0,"8"0"-39"16,-1 0 1295-1,47-8-655 1,36-29-2081-1,-9 16-648 17,-81 21 128-32,58-23-6801 15,-52 11-8251-15</inkml:trace>
  <inkml:trace contextRef="#ctx0" brushRef="#br2" timeOffset="199924.83">3752 7595 16315 0,'-20'-3'2425'16,"4"7"263"0,14 75 601-1,7 20-2697 1,16 34-416 0,15-7-632-1,-36-126 456 1,22 59-8826-16,-8-59-752 0</inkml:trace>
  <inkml:trace contextRef="#ctx0" brushRef="#br2" timeOffset="200334.08">3929 7807 16123 0,'0'13'1168'15,"-10"26"473"1,17-12 1311-1,37 4-1423 1,18-15-345 0,-10-18-800-1,-52 2-384 1,34-49 552-16,-14-16-344 16,-27 13 120-1,-29 16-152 1,-4 19-136-1,0 50-144 1,6 67 24 15,28 20 232-15,25-17 256 0,19-55 72-1,18-43 128 1,11-31-368-1,-7-33-1424 1,-30 25-16796 0</inkml:trace>
  <inkml:trace contextRef="#ctx0" brushRef="#br2" timeOffset="201064.15">2658 8758 7961 0,'-10'-5'5001'0,"-17"-20"200"15,-1 17-1112 1,-20 27-2664 0,5 69-1281 15,29 88 896-15,14-176-1040-16,7 235 896 15,124 101-528 1,-21-285-3080-1,-39-73-12476-15</inkml:trace>
  <inkml:trace contextRef="#ctx0" brushRef="#br2" timeOffset="202042.48">2973 8948 7721 0,'-44'0'6850'0,"1"0"-1897"16,26 0-1345-1,18 12-2999 1,42 13-129 0,39-34-152-1,-82 9-328-15,83-52 112 16,-49 10-1208 0,-32 29 767-1,-40 46 49 1,-6 40 280-1,18 12-40 1,19-19-104 0,21-35-2496 15,2-49-2257-15,2-54 2376-1,0 12 2745 1,-1 40 1249-1,3 25-185 1,-2 57-144 0,-13 11-408-1,-24 11-56 1,-38-3-344 0,-3-45 185-1,25-38 231 1,17-21 888-1,24 3-576 1,44-6-191 0,7 14-505 15,9 2-224-15,-1-4-4817-1,-50 7-6362-15</inkml:trace>
  <inkml:trace contextRef="#ctx0" brushRef="#br2" timeOffset="202368.42">3291 8853 17707 0,'23'-9'4457'0,"-16"7"-1440"15,-7 64-2769 1,11 39-360-1,5 36 200 1,-13 2-296 0,-3-139 208-16,-7 45-1000 31,-5-52 175-15,2-52 545-1,15 13 336 1,19 16 513-1,10-1-657 1,19-7 104 0,-30 2-2729-1,-3 13-12778 1</inkml:trace>
  <inkml:trace contextRef="#ctx0" brushRef="#br2" timeOffset="202588.99">3444 8769 15291 0,'0'-3'3256'0,"4"0"1505"16,-4 29-3656 15,9 101-337-15,18 46-400-1,12 48 328 1,-39-221-696-16,56 250-344 15,-20-154-6281 1,-39-113-2729-16</inkml:trace>
  <inkml:trace contextRef="#ctx0" brushRef="#br2" timeOffset="202868.7">3733 8878 14483 0,'-11'-6'2968'0,"11"0"-775"16,24-18-1417-1,29 3-384 17,-14 32-16-17,-19 63 176 1,-20-74-552-16,-16 137 304 15,-27-10 104 1,1-37-7025 0,37-76-2961-16</inkml:trace>
  <inkml:trace contextRef="#ctx0" brushRef="#br2" timeOffset="203017.98">3672 9031 17707 0,'-17'0'2177'0,"13"3"479"16,34-4-999 0,41-15-1161-1,19-19-2377 17,-30 1-14138-32</inkml:trace>
  <inkml:trace contextRef="#ctx0" brushRef="#br2" timeOffset="203179.58">3918 8758 17675 0,'1'0'920'0,"16"0"905"16,-6 24-9 0,20 38-1696-1,6 18-4961 1,-19-47-7153-1</inkml:trace>
  <inkml:trace contextRef="#ctx0" brushRef="#br2" timeOffset="203339.87">4048 9124 13266 0,'0'0'0'0,"-74"100"4713"16,25 0-2032 15,-24 4-2169-15,28-51-944-1,20-47-14467 1</inkml:trace>
  <inkml:trace contextRef="#ctx0" brushRef="#br2" timeOffset="203448.88">3919 9302 14675 0,'2'3'2048'0,"47"20"1825"15,11 2-2233 1,25-18-1280-1,-14-10-14883 1</inkml:trace>
  <inkml:trace contextRef="#ctx0" brushRef="#br2" timeOffset="204035.39">4456 8772 16931 0,'-4'0'2401'0,"0"-1"-609"0,8-1-1224 15,20-10 208 1,25-2-512-1,-19 16 80 1,-30-2-344 0,9 43 705-16,-47 57-129 15,-9-12-328 1,28-57-632 15,22-62-15884-15</inkml:trace>
  <inkml:trace contextRef="#ctx0" brushRef="#br2" timeOffset="204276.17">4627 8527 17395 0,'0'0'0'0,"0"-28"4089"16,0 22-1216-1,5 55-2033 1,15 74-176-1,2 19-584 1,-22-142-80 0,30 161-152-16,-16-90-4233 15,14-76-5617 1,-27-15 2936 0</inkml:trace>
  <inkml:trace contextRef="#ctx0" brushRef="#br2" timeOffset="204386.11">4746 8826 11066 0,'1'-2'2352'15,"20"-18"3434"1,-1 4-4226 0,28 0-1328-1,-11 8-680 1,-10 44-14811 0</inkml:trace>
  <inkml:trace contextRef="#ctx0" brushRef="#br2" timeOffset="204589.15">4606 9195 15891 0,'-11'7'3801'0,"44"36"512"16,33-3-2177 15,21-10-1960-16,5-35-2080 1,-67-56-12211-16</inkml:trace>
  <inkml:trace contextRef="#ctx0" brushRef="#br2" timeOffset="204918.74">4991 8665 19204 0,'0'0'2592'16,"0"-1"-1656"0,27-13-127-1,33-15-473 1,-31 25-400 15,-25 37 208-15,-4-33-144-16,-44 89 280 15,-5-6-24 1,22-36 0 0,25-20 88-1,33-16-72 1,29-24-80 0,2-44-2481-1,-3-23-14818 1</inkml:trace>
  <inkml:trace contextRef="#ctx0" brushRef="#br2" timeOffset="205114.87">5222 8447 12506 0,'-17'-19'6161'0,"4"7"-759"16,9 17-3642 0,4 80-1000 15,14 40-688-16,14 8-128 1,-28-133 56-16,25 163-1744 16,-14-106-5490-1,-9-73-7969 1</inkml:trace>
  <inkml:trace contextRef="#ctx0" brushRef="#br2" timeOffset="205238.34">5281 8824 9858 0,'5'-3'3184'0,"18"-33"3658"16,0 4-4738-1,4 15-1472 1,6 9-592 0,-11 33-4553-1,-20-9-5769 1</inkml:trace>
  <inkml:trace contextRef="#ctx0" brushRef="#br2" timeOffset="205462.96">5130 9201 13354 0,'-35'48'3049'16,"33"0"1640"0,32-12-1240-1,33-18-2569 1,4-9-696-1,-9-34-1512 1,-58 25 1328-16,18-66-15596 16</inkml:trace>
  <inkml:trace contextRef="#ctx0" brushRef="#br2" timeOffset="205735.45">5435 8457 19956 0,'0'0'1408'15,"7"-3"376"1,39 51 1025 0,23 67-1729-1,0 68-704 1,-48 71-240-1,-21-254-136 1,-36 225-16-16,-40-67-456 16,31-121-17860-1</inkml:trace>
  <inkml:trace contextRef="#ctx0" brushRef="#br2" timeOffset="205901.49">5920 9348 21652 0,'-27'7'4049'16,"10"-2"-2769"0,7-5-17475-1</inkml:trace>
  <inkml:trace contextRef="#ctx0" brushRef="#br0" timeOffset="-149425.84">6586 12961 7873 0,'0'-13'1040'0,"0"-6"2449"0,-9 7 1088 31,2 7-1864-15,3 10-2377-1,-20 57-120 1,24-62-216-16,-35 97 464 15,-36 48 568 1,-26 52-400 0,4-20-88-1,-7 8 185 1,-21 74-153 0,-42 98-400-1,-22 2 48 1,-14 22-16-1,-5 27-384 1,23-48 272 0,17-30 304 15,15-47-160-15,3-5-464-1,70-123 648 1,10 15-848-1,20-30-15940 1</inkml:trace>
  <inkml:trace contextRef="#ctx0" brushRef="#br0" timeOffset="-148335.56">6751 12951 14051 0,'-17'-19'2568'0,"-8"-15"593"15,17 0 71 1,3 17-935-1,5 13-1537 1,4 4-776 0,-4 0 16-16,25 10 320 15,4 6-88 1,12 24 8 0,3 5 216-1,3 20 200 1,-4 9-463-1,2 7-25 1,3 7 112 0,4 16-80-1,7-5-96 17,10-11 176-17,2 5-152 1,11 19-88-1,12 20-208 1,12 26 960 0,3 13-496-1,7-13-192 1,6-6-136 0,-7 6 64-1,3 10-48 1,-10-9 48-1,-6-11 16 1,-6-17-48 0,1-17-168-1,7 17 240 17,-3 20-128-17,-8 17-104 1,-11 12 272-1,-7 3-392 1,10 20 208 0,-11-27 24-1,-16-5-16 1,-25-75 296 0,5-16-1832-1,-18-38-15604 1</inkml:trace>
  <inkml:trace contextRef="#ctx0" brushRef="#br0" timeOffset="-147179.01">4097 17466 6353 0,'0'0'0'0,"-5"-7"6905"0,1-3-6024 16,9 8 2151-1,37-7-607 1,17-2-809 0,-59 11-1616-1,67-7 2120-15,6-2-1311 32,3 2 343-17,1 0 96 1,12 2-800-1,14 5 256 1,21 0-408 0,13 0-87-1,3 4 87 1,6-4-160 0,20 0 360-1,25 0-256 1,12 0-256-1,-10-1 168 1,-4-26 48 0,2-10-296-1,4 10 344 1,-1 16-352 15,-14 8-144-15,-14-2 216-1,1-21-128 1,12 9 248 0,-2 8-240-1,-15 9 0 1,-15 7 64 0,8-5-48-1,20-4-208 1,16 2 120-1,7 10 0 1,-16 5 520 0,-16-1-144-1,-16-12-216 17,-32 12 264-17,-53 21-3305 1,-60-13-14219-16</inkml:trace>
  <inkml:trace contextRef="#ctx0" brushRef="#br0" timeOffset="-146275.96">6005 14229 6193 0,'-2'0'1416'0,"-23"0"2521"16,7 0-48-1,11 0-40 1,5-1-2089-1,2 1-1760 1,0 0 0 0,22 0 568-16,13 0 616 15,6-5-415 17,20 2-249-17,40-8-160 1,44-11-376-1,35 3 336 1,17 7-208 0,4 6-16-1,-27 3 56 1,12-14-40 0,-15-10-136-1,-35 8 232 1,-63 15-192-1,-56 21-120 1,-46 75-16300 0</inkml:trace>
  <inkml:trace contextRef="#ctx0" brushRef="#br0" timeOffset="-145079.93">4955 16311 10154 0,'-4'-7'1072'0,"-13"-22"2593"16,4 13-193 0,10 9-1071-1,3 1-1513 1,7-2-520 0,-7 8-368-1,39-21 776-15,10 5-560 16,5 11 64-1,25 4-119 1,35-15 263 0,27-14 128-1,9 10-168 1,-3 2-104 0,8 1-136 15,-8-1 96-16,8-9 224 1,1 19-192 0,8 14-328-1,4 6 144 1,-4-8-232 0,7-6 40-1,9-4 280 1,8 6-208-1,3 0 216 1,3 0-424 0,-14-8 184-1,-23 2 200 1,-12 6-192 0,0 0-24 15,5 0-96-16,-21 0 80 1,-30 0 104 0,-32 9 160-1,-29-5-224 1,-12 5-160 0,-14-6 32-1,-25 22-16436 1</inkml:trace>
  <inkml:trace contextRef="#ctx0" brushRef="#br0" timeOffset="-143709.01">6512 13316 8873 0,'0'0'0'0,"1"-15"4161"16,2 11-736-1,-3 62-1048 1,-10 84-1281 0,8-6-872-1,2-136-224 1,0 125 8-16,0-19-376 16,1-68-6986-1,0-35-207 1</inkml:trace>
  <inkml:trace contextRef="#ctx0" brushRef="#br0" timeOffset="-143558.48">6491 13753 11194 0,'0'-13'1768'15,"-3"-29"841"1,25 8-1273 0,18 7-896-1,22 13-520 1,-17 15-2624-1,-29 2-5450-15</inkml:trace>
  <inkml:trace contextRef="#ctx0" brushRef="#br0" timeOffset="-143314.46">6718 13464 10250 0,'0'-7'2016'0,"0"-7"2649"31,0 11-2016-15,-12 68-1737-1,12 37-600 1,6-5-112 0,-6-97-200-16,10 83 16 15,1-20-488 1,7-38-16188-1</inkml:trace>
  <inkml:trace contextRef="#ctx0" brushRef="#br0" timeOffset="-142815.88">6773 13618 4632 0,'3'-38'5082'15,"-2"13"-930"1,-7 15-519-1,6 28-3105 17,1 52 313-17,26 34-321 1,-27-104-520-16,40 108 80 16,-1-56 48-1,-16-47 48 1,-16-20 1576-1,4-58-880 1,-11 9-576 0,2 25-128-1,-2 29 657 1,1 13-1282 0,25 62 401-1,15 23 96 1,0-37-96 15,10-23 168-15,-11-31 497-1,2-66 623 1,10-80-728 0,-15 6-120-1,0 36-664 1,-23 70-20740-1</inkml:trace>
  <inkml:trace contextRef="#ctx0" brushRef="#br0" timeOffset="-141884.28">6366 16560 9802 0,'0'0'0'0,"-12"-9"4521"0,-11-18 368 15,-12 5-1729 1,-19 16-2376 15,-20 32-399-15,8 6-345-1,66-32-40-15,-34 34-40 16,22-23-425 0,19 31-183-1,41 12 696 1,15 15-88-1,-10 10-88 1,-35-37 576 0,-17 18 24-1,-52 3 97 1,-25-29-129 0,-1-31 600-1,28-57-816 1,37-79-1408-1,76 89-7186 17,-45 41-920-32</inkml:trace>
  <inkml:trace contextRef="#ctx0" brushRef="#br0" timeOffset="-141306.68">6900 16726 13906 0,'0'-17'1385'0,"-11"-38"1463"0,6 36-47 16,5 36-3121-1,15 67 568 17,24 22-408-17,-39-106 160-15,27 58 144 16,-3-38-160 0,-4-7 608-1,23-68 168 1,-18-42-416-1,-5 47-216 1,-15 35-176 0,1 19-496-1,21 49 744 1,5 30-344 0,5-15 376-1,23 3-312 1,-11-42 280-1,-9-26 600 17,2-44-103-17,43-120-737 1,-37 24 408 0,-21 31-272-1,-23 70-4417 1,-4 31-6722-16</inkml:trace>
  <inkml:trace contextRef="#ctx0" brushRef="#br0" timeOffset="-139071.7">5896 14910 11562 0,'-13'-4'1680'0,"-20"-9"3313"15,29 8-2032 1,46-6-3001 0,85-41 560-1,15 23-328 17,-142 29-192-32,128-17-112 15,-39 16-856 1,-76 38-13483-16</inkml:trace>
  <inkml:trace contextRef="#ctx0" brushRef="#br0" timeOffset="-138823.27">5995 14925 15323 0,'-3'-2'1368'0,"-3"-8"-192"15,2 33 425 1,-7 113-89-1,11 24-1176 1,-4-23-96 0,4-137-240-1,0 104-8 1,6-64-544 0,-4-37-4521-1,-2-8-3793-15</inkml:trace>
  <inkml:trace contextRef="#ctx0" brushRef="#br0" timeOffset="-138668.11">5915 15322 8337 0,'0'-6'5850'0,"-6"-20"-2722"15,45-12-2160 1,43 0-503 0,22 24-393-1,3 15-217 1,-107-1 145-1,91 6-15435-15</inkml:trace>
  <inkml:trace contextRef="#ctx0" brushRef="#br0" timeOffset="-138189.96">6430 14947 8913 0,'-5'-18'3921'16,"-14"-7"1144"0,13 19-2712-1,10 23-2529 1,16 81 656 0,9 54 56-1,-29-152-536 1,40 146-8-16,1-69 80 15,-27-64 8 1,-12-16 1640 0,7-83-1304-1,16-31-263 17,3 26-97-17,-8 58-449 1,-6 34-183-1,20 66 520 1,26 46 152 0,14-11-136-1,4-68 168 1,-9-76 480 0,8-97-79-1,1-26-401 1,-22 62-14035-1</inkml:trace>
  <inkml:trace contextRef="#ctx0" brushRef="#br0" timeOffset="-137449.77">7984 15109 13674 0,'-10'-2'1425'0,"-10"-8"591"16,22 7-1136-1,58-7 1017 1,66 12-1169 0,25 9-520-1,-151-11-208 1,144-11 176-16,-33-9-160 16,-44 15-10210-1</inkml:trace>
  <inkml:trace contextRef="#ctx0" brushRef="#br0" timeOffset="-136935.74">9207 14747 13602 0,'-2'-10'2273'0,"-2"6"1064"16,-33 52-1393-1,-8 60-824 1,18 19-1008 0,7 12-272-1,20-139 160-15,-16 104-1016 16,15-75-13371-1</inkml:trace>
  <inkml:trace contextRef="#ctx0" brushRef="#br0" timeOffset="-136519.38">9231 14906 15099 0,'0'-2'2456'0,"0"-4"-2304"31,-3 62 1289-16,11 38-1265 1,27-15-168 0,-8-35 8-1,-27-44-16-15,22 5 120 16,2-27 1200 0,33-88-704-1,13-47-432 1,-1 18-184-1,-39 80 24 1,-25 53-248 0,0 34 744-1,6 66 40 1,6 28-328 15,8-23-72-15,-4-46-200-1,-7-19-8 1,0-20-128 0,15-8-13587-1</inkml:trace>
  <inkml:trace contextRef="#ctx0" brushRef="#br0" timeOffset="-135823.02">10001 14932 14763 0,'0'0'0'0,"-22"-5"5265"0,13-4-2905 16,11 4-2768 0,46 0-168-1,-10 7-13155 1</inkml:trace>
  <inkml:trace contextRef="#ctx0" brushRef="#br0" timeOffset="-135261.24">10259 14759 14275 0,'-15'-1'2184'0,"1"-9"1993"16,11 14-3817 0,13 60-328-1,39 13 48 1,-6-30 8 0,-43-47-88-1,24 14 88-15,-11-10 472 31,4-47-16-15,11-42-352 0,-1-13-72-1,3 41 208 1,-19 39-64 0,-5 22-360-1,19 60 409 1,10 47-145-1,25 14 32 1,12-22-216 0,-8-63 112-1,-10-44 472 1,0-78 160 0,1-54-152-1,-10-4-16 16,-25 32-448-15,-9 71-224 0,-11 29-1824-1,-4 28-12699-15</inkml:trace>
  <inkml:trace contextRef="#ctx0" brushRef="#br1" timeOffset="-128736.84">8962 16210 15275 0,'0'0'0'0,"-36"-10"2048"0,36 1-2104 16,24-14-416 0,14 7-1920-1,-16 14-7347 1</inkml:trace>
  <inkml:trace contextRef="#ctx0" brushRef="#br1" timeOffset="-128550.27">9154 16244 12858 0,'0'0'0'0,"41"0"488"15,-22-12-296 1,25 3-240 0,12 6-128-1,27 1-9386 1</inkml:trace>
  <inkml:trace contextRef="#ctx0" brushRef="#br1" timeOffset="-128393.73">9886 16179 12314 0,'2'-7'1072'15,"64"-20"-688"1,-2 4-232-1,2 19-288 1,11-2-6721 0,-55 5 2048-16</inkml:trace>
  <inkml:trace contextRef="#ctx0" brushRef="#br1" timeOffset="-128236.19">10465 16126 11626 0,'4'-2'1600'0,"38"-5"-1216"15,1 5-176 1,8 27-328 0,25-15-2016-1,-6-11-7810 1</inkml:trace>
  <inkml:trace contextRef="#ctx0" brushRef="#br1" timeOffset="-128068.38">11071 16124 10074 0,'38'-20'1672'16,"30"0"-600"-1,14 6-1016 1,-1 10-8 0,4 4-544-1,-3 0-2128 1,-82 0 2624-16,43-2-5890 15</inkml:trace>
  <inkml:trace contextRef="#ctx0" brushRef="#br1" timeOffset="-127931.33">11776 16074 5009 0,'62'12'5129'0,"1"-5"-912"16,21-12-1225 15,25-11-2488-15,-22 10-728-1,-37 6-11146 1</inkml:trace>
  <inkml:trace contextRef="#ctx0" brushRef="#br1" timeOffset="-127058.15">10266 16327 10202 0,'-15'-27'3368'0,"0"-22"2274"16,0 25-2890-1,-19 44-2440 1,-26 44-192 0,6 17-208-1,54-81 88-15,-42 75-888 16,27-68-9994-1,17-9 4040-15</inkml:trace>
  <inkml:trace contextRef="#ctx0" brushRef="#br1" timeOffset="-126899.7">10259 16227 10202 0,'50'4'3152'15,"21"-1"889"1,20 15-2977-1,-4 20-1048 1,-34-3-2688 0,-46-6-10939-1</inkml:trace>
  <inkml:trace contextRef="#ctx0" brushRef="#br1" timeOffset="-126579.23">10361 16347 10266 0,'0'-3'1000'0,"-21"-28"2233"16,-4-5 263 0,16 22-999-1,9 10-1537 1,0 22-824 15,0-18-136-31,0 79 416 16,-7 53 696-1,5 43-23 1,24-22-921 0,-2-7 40-1,-1 12-208 1,-10-47-320 0,-9-49-569-1,-6-30-17698 1</inkml:trace>
  <inkml:trace contextRef="#ctx0" brushRef="#br1" timeOffset="-126275.78">10080 17269 14083 0,'0'-9'1672'15,"5"-15"2081"1,3 10-1897-1,0 12-32 1,11 15-775 0,17 31-553-1,-36-44-496-15,60 54 528 16,6-8-288 0,-2-24 472-1,-7-37 888 1,-5-50-727-1,15-43-1001 1,3 14-7842 0,-46 78-3769-1</inkml:trace>
  <inkml:trace contextRef="#ctx0" brushRef="#br1" timeOffset="-125520.18">9384 17642 12770 0,'-7'-4'2369'0,"-4"-3"-817"16,29 7-1216-1,46 0-760 1,42 0-4409 0,-34-2-4033-1</inkml:trace>
  <inkml:trace contextRef="#ctx0" brushRef="#br1" timeOffset="-125351.3">10136 17570 10402 0,'0'0'0'15,"10"3"2320"1,35 19-1256 0,23-5-928-1,22-12-704 1,24-6-2080 0,-13-13-6786-1</inkml:trace>
  <inkml:trace contextRef="#ctx0" brushRef="#br1" timeOffset="-125223.11">10893 17570 4953 0,'16'7'3768'16,"39"15"-1815"0,27-15-1433-1,27-10-1208 1,-15-12-8410 0</inkml:trace>
  <inkml:trace contextRef="#ctx0" brushRef="#br1" timeOffset="-125066.8">12094 17624 4256 0,'11'0'3345'16,"62"0"-2633"-1,53 0-5785 1</inkml:trace>
  <inkml:trace contextRef="#ctx0" brushRef="#br1" timeOffset="-122955.71">11277 16554 8817 0,'-38'-22'6186'0,"18"17"-2730"16,19 5-2543 0,51-9-265-1,-6-1-200 1,-15 1-304 15,-29 9-144-31,13-3 8 16,-12 3 80-1,-1 0-88 1,0 0 0 0,0 0 0-1,0 0 0 1,0 0 0-1,-7 0 504 1,7 0-504 0,0 0 0-1,0 0 0 1,0 0 0 0,0 0 0-1,0 0 0 1,0 0 0-1,0 0 0 17,-3 0 192-17,-2 17-240 1,-10 58 304 0,-28 73 672-1,10-6-376 1,2-10-568-1,9-34-8 1,12-65 144 0,12-31 257-1,21-28 143 1,12-10-984 0,4 17-4954-1,-5 19-7056 1</inkml:trace>
  <inkml:trace contextRef="#ctx0" brushRef="#br1" timeOffset="-122274.21">11313 17098 1712 0,'0'0'1016'0,"-4"-3"1033"0,-4 3-1401 15,-9 6 944 1,4 4 2713-1,7-10-128 17,6 0-4177-32,-3 0 3433 15,3 0-3433 1,1 2 1840 0,24 5 40-1,28-2-1087 1,18-5-577-1,14-1-609 1,3-25-6512 0,-50 10-6178-1</inkml:trace>
  <inkml:trace contextRef="#ctx0" brushRef="#br1" timeOffset="-121944.32">11670 16941 12898 0,'-7'-3'2145'0,"-17"-6"1511"15,7 0-903 17,38-14-2529-17,46-11-136 1,-5-5 8 0,-62 39-96-16,27-29 264 15,-20 7-320 1,-40 1 224-1,-28 21-8 1,-18 59-208 0,31-12 272-1,35 0 272 1,18 10-488 0,51-15-168-1,27-19-6361 1,-59-19-2809-1</inkml:trace>
  <inkml:trace contextRef="#ctx0" brushRef="#br1" timeOffset="-121616.09">12091 16777 14755 0,'-19'-5'1112'15,"-32"-15"1432"1,1 23-1855-1,-5 42-585 1,24-23 104 0,31 3-416-1,0-25 208 1,11 27 32-16,19 17 128 16,12 8-232-1,-8-9-160 1,-21-5 368-1,-16-1 184 17,-48-1-312-17,-8-15-216 1,20-18-13307 0</inkml:trace>
  <inkml:trace contextRef="#ctx0" brushRef="#br1" timeOffset="-121283.88">12224 16847 13258 0,'0'0'0'0,"0"-2"2065"16,-29 0-1177 0,-4 17-456-1,-1 20-96 1,-2 7-544-1,36-42 208 1,-12 25-368-16,18-4 176 31,22 4 272-15,9 9-24 0,-10 4 0-1,-11-4-16 1,-12-15 280-1,-7-9-264 1,-11-10-12130 0</inkml:trace>
  <inkml:trace contextRef="#ctx0" brushRef="#br1" timeOffset="-120983.82">12357 16920 9642 0,'0'0'0'0,"13"-3"2248"16,12 0 329 15,13 9-1545-15,-10 33-808 0,-12 6 224-1,-16-45-448 1,-7 41 960-16,-37-25 536 15,-11-15 1241 1,13-48-713 0,27-62-1631-1,51 61-1706 1,15 42-14322 0</inkml:trace>
  <inkml:trace contextRef="#ctx0" brushRef="#br1" timeOffset="-120558.13">12626 16902 9073 0,'0'-5'5250'16,"0"-22"-1706"0,10-1-431-1,7 26-2641 1,-4 37 464-1,-10 45-784 1,-3-80-152 0,-8 119 40-16,-7-37-8 15,8-66 945 1,4-36-849 0,10-63-80-1,43-78-184 1,12 30 8-1,-29 99 40 17,-14 42 184-32,-14 60 216 31,-5-10 528-15,0 14-784-1,8-27-152 1,7-11-2505-1,-9-23-11042-15</inkml:trace>
  <inkml:trace contextRef="#ctx0" brushRef="#br1" timeOffset="-120341.09">13059 17175 14291 0,'0'0'0'0,"1"0"2848"0,0 0 1873 16,-1-2-4633 15,5 1-2056-15,-1-1-10899-16</inkml:trace>
  <inkml:trace contextRef="#ctx0" brushRef="#br1" timeOffset="-120206.87">13243 17219 16819 0,'2'-6'416'16,"5"-5"1345"0,8 6-1641-1,0 5-12491 1</inkml:trace>
  <inkml:trace contextRef="#ctx0" brushRef="#br1" timeOffset="-116541.43">13422 16220 5897 0,'0'-39'4905'16,"7"-20"-1616"-1,-2 16 111 1,-5 28 177 0,1 15-2417-1,2 74-240 1,-3-74-920-16,0 182 1193 15,4 30-465 1,13 3 200 0,-9-83-120-1,-7-2-464 1,2-19-224 0,1-72-48 15,-3-37-144-16,-1-2 72 1,8 0-19108-16</inkml:trace>
  <inkml:trace contextRef="#ctx0" brushRef="#br1" timeOffset="-115643.58">13839 16498 7865 0,'0'0'0'0,"0"-39"7250"0,0 24-1769 16,-13 36-5201 0,-43 79-24-1,20 7-176 16,36-107-80-31,-36 92 72 16,22-54-920 0,17-40-4097-1,38-53-912 1,-16 7 6705 0,-20 23 3833-1,10 7-2153 1,36 9-1840-1,11 6-688 1,-6 31-824 0,-45-11-9994-1</inkml:trace>
  <inkml:trace contextRef="#ctx0" brushRef="#br1" timeOffset="-115229.92">14035 16331 7017 0,'0'-22'5753'16,"-13"-40"369"-1,4 47-3298 1,1 75-2128 0,8 72 160-1,11 34-792 1,-11-166-64-1,28 182 113-15,-17-99 527 16,-6-38-912 0,-5-27-1681-1,0-98-2968 1,12-60 4465 0,-10 41 1544-1,-14 55 1929 16,13 16-1073-15,48-3-1800 0,20 15-304-1,-5 34-3921 1,-50-6-5617-16</inkml:trace>
  <inkml:trace contextRef="#ctx0" brushRef="#br1" timeOffset="-114932.07">14414 16460 12210 0,'0'-4'1424'0,"3"-45"1897"16,4 35-1208 0,12 35-2265-1,-5 35 440 1,-17-4-8 15,3-52-280-31,-27 27 592 16,-29-22 104-1,20-49-336 1,31-19-384 0,17 11-440-1,6 41-7650 1,-14 24 801-16</inkml:trace>
  <inkml:trace contextRef="#ctx0" brushRef="#br1" timeOffset="-114789.92">14352 16518 9145 0,'-7'23'2713'15,"1"15"1200"1,9 20-3153 0,13 0-384-1,-5-39-520 1,24-31-4369 15,-35 12 4513-31,22-29-10170 0</inkml:trace>
  <inkml:trace contextRef="#ctx0" brushRef="#br1" timeOffset="-114506.85">14470 16596 7921 0,'0'-2'4113'16,"-3"-5"1296"0,3 24-5377-1,0 40 192 1,-3-4-8-1,-46 6 64 1,49-59-280 0,-73 47 136-16,3-36 305 15,27-24-121 1,36-8 960 0,34-19-144-1,59-1-784 16,17 15-168-15,13 20-240 0,-34 44-952-1,-58 4-12659 1</inkml:trace>
  <inkml:trace contextRef="#ctx0" brushRef="#br1" timeOffset="-114228.78">14470 16890 11834 0,'0'0'0'0,"-38"-5"5409"15,37-20-3720 1,38 5-1481 0,15 38-160-1,-28 14 272 1,-24-32-320 0,22 53 152-16,-18-1 408 15,-46-29 304 1,-25-12 1088 15,14-45-1175-15,42-87-1266-1,100 20-15250 1</inkml:trace>
  <inkml:trace contextRef="#ctx0" brushRef="#br1" timeOffset="-113844.77">14752 16579 11394 0,'-30'-25'7978'0,"30"-4"-4730"16,47-3-2616-1,23 23-520 1,-30 33-208 15,-33 38 80-15,-7-62 16-16,-73 97 120 15,-17-9-256 1,54-41-480 0,32-43-4857-1,40-27-2593 1,0 4 8427-1,-8 10 4920 1,-5 2-2177 0,6 14-2328-1,8 11-519 1,-3 0-4250 0,-16-18-8154-1</inkml:trace>
  <inkml:trace contextRef="#ctx0" brushRef="#br1" timeOffset="-113592.16">14995 16441 14075 0,'-4'-17'3672'16,"-12"-5"1609"-1,13 19-4208 1,3 63-969-1,5 49 24 1,6 22 104 0,-11-131-232-1,6 125-288-15,-5-79 560 16,-1-22-3041 0,3-36-12370-1</inkml:trace>
  <inkml:trace contextRef="#ctx0" brushRef="#br1" timeOffset="-113476.82">15025 16699 6977 0,'0'-42'10186'16,"13"5"-5969"-1,25 21-3569 1,47 35-13547 0</inkml:trace>
  <inkml:trace contextRef="#ctx0" brushRef="#br1" timeOffset="-112598.42">15277 16445 12354 0,'-3'0'2193'0,"-6"-9"3456"0,48-22-4313 31,51 7-1216-15,-11 10-320 0,-40 10-1944-1,-39 4 2144 1,5 7-3225-16,-62 29 3145 15,-4 8 384 1,28 7-192 0,27-15-248-1,32-25-168 1,34-34-4601 0,-11-18 3257-1,-28 16 4784 1,-20 22-567 15,-6 42-2321-15,-18 31 120-1,-10-12-144 1,-13-17 64 0,-18-15-152-1,19-26 408 1,24-16 776-1,25-9 25 1,60 3-1217 0,30 15-192-1,3 24-144 1,-48 27-2633 0,-35-18-7553-1</inkml:trace>
  <inkml:trace contextRef="#ctx0" brushRef="#br1" timeOffset="-112415.07">15241 16949 12762 0,'-11'-8'4729'0,"-5"0"-96"16,23 7-3545-1,59-4-351 1,49 2-425-1,19-1-3577 1,-134 4 3265-16,73-6-14587 16</inkml:trace>
  <inkml:trace contextRef="#ctx0" brushRef="#br1" timeOffset="-111681.07">15756 16484 12002 0,'0'-1'1920'0,"-2"-3"617"31,17 4-3137-15,21 11 616 0,-16 14-80-1,-7-2-32 1,-13-23 96-16,-4 17 264 15,-13 1 128 1,7-18 8 0,10 0-400-1,11 6-1456 1,26-11-833 0,1-4 601-1,-31 9 1416 1,-46 44 1024-1,-39 14 832 17,15-18-511-17,52-16-937 1,19-19-16 0,49-10 184-1,1-12-208 1,-23 14-296-1,-20 18 0 1,-24 37 520 0,-34 17-232-1,8-31 560 1,-16 12-344 0,-14-15-32-1,21-23 328 1,18-15-744-1,32-24 96 17,41 8 1120-17,20 9 185 1,29 7-945 0,9 3-256-1,-18-5-11755 1</inkml:trace>
  <inkml:trace contextRef="#ctx0" brushRef="#br1" timeOffset="-111428.71">16034 16477 13802 0,'-18'-9'3257'0,"-2"-10"1040"0,41-2-2697 16,52 6-1560 15,-27 31-144-15,-35 38 32 0,-11-54 72-16,-74 101-184 15,-19-12-184 1,49-60-1904-1,45-24-12011 1</inkml:trace>
  <inkml:trace contextRef="#ctx0" brushRef="#br1" timeOffset="-111316.81">16054 16637 10386 0,'0'0'1424'0,"22"14"-440"16,3 19-440-1,-2 5-1224 1,-10-25-7802-1</inkml:trace>
  <inkml:trace contextRef="#ctx0" brushRef="#br1" timeOffset="-110946.64">16119 16636 11986 0,'0'0'0'0,"-6"-8"6377"15,6-2-4128 1,44-11-2177-1,2 8-80 1,-8 6-536 0,-38 7 544-1,14-2-1681-15,-4-19-1847 16,-4-16 2071 0,-6 8 3098-1,-11 2 2232 1,6 21-761-1,2 25-3528 1,-3 39 496 0,12 9-80 15,7-19-352-15,-3-33-5913-1,1-13-4706-15</inkml:trace>
  <inkml:trace contextRef="#ctx0" brushRef="#br1" timeOffset="-110789.09">16385 16429 6985 0,'0'0'0'0,"0"-39"11787"15,-3 27-7923 1,-3 24-3568 0,-3 67-96-1,6 46-256 1,3-125 56-1,1 135-424-15,-4-50-5777 16,-1-68-3105 0</inkml:trace>
  <inkml:trace contextRef="#ctx0" brushRef="#br1" timeOffset="-110524.84">16200 16885 11362 0,'0'0'0'0,"-37"-7"5577"16,31-2-1112-1,31-15-3073 1,43-2-896 0,10 7-440-1,-78 19-56 1,47-2-56-16,-27 35-24 16,-10 15 417-1,-10 14 47 1,0 10-672-1,4-25-4337 1,1-33-5690 0</inkml:trace>
  <inkml:trace contextRef="#ctx0" brushRef="#br1" timeOffset="-110193.49">16575 16399 15787 0,'0'0'0'0,"-28"-9"4697"16,28 7-4113-1,45 6-504 1,43-4 152 0,-38 0-488-1,-50 0 256 1,11 10-376-16,-67 37 520 15,-26 10-184 1,33 5-40 0,37-18 8 15,20-4-120-15,39-14 320-1,7-14-120 1,12-12-15827-1</inkml:trace>
  <inkml:trace contextRef="#ctx0" brushRef="#br1" timeOffset="-110007.86">16592 16593 15099 0,'0'0'2872'0,"2"-11"33"16,41-10-2737-1,28 17-152 1,-5 21-1080 0,-54-14-10283-1</inkml:trace>
  <inkml:trace contextRef="#ctx0" brushRef="#br1" timeOffset="-109830.7">16465 16958 11962 0,'0'0'0'0,"-24"0"5633"16,7 0-2008-1,58 0-544 1,71 0-2385 0,40-8-936-1,-40 8-16268 1</inkml:trace>
  <inkml:trace contextRef="#ctx0" brushRef="#br2" timeOffset="-107175.85">6733 12925 11938 0,'-28'-47'3041'0,"15"-46"-673"15,67 36-2352 1,9 44-400 15,27 14 16-15,34 30-9858-1</inkml:trace>
  <inkml:trace contextRef="#ctx0" brushRef="#br2" timeOffset="-107035.74">7502 12812 11282 0,'6'-8'1552'16,"55"-19"-1168"-1,34 16-304 1,23 7-344-1,4 3-1360 1,-60 1-6290 0</inkml:trace>
  <inkml:trace contextRef="#ctx0" brushRef="#br2" timeOffset="-106881.88">8555 12759 8457 0,'16'-1'432'15,"93"-11"337"1,15 32-1098 0,-17-3-4928-1,-23-17 2489 1</inkml:trace>
  <inkml:trace contextRef="#ctx0" brushRef="#br2" timeOffset="-106674.62">9676 12785 9642 0,'0'0'0'0,"104"-23"608"15,11 11-528 1,-29 12-152 0,-6 0 192 15,20 22-672-16,-70-19-4858-15</inkml:trace>
  <inkml:trace contextRef="#ctx0" brushRef="#br2" timeOffset="-106578.72">10654 12812 13314 0,'0'0'0'0,"24"-19"2473"15,63 11-11723 1</inkml:trace>
  <inkml:trace contextRef="#ctx0" brushRef="#br2" timeOffset="-106160.21">7522 14175 9802 0,'-6'-4'1120'0,"-8"-8"2249"16,20 7-3161 0,68-10-136 15,46 6-320-16,34 12-6514 1,-117-3 1801-16</inkml:trace>
  <inkml:trace contextRef="#ctx0" brushRef="#br2" timeOffset="-106005.5">8445 14039 6177 0,'23'-2'2552'0,"67"-20"-607"16,-15 21-1665-1,10-5 256 1,26-26-280 0,8 18-344-1,-63 18-6633 1</inkml:trace>
  <inkml:trace contextRef="#ctx0" brushRef="#br2" timeOffset="-105838.71">9351 14068 7865 0,'16'-6'2361'16,"65"-38"-801"0,17 31-1464-1,5 16-128 1,10 4 64 0,6-17-112-1,-69-13-6457-15</inkml:trace>
  <inkml:trace contextRef="#ctx0" brushRef="#br2" timeOffset="-105687.87">10395 14086 9185 0,'14'-6'1713'0,"72"-31"399"16,35 26-1968 0,28 0-296-1,-101-12-6537 1</inkml:trace>
  <inkml:trace contextRef="#ctx0" brushRef="#br2" timeOffset="-103424.33">8135 13121 11794 0,'0'0'0'0,"-30"-2"5337"0,22-8-1960 16,14 13-3121 0,46 21-248-1,-2 9-192 1,-50-33 184-1,27 29-6465-15,-25-26-4634 16</inkml:trace>
  <inkml:trace contextRef="#ctx0" brushRef="#br2" timeOffset="-103057.95">8166 13248 8929 0,'-17'5'5114'16,"-6"-1"-313"0,19-8-3705-1,41-6-1032 1,7 7-288-1,-24 28-64 1,-20-25 288-16,-6 44-344 16,-26-8 64-1,16-13 328 1,16-20-96 0,6 10 96-1,17 32 64 1,-9-2 88-1,-30-15 56 17,-25-10 488-17,2-20 1232 1,-1-35-912 0,29-12-879-1,36 19-522 1,34 3-1799-1,-29 22-10147-15</inkml:trace>
  <inkml:trace contextRef="#ctx0" brushRef="#br2" timeOffset="-102767.36">8357 13025 11866 0,'0'-3'1576'0,"0"-21"3265"15,0 23-2968 1,0 59-249 0,1 56-704-1,11 81-624 1,-12-195-296-16,15 196-16 15,-4-90-72 1,-5-79-288 0,-31-56-18428-1</inkml:trace>
  <inkml:trace contextRef="#ctx0" brushRef="#br2" timeOffset="-102611.25">8374 13409 15227 0,'-9'-18'3561'0,"1"-15"-1241"15,33 7-1792 1,51 12-536 15,18 14-4217-15,-73 5-5169-16</inkml:trace>
  <inkml:trace contextRef="#ctx0" brushRef="#br2" timeOffset="-102280.96">8699 13215 12938 0,'0'-3'1657'0,"-5"-37"-41"16,54-11-360 0,20 26-1152-1,-36 16-152 1,-18 29 40-1,-15-20 8 1,-35 69 304-16,-61 26-176 31,26-8 432-15,47-51-39 0,44-22-521-1,51-14 336 1,21-3-488-1,-49-1-10715 1</inkml:trace>
  <inkml:trace contextRef="#ctx0" brushRef="#br2" timeOffset="-102118.84">8623 13612 8913 0,'-11'-4'9466'0,"6"-1"-7289"15,61-7-1041 1,61 3-1032 15,-7 18-496-15,-42 2-12899 0</inkml:trace>
  <inkml:trace contextRef="#ctx0" brushRef="#br2" timeOffset="-101828.22">9105 13121 11658 0,'0'-2'1912'0,"0"-10"-687"16,13 31-1161 0,3 50 264-1,-32-5-72 1,-29-27 248-1,45-37-504 1,-51 5 1544-16,18-56-191 31,32-8-1305-15,45 6-313 0,15 41-1839-1,-58-7-5770-15</inkml:trace>
  <inkml:trace contextRef="#ctx0" brushRef="#br2" timeOffset="-101602.47">8912 13466 14307 0,'0'0'1392'0,"-1"-7"-8"16,52-27-664-1,21 20-408 1,-11 8-312-1,-38 28 24 1,-23-22-24 0,-27 68 504-16,-46 13-399 31,11-30-370-15,32-38-10057-1</inkml:trace>
  <inkml:trace contextRef="#ctx0" brushRef="#br2" timeOffset="-101345.32">9225 13047 15779 0,'0'0'0'0,"0"0"2320"15,3 28-927 1,13 62-225-1,-9 48-656 1,-7 10-680 0,0-148 168 15,-13 92-416-31,-28-52-16676 16</inkml:trace>
  <inkml:trace contextRef="#ctx0" brushRef="#br2" timeOffset="-101224.69">9084 13547 13882 0,'0'0'0'0,"0"-11"4649"16,21-10-3136-1,35 7-1353 1,10 10-1416 0,-39 1-10195-1</inkml:trace>
  <inkml:trace contextRef="#ctx0" brushRef="#br2" timeOffset="-100990.97">9397 13016 13330 0,'-3'-12'3281'15,"-14"-3"224"1,14 53-1985-1,-1 80-400 1,0 76-784 0,1 12-472-1,3-206 136 1,14 87-1824-16,5-69-10667 16</inkml:trace>
  <inkml:trace contextRef="#ctx0" brushRef="#br2" timeOffset="-100417.85">9623 13326 12618 0,'4'-61'4049'0,"-8"-9"672"15,-19 55-3641 17,-23 42-872-17,2 44-432 1,37-14 280-1,7-57-56-15,14 60 8 16,23-36-8 0,-5-20 0-1,4-26-120 1,-19-15 160 0,-12 13 64-1,-5 14-64 1,4 5-24-1,33-14-120 1,16 0 80 0,-17 5-48 15,-18-2 128-15,-13-12-56-1,-5-36-64 1,10-21 32-1,2 9 328 1,-6 40-32 0,-6 29 753-1,1 35 399 1,-1 71-664 0,0 59-464-1,0 31-376 1,5-74-272-1,7-44-17740 1</inkml:trace>
  <inkml:trace contextRef="#ctx0" brushRef="#br2" timeOffset="-100256.58">10061 13379 18091 0,'-30'-21'6978'0,"30"13"-4442"16,0 10-2912-1,26 51-14771 1</inkml:trace>
  <inkml:trace contextRef="#ctx0" brushRef="#br2" timeOffset="-99672.4">10582 13040 14931 0,'0'-7'2720'0,"-7"-1"-823"15,7 88 111 1,6 88-1312 0,-10 33-632-1,-4-78-72 1,8-123 8-1,-10 51-1688-15,5-52-14171 16</inkml:trace>
  <inkml:trace contextRef="#ctx0" brushRef="#br2" timeOffset="-99321.93">10599 13223 9618 0,'0'0'0'15,"23"-80"6049"1,39 28-4345-1,-12 73-1376 1,-13 46-200 0,-31 15 192-1,-6-82-320 1,-46 89 432-16,-36-30-95 16,24-50-105-1,41-36-32 1,14 11-200-1,4 19 72 1,28 37 928 0,31-1-504-1,17-8-288 17,-12-18-776-17,-35-13-10995-15</inkml:trace>
  <inkml:trace contextRef="#ctx0" brushRef="#br2" timeOffset="-99141.73">10880 13109 17147 0,'-3'-2'1520'0,"-2"-3"2001"15,29-4-2224 1,74-4-833-1,4 13-456 1,-40 27-857 0,-62-27 849-1,18 48-16291-15</inkml:trace>
  <inkml:trace contextRef="#ctx0" brushRef="#br2" timeOffset="-98927.16">10888 13229 16179 0,'0'0'1864'16,"0"19"929"0,0 37-897-1,1 49-943 1,-1 8-593 0,-7-23-360-1,7-90 0 1,0 26-304-16,6-41-4794 15,5-13-7176 1</inkml:trace>
  <inkml:trace contextRef="#ctx0" brushRef="#br2" timeOffset="-98775.13">10901 13462 6801 0,'-2'-19'7250'0,"-1"-2"-425"16,7 11-5289 15,62-15-720-15,28 0-672-1,-7 24-1904 1,-87 1 1760-16,19 0-15763 0</inkml:trace>
  <inkml:trace contextRef="#ctx0" brushRef="#br2" timeOffset="-98510.9">11425 13032 15803 0,'-6'-20'4393'0,"-13"-3"160"15,9 42-3473 17,-43 92-1024-17,-26 74 448 1,-11 43-376-1,90-228-128-15,-58 163 96 16,54-112-2240 0,-10-63-9515-16</inkml:trace>
  <inkml:trace contextRef="#ctx0" brushRef="#br2" timeOffset="-97147.44">11633 13097 11562 0,'-13'-1'1200'0,"-15"-31"2545"15,19 15-536 1,16 10-3041 0,56 7 16-1,-17 26-160 1,-46-26-24-1,8 36 160-15,-45 24-104 16,-35-17 72 0,15-26 80-1,31-10-80 1,22-7-200 0,50-17-208 15,33 1 264-16,-36 20-272 1,-49 19 304 0,-73 41 144-1,-10 7 160 1,44-25 768 0,42-14-888-1,43-15-152 1,52-20 8-1,16-35-2648 1,-82 34-7346-16</inkml:trace>
  <inkml:trace contextRef="#ctx0" brushRef="#br2" timeOffset="-96807.61">11745 13251 14251 0,'-8'0'3800'0,"4"-8"-695"16,25-6-2777 0,28 7-304-1,-14 0-128 1,-8-21-2633 0,-27 28 2737-16,17-44-7721 15,-14-8 7417 1,-14 15 3953-1,-2 17 1432 1,11 14-2961 0,-8 65-1304-1,5 30-568 1,8 13-168 0,6-8-144 15,0-38-728-16,0-48-12435-15</inkml:trace>
  <inkml:trace contextRef="#ctx0" brushRef="#br2" timeOffset="-96604.43">11973 13003 13242 0,'-7'-11'4945'16,"-11"9"-1336"-1,1 87-2169 1,14 48-1087 0,11 38-265-1,8-32-593 1,-16-139 505-16,24 59-15579 16</inkml:trace>
  <inkml:trace contextRef="#ctx0" brushRef="#br2" timeOffset="-96346.53">12087 13136 13426 0,'0'0'0'0,"0"-22"4905"15,10-7-2216 1,41 15-2497-1,-21 21 0 1,-30 54-112 0,0-61-80-1,-70 109 248-15,-17 4-384 16,41-47-2136 0,39-58-9347-1</inkml:trace>
  <inkml:trace contextRef="#ctx0" brushRef="#br2" timeOffset="-96179.81">12122 13273 14179 0,'0'0'0'16,"3"-2"3400"-1,13 16-1535 1,11 22-1553 0,9-3-264-1,-19-45-15956 1</inkml:trace>
  <inkml:trace contextRef="#ctx0" brushRef="#br2" timeOffset="-95979.04">12299 12958 16363 0,'0'0'3369'0,"-3"1"-1785"15,3 67-224 16,8 44-583-15,-1 50-641 0,-7 23-176-1,0-185 40-15,3 79-2713 16,7-68-10650-16</inkml:trace>
  <inkml:trace contextRef="#ctx0" brushRef="#br2" timeOffset="-95822.32">12565 13073 14467 0,'0'0'0'0,"-20"-1"2768"15,-22 58-1864 1,-2 16-800 0,2 7-3488-1,28-66-4514 1</inkml:trace>
  <inkml:trace contextRef="#ctx0" brushRef="#br2" timeOffset="-95693.5">12481 13193 11722 0,'21'0'3137'16,"15"0"-121"0,9 26-2416-1,-2 17-744 1,-20-4-10634-1</inkml:trace>
  <inkml:trace contextRef="#ctx0" brushRef="#br2" timeOffset="-95491.63">12403 13469 15011 0,'0'0'0'0,"-13"-7"4217"15,20 6-1481 1,72-16-1624 15,32-4-1040-15,-7 6-1352-1,-56 11-11755-15</inkml:trace>
  <inkml:trace contextRef="#ctx0" brushRef="#br2" timeOffset="-95287.15">12795 13051 12642 0,'-10'-4'4313'0,"-9"-3"-1224"16,21 6-1649 0,54 1-1368-1,21 8-624 1,-31 17-13787-1</inkml:trace>
  <inkml:trace contextRef="#ctx0" brushRef="#br2" timeOffset="-94958.3">12805 13195 11442 0,'-10'6'2809'15,"9"-6"335"1,29 0-2296-1,7-1-632 1,12-3-152 0,-35 4-160-1,-12 0 96-15,-19 16 240 16,-57 57-135 0,4 3 199-1,39-23-216 1,26-19 32 15,10-17 464-15,25-2-48-1,36-12-136 1,13-27-312 0,2 5-15067-1</inkml:trace>
  <inkml:trace contextRef="#ctx0" brushRef="#br2" timeOffset="-94751.57">12991 13291 13986 0,'-9'-1'4297'0,"-5"-4"72"15,14 4-4513 1,49-3 288-1,9-11-264 17,-26 7-4793-17,-28 6-4593-15</inkml:trace>
  <inkml:trace contextRef="#ctx0" brushRef="#br2" timeOffset="-94541.44">13090 13062 11890 0,'0'-15'2625'0,"0"-10"3168"16,-2 25-4049 0,2 47-1096-1,-10 50 377 1,-8 63-361 0,18-160-664-1,-9 151 192-15,11-83-376 16,14-42-1185 15,1-29-12169-31</inkml:trace>
  <inkml:trace contextRef="#ctx0" brushRef="#br2" timeOffset="-94250.3">13365 13546 12674 0,'0'0'0'15,"-30"-6"10755"1,24-1-8555 0,13 7-2680-1,18-1-13843-15</inkml:trace>
  <inkml:trace contextRef="#ctx0" brushRef="#br0" timeOffset="-75134.17">11940 14127 13258 0,'-2'0'3025'0,"0"-2"384"16,41-25-2745-1,48 6-600 1,-4 15-112 0,-47 31-2521-1,-39-25-6009 1</inkml:trace>
  <inkml:trace contextRef="#ctx0" brushRef="#br0" timeOffset="-74816.34">11869 14200 13666 0,'-3'-3'2145'16,"3"4"-1105"-1,0 54 800 1,-3 54-679 0,-15 11-313-1,15-68-672 1,3-52-176-16,4 26 16 15,13-13 120 1,30-10 280 0,27-27-104-1,4 14-272 1,-22 2-96 0,-36-2-4009-1,-20 5-5225 1</inkml:trace>
  <inkml:trace contextRef="#ctx0" brushRef="#br0" timeOffset="-74680.17">11924 14396 17579 0,'0'0'0'0,"-15"-6"4913"16,19 2-4257-1,68-14-712 1,25 13-1888-1,-51 8-10483 1</inkml:trace>
  <inkml:trace contextRef="#ctx0" brushRef="#br0" timeOffset="-74271.37">12367 14216 10866 0,'3'-43'3273'0,"10"-23"1183"15,-13 49-967 17,-21 22-2577-17,-30 50-880 1,18-10-64 0,33-45 32-16,-3 33 0 15,22 2-80 1,8 12 96-1,23 23 8 1,-15-23-88 0,-21-13 48-1,-47 0 152 1,-36-18 40 0,5-16 81-1,48-21-57 1,39-22-2145 15,14 27-11330-31</inkml:trace>
  <inkml:trace contextRef="#ctx0" brushRef="#br0" timeOffset="-74056.74">12560 14200 12386 0,'0'0'0'0,"0"-39"5193"16,0 25-1240 0,2 53-3233-1,-1 54 120 1,-1 36-487 0,0-129-353-1,5 113 40-15,0-63-929 16,-5-42-13298 15</inkml:trace>
  <inkml:trace contextRef="#ctx0" brushRef="#br0" timeOffset="-73839.95">12570 14221 11954 0,'-2'-16'1280'16,"7"-31"409"-1,44 12-809 1,12 33-568-1,-12 65 216 1,-26 28 272 0,-23-91-800-1,-31 91 816-15,-25-49-359 16,24-36-265 0,32-31-12131-1</inkml:trace>
  <inkml:trace contextRef="#ctx0" brushRef="#br0" timeOffset="-73644.02">12872 14372 14195 0,'-19'-1'5489'16,"16"-4"-1841"-1,48-1-3295 1,64-1-409 0,-3-3-14203-1</inkml:trace>
  <inkml:trace contextRef="#ctx0" brushRef="#br0" timeOffset="-73295.54">13285 14114 7937 0,'-18'-1'7018'16,"0"-6"-1505"-1,18 4-4497 1,39 13-560 0,39-10-160-1,-7-4-368 1,-71 4 72-1,34-5-4313-15,-43 2-7361 16</inkml:trace>
  <inkml:trace contextRef="#ctx0" brushRef="#br0" timeOffset="-72985.89">13398 14118 4873 0,'-20'3'5993'16,"-12"32"-2544"0,8 29-513-1,11 34-2040 1,-10 15-728-1,-20-30-96 1,43-83-72-16,-33 26 304 16,15-29 257-1,8-30-209 1,15 0-88 0,32 8-88-1,-7 12 648 1,22 12 400-1,11 1-1064 17,14 11-176-17,-26-17-10010 1,-46 5 2432-16</inkml:trace>
  <inkml:trace contextRef="#ctx0" brushRef="#br0" timeOffset="-72753.37">13605 14086 13082 0,'0'-6'2433'0,"-6"-16"2816"16,0 37-3985 0,-3 66-320-1,-7 58-191 1,6-11-561-1,10-128-192 1,6 69-24-16,18-57-5194 31,-11-13-4752-31</inkml:trace>
  <inkml:trace contextRef="#ctx0" brushRef="#br0" timeOffset="-72518.6">13602 14142 12874 0,'0'0'0'0,"-3"-28"3793"16,15 10-2505 0,42 23-624-1,2 50 497 1,-23 34-449 0,-33-89-712-1,7 123 344-15,-51-23 456 16,-19-43-488-1,46-42-400 1,-1-40-11570 0</inkml:trace>
  <inkml:trace contextRef="#ctx0" brushRef="#br0" timeOffset="-72290.99">13909 14098 13050 0,'-3'0'3401'15,"-1"-7"848"1,35-7-1921 0,46-2-1855-1,-1 5-313 1,-33 26-945-1,-43-15 785 1,-15 39-18067-16</inkml:trace>
  <inkml:trace contextRef="#ctx0" brushRef="#br0" timeOffset="-72086.94">13929 14139 11914 0,'0'0'0'0,"-3"-2"1648"0,-3-2 3818 16,-3 19-3690-1,4 41-416 1,1 41-408 0,-6 34-559-1,10-131-393 1,-6 101 112-16,4-42-481 16,14-69-13634-1</inkml:trace>
  <inkml:trace contextRef="#ctx0" brushRef="#br0" timeOffset="-71908.01">13896 14319 14018 0,'0'-1'3153'16,"0"-7"-472"0,23 5-1385-1,41 3-664 1,4 25-488-1,-3-4-1072 1,-65-21 928-16,58 18-13491 0</inkml:trace>
  <inkml:trace contextRef="#ctx0" brushRef="#br0" timeOffset="-71672.36">14378 14362 18427 0,'-16'-9'4305'16,"1"-8"-248"-1,28 7-3857 1,48 13-5617-1,-41 1-6209-15</inkml:trace>
  <inkml:trace contextRef="#ctx0" brushRef="#br0" timeOffset="-70565.63">15052 14118 6329 0,'-7'-9'5233'0,"-20"-25"-1040"16,1-1-1056-1,-5 24-1409 1,-19 37-1536-1,-33 44-40 1,83-70-152 0,-49 46 56-16,28-6-72 31,28 1-24-15,43 8 104-1,17 10 0 1,-4-4-48-1,-39-13-64 1,-42-20 224 0,-58 4 288-1,-17-20 1265 1,43-44-785 0,48-2-824-1,68 4-2625 1,-13 33-11034-1</inkml:trace>
  <inkml:trace contextRef="#ctx0" brushRef="#br0" timeOffset="-70308.32">15118 14176 11010 0,'0'-18'3969'0,"-3"-8"376"16,3 27-2081 0,-3 61-896-1,3 41-911 1,0 9-281 0,0-112-176-1,0 69-176-15,0-53-14900 16</inkml:trace>
  <inkml:trace contextRef="#ctx0" brushRef="#br0" timeOffset="-70073.05">15111 14192 13114 0,'0'0'0'16,"3"-56"4225"0,43 16-1536-1,10 33-2033 1,7 55-152-1,-32 49 144 1,-31-97-648 0,-13 124 552-16,-44-30-224 15,-6-49-48 1,30-37-384 0,13-59-18156-1</inkml:trace>
  <inkml:trace contextRef="#ctx0" brushRef="#br0" timeOffset="-69847.69">15436 14015 14403 0,'0'0'0'0,"-6"-13"5465"16,3 14-3697-1,6 58 25 1,6 54-1153 0,-16 48-104-1,7-161-536 1,-20 143 184-16,24-98-944 16,23-48-13603-1</inkml:trace>
  <inkml:trace contextRef="#ctx0" brushRef="#br0" timeOffset="-69551.76">15682 14087 14707 0,'0'-11'3184'0,"-6"10"-1271"32,-31 59-1649-17,-26 38-280 1,-15 1-80-1,43-68-288 1,35-29 384-16,-3-11-1121 16,29-23 625-1,1 31 992 1,0 22 1081 0,8 31 191-1,15-11-1416 1,1-4-696-1,-21-33-12107 1</inkml:trace>
  <inkml:trace contextRef="#ctx0" brushRef="#br0" timeOffset="-67962.72">15928 14154 6849 0,'0'-6'4825'0,"-5"-9"352"31,-7 8-2088-16,-14 29-2745 1,-2 17-8 0,19-3 48-1,9-36-384-15,7 24 120 16,22-16 328 0,13-16 72-1,-20-11-240 1,-17-4 184-1,-8-2-304 1,-10 6-200 0,4 11 56-1,9 6-256 17,3 2 128-32,11 0 152 31,4 0-64-16,16-7 144 1,-11-11-56 0,-5-7-8-1,-3-11 0 1,-9 22 80 0,-6 13 120-1,0 1-256 1,-6 37-56-1,-3 30 217 1,6 15-105 0,3-20-32-1,12-36-673 1,11-24-13186 0</inkml:trace>
  <inkml:trace contextRef="#ctx0" brushRef="#br0" timeOffset="-67739.18">16205 13929 10242 0,'1'-3'5841'0,"-4"-4"-536"15,3 21-4609 1,0 72 825-1,-11 51-257 1,-6 43-688 0,17-180-576-1,0 139-24-15,8-72-952 16,-8-31-12747 0</inkml:trace>
  <inkml:trace contextRef="#ctx0" brushRef="#br0" timeOffset="-67051.03">16730 14046 7849 0,'0'-24'8594'0,"-3"-24"-2257"0,-6 38-3400 15,-9 36-2913 1,-34 77 192 0,-9 22-176 15,61-125-40-31,-32 65-56 15,32-53-440 1,55-52-2897 0,-4-8 1625-1,-34 38 1864 1,-10 13 480 0,9 31-256-1,4 1-320 1,2-11-1432-1,-18-23-14380 1</inkml:trace>
  <inkml:trace contextRef="#ctx0" brushRef="#br0" timeOffset="-66871.05">16710 14219 13986 0,'0'0'0'0,"-14"-21"6634"16,11 7-3113-1,33-6-3385 16,23 3-120-15,-10 14-160 0,-43 3 144-1,36-2-2873-15,-34-4-9162 0</inkml:trace>
  <inkml:trace contextRef="#ctx0" brushRef="#br0" timeOffset="-66666.56">16902 13952 11786 0,'-3'-26'5769'15,"-3"9"-72"1,-1 29-4936 0,-5 58-233-1,10 36-240 1,3 11-216 15,-1-117-72-31,6 99-56 16,0-35-4257-1,-5-59-6113-15</inkml:trace>
  <inkml:trace contextRef="#ctx0" brushRef="#br0" timeOffset="-66101.55">16693 14482 8025 0,'-10'-31'8426'16,"11"6"-7082"0,44 1-824-1,6 16-496 16,-11 29-96-15,-30 14 112 0,-10-35-40-16,-21 43 240 15,-45-5-160 1,20-17-64 0,29-18 433-1,17-3-449 1,38-9-473-1,21-11 385 1,-16 6-88 0,-19 4-40-1,-42 15 120 1,-49 30 224 0,-2 14 1385-1,63-35-1033 16,15 6-56-15,42-11 344 0,22-9-488-1,17-20-12611 1</inkml:trace>
  <inkml:trace contextRef="#ctx0" brushRef="#br0" timeOffset="-65883.49">17011 14145 15771 0,'0'-5'2224'0,"-3"-20"121"0,27 13-2217 16,25 27-160-1,-35 29 656 1,-39 17 72 15,25-61-696-31,-41 65 408 16,1-17-568-1,32-38-12066 1</inkml:trace>
  <inkml:trace contextRef="#ctx0" brushRef="#br0" timeOffset="-65573.28">17095 14203 16011 0,'0'-6'2945'0,"-3"-27"-985"16,45 9-1640-1,20 14-384 1,-38 19-304 0,-27 30-320-1,3-39 688 1,-63 55-296-16,6-27 328 31,28 0 144-15,26-19-136-1,34 4 480 1,26-16-168 0,-11-17-464-1,-10-10-4577 1,-33 16-3785-16</inkml:trace>
  <inkml:trace contextRef="#ctx0" brushRef="#br0" timeOffset="-65355.69">17268 14002 9089 0,'-11'-20'9554'0,"3"9"-5681"16,5 41-3729-1,-3 51 152 1,0 24-56 15,9 8-200-15,-3-113-40-16,10 75-208 15,9-68-4897 1,-15-7-4225-16</inkml:trace>
  <inkml:trace contextRef="#ctx0" brushRef="#br0" timeOffset="-65152.73">17359 14029 11370 0,'0'0'0'0,"0"-39"6937"16,-7 35-2392 0,7 39-3872-1,-12 58 743 1,-2 40-784 0,14-133-632-1,-19 173 128-15,8-45-384 16,44-97-6169 15,-16-31-3642-31</inkml:trace>
  <inkml:trace contextRef="#ctx0" brushRef="#br0" timeOffset="-64624.45">17516 14080 7401 0,'0'0'0'0,"-17"-41"10074"15,11 20-6785 1,16 11-3033 0,43 2-192-1,-6-6-56 1,-28 11-160 0,-19 3 152-16,0 7-392 15,-53 54 672 1,-15 6-168 15,50-41-200-15,21-17 136-1,39-11 240 1,2 1-344 0,-24 26-96-1,-20 16 200 1,-43 1 32-1,-8-6-32 1,8-12-56 0,20-22 80-1,17-7 216 1,12-2-144 0,31-15-184-1,25 16 168 1,3 6-168-1,13 9-240 17,-17-5-8450-17,-55-8 1353-15</inkml:trace>
  <inkml:trace contextRef="#ctx0" brushRef="#br0" timeOffset="-64434.61">17784 13878 13418 0,'0'-5'3609'0,"-10"-11"1488"16,4 28-4265-1,-3 64-143 1,6 30-521 0,-8 43-144-1,11-149-24 1,-24 160-1041-16,-6-89-13610 15</inkml:trace>
  <inkml:trace contextRef="#ctx0" brushRef="#br0" timeOffset="-64260.95">17558 14443 13642 0,'0'0'0'0,"-3"-3"6866"15,3 0-3753 1,3 9-3057-1,38 22 336 1,39-9-184 0,-80-19-208-1,104 0-3281-15,-79 0-7361 0</inkml:trace>
  <inkml:trace contextRef="#ctx0" brushRef="#br0" timeOffset="-63922.22">17877 14118 15435 0,'0'-5'2216'15,"-12"-17"2177"1,31 11-4105 0,42 1-312-1,-15 8-32 1,-41 14-312-1,-5-12 368 1,-45 64-16-16,-25-4 240 16,37-14-128-1,29-25 112 1,25 15 8 0,34-25 8-1,9-11-3376 1,-32-5-9187-1</inkml:trace>
  <inkml:trace contextRef="#ctx0" brushRef="#br0" timeOffset="-63624.16">18062 14036 12522 0,'-3'-4'2905'16,"-6"-13"3008"-1,6 31-5345 1,3 55-48-1,0 30-480 1,-11 17-72 0,11-116 32-1,-7 60-48-15,7-57 192 16,9-50-512 0,2-13 552-1,0 5-120 1,6 27 64-1,10 13-320 17,1 6-3553-17,-11 6-8033-15</inkml:trace>
  <inkml:trace contextRef="#ctx0" brushRef="#br0" timeOffset="-63421.48">18179 13943 12922 0,'0'-2'2361'0,"-6"-6"4336"16,0 16-5305 0,-8 65-407-1,9 27-177 1,-4 47-472 0,9-147-336-1,-2 154-24-15,27-83-2201 16,-2-64-11505-1</inkml:trace>
  <inkml:trace contextRef="#ctx0" brushRef="#br0" timeOffset="-62815.25">18272 14025 13602 0,'0'-18'2257'16,"7"-17"-713"-1,26 27-1048 1,23 8-496 0,-21 22-96-1,-29 8 144 1,-6-30-48 0,-48 49 320-16,-14-13-32 15,42-19-408 1,20-15-296-1,26-2 264 17,8-5-88-17,-21 3-120 1,-13 2 360 0,-24 35 200-1,-24 17 96 1,34-11-320-1,16-24 56 1,22-14 536 0,30-19-352-1,-25 12-224 1,-16 28-160 0,-28 29 336-1,-43 6 241 1,-16-11-153-1,15-19-112 17,40-22 664-17,20-9-104 1,68-20 608 0,71-3-32-1,7 16-1095 1,-20 31-13836-1</inkml:trace>
  <inkml:trace contextRef="#ctx0" brushRef="#br0" timeOffset="-62084.62">19033 13948 13050 0,'0'-1'1289'0,"-2"-8"3136"15,-31 39-2945 1,-35 78-112 0,7 16-1096-1,17-21-320 1,44-103 48 0,-22 44-224-16,35-59-1072 15,45-62 312 1,-12 11 1424-1,-36 50 1520 1,-7 14-584 0,26 39-935 15,28 13-345-15,-21-14-369-1,-28-20-15114 1</inkml:trace>
  <inkml:trace contextRef="#ctx0" brushRef="#br0" timeOffset="-61748.33">19085 13969 7633 0,'6'-66'8506'16,"8"18"-1673"0,-12 38-4848-1,4 59-1649 1,-6 72-112-1,0 44-40 1,0-165-184-16,-6 195 32 31,0-127-160-15,6-71-784 0,25-90-1513-1,-3-28 2545 1,2 28 640-1,19 28-71 1,17 45-649 0,5 37-2393-1,-52 0-8161-15</inkml:trace>
  <inkml:trace contextRef="#ctx0" brushRef="#br0" timeOffset="-61093.59">19416 13965 13330 0,'0'0'0'15,"11"-43"4201"1,5 32-3081 0,10 52-791-1,-18 19 135 1,-27-1-168-1,19-59-296 1,-44 30 376-16,10-18 16 16,14-39-392-1,18-11-400 1,5 26 208 0,-6 36 192-1,-21 39 896 1,24-2-408-1,7-9-384 1,22-38-376 0,29-56-2769 15,-13-21 25-15,-27 32 3912-1,-16 21 2257 1,-9 27-2337-1,-26 46-400 1,-3 3-248 0,-14-13-96-1,-22-8-144 1,21-18 120 0,37-27 592-1,34-17 112 1,71-28-464-1,21 10-264 1,-25 32-152 0,-50 38-2080 15,-65 8-11347-15,12-38 9306-16</inkml:trace>
  <inkml:trace contextRef="#ctx0" brushRef="#br0" timeOffset="-60877.12">19494 14401 3736 0,'-50'17'7402'0,"23"-14"-1409"0,30-4-3440 0,28-7-1905 16,11 21-608-1,-26 35 24 1,-16-48-64-16,-21 53 400 16,-24-21 528-1,6-26 104 1,11-39-496-1,40-27-696 1,54-6-14315 0</inkml:trace>
  <inkml:trace contextRef="#ctx0" brushRef="#br0" timeOffset="-60593.79">19799 13925 14403 0,'0'-6'2640'0,"2"-23"-103"16,63 3-2233-1,-3 20-208 1,-50 39 168-1,-54 33 1080 1,42-66-1344 0,-76 80 456-16,2-4-352 31,11-42-11754-15</inkml:trace>
  <inkml:trace contextRef="#ctx0" brushRef="#br0" timeOffset="-60457.68">19877 14037 15979 0,'0'0'0'0,"28"0"1032"15,13-1-568 1,4 8-472 0,-24 18-1200-1,-19 10-8746 1</inkml:trace>
  <inkml:trace contextRef="#ctx0" brushRef="#br0" timeOffset="-59908.64">19639 14234 7481 0,'-9'2'7058'16,"2"-2"-1073"-1,26-4-4705 1,72-24-608-1,38-8-232 1,-29 24-160 0,-100 12-280-16,55-6 40 15,-44 3-200 1,-27 15 352 0,-39 38-128-1,26 10 17 1,17 11-282-1,12-29-2119 1,15-34-4345 0,-2-5 5400 15,-13-3 1265-15,0 0 0-1,13 3 4937 1,21 19-4881-1,-16 14 160 1,-13-1 184 0,-45-3 761-1,-33-16-321 1,0-13 904 0,27-28-343-1,42-14-825 1,52-8-496-1,44 9-2217 1,-48 36-11002 0</inkml:trace>
  <inkml:trace contextRef="#ctx0" brushRef="#br0" timeOffset="-59650.44">20290 14239 22268 0,'-18'-10'3289'0,"5"-5"-1721"16,60 33-15571 0</inkml:trace>
  <inkml:trace contextRef="#ctx0" brushRef="#br2" timeOffset="36976.63">11272 15069 14259 0,'0'0'760'0,"-9"0"1736"0,11 0-1199 15,52 0-1009 1,28-8 80 0,-6-5-288 15,-76 13-80-31,46-11 80 16,-28 6 184-1,-18 2 824 1,-12 7-808-1,-4 13-88 1,7 30 176 0,2 38 512-1,-5 70 377 1,8 0-801 0,6-19 520-1,10-15-520 1,-6-32-176-1,-3-40 256 1,-3-36-304 0,0-11 376 15,-17-2 817-15,-33 0-1041-1,-22 0-160 1,-21 0-496-1,-11 0-6178 1,83 2-6048-16</inkml:trace>
  <inkml:trace contextRef="#ctx0" brushRef="#br2" timeOffset="39498.11">11998 15277 10714 0,'0'0'0'15,"-11"-25"4633"-15,8-9-1577 16,15 10-2743-1,24 19-402 1,-2 55 137 0,-34-50-48-1,11 69 137-15,-46-5 631 16,-45-25 1760 15,-5-41-263-15,37-53-1233-1,54-52-904 1,55 22-536 0,9 38-11531-1,-52 47 3786-15</inkml:trace>
  <inkml:trace contextRef="#ctx0" brushRef="#br2" timeOffset="39724.76">12190 14966 13554 0,'0'-4'1785'0,"0"-31"3648"16,1 35-3569 0,3 74-607 15,-4 54-953-16,-4 58-488 1,4-186 184-16,-44 182-5097 16,19-107-7162-16</inkml:trace>
  <inkml:trace contextRef="#ctx0" brushRef="#br2" timeOffset="40105.94">11940 15554 12674 0,'0'-5'1873'0,"-4"-16"3288"15,4 21-3273 1,18 48-1048 0,-6-5-536-1,-9-34-248 1,-3-9-56 0,3 1 216-16,34-47-120 31,20 1-344-16,-2 33-80 1,-28 45 248 0,-23 52 200-1,-29 5-240 1,-25-45 344 0,15-35 192-1,15-16-232 1,30-23-344-1,50 12-464 1,-12 5-13491 0</inkml:trace>
  <inkml:trace contextRef="#ctx0" brushRef="#br2" timeOffset="40358.67">12335 15230 13026 0,'0'-11'3505'0,"2"-1"424"0,10 31-3233 15,16 45-400 1,-18 45-320-1,-10-25-984 1,0-84 1008 0,-3 12-12819-16</inkml:trace>
  <inkml:trace contextRef="#ctx0" brushRef="#br2" timeOffset="40704.65">12467 15182 12562 0,'0'-2'2113'15,"0"-2"239"1,2 46 713 0,-1 40-2689-1,-24 26-232 1,-15-28-48 0,38-80-96-1,-42 23 80-15,25-42-56 16,20-46-200-1,44 10-192 1,-10 35 80 0,-14 40 152-1,-14 37 320 1,-8-7-96 0,5-22-208-1,15-17-4673 16,-18-11-3569-31</inkml:trace>
  <inkml:trace contextRef="#ctx0" brushRef="#br2" timeOffset="40860.99">12505 15384 16459 0,'0'0'2641'16,"-3"-2"-905"-1,23-1-1736 1,33-4-128-1,-9-3-888 1,-34-34-11963 0</inkml:trace>
  <inkml:trace contextRef="#ctx0" brushRef="#br2" timeOffset="41032.89">12641 15243 6961 0,'-5'-22'7842'0,"-8"15"-2649"15,10 20-4417 1,1 57-40 15,-1 26-408-15,-4 11-400-1,7-107 72-15,0 70-400 16,4-68-4193 0,7-20-4377-16</inkml:trace>
  <inkml:trace contextRef="#ctx0" brushRef="#br2" timeOffset="41192.04">12739 15154 16955 0,'0'0'0'0,"-8"12"5321"15,-10 74-2600 1,11 49-2465 0,7 35-440-1,3-12-4417 16,12-126-8522-31</inkml:trace>
  <inkml:trace contextRef="#ctx0" brushRef="#br2" timeOffset="41548.3">12861 15302 16923 0,'0'-3'1624'0,"-11"-8"1377"16,45 0-2849 0,45 5-192-1,-33 12-704 1,-40 33-320 0,-6-39 1064-1,-57 44 328-15,-23-2 984 16,30 3 1337 15,30-2-1529-15,50-8-960-1,54-26-208 1,1-14-2929 0,-3-23-14242-1</inkml:trace>
  <inkml:trace contextRef="#ctx0" brushRef="#br2" timeOffset="41725.28">13111 15136 14347 0,'0'0'0'0,"-3"-7"7201"16,3 32-3976 0,0 73-1841-1,-2 84-736 16,-1 4-936-15,3-186 288 0,26 77-2320-16,5-73-13028 0</inkml:trace>
  <inkml:trace contextRef="#ctx0" brushRef="#br2" timeOffset="42047.94">13303 15201 19260 0,'-6'-6'2160'16,"5"-29"-688"0,54 8-992-1,21 10-560 1,-39 22-104 0,-29 28 168-1,-6-33 16 1,-45 53 280-16,-19-1 257 31,27-7 439-15,34-20-944-1,43-15-104 1,27-7 32 0,-18 6-6402-1,-35-5-3640-15</inkml:trace>
  <inkml:trace contextRef="#ctx0" brushRef="#br2" timeOffset="42186.57">13215 15544 15971 0,'0'0'0'0,"-23"-25"6585"16,60 17-4016 0,100-14-1697-1,66 6-1296 1,-92 13-14355-1</inkml:trace>
  <inkml:trace contextRef="#ctx0" brushRef="#br2" timeOffset="42652.25">13844 15168 14923 0,'-13'-2'2784'0,"-6"-6"2481"15,30 8-4889 1,66 0-199-1,-8 22-314 1,-55 25 290 0,-14-47-153-1,-63 84 280-15,-40-11-248 16,65-55-2233 0,38-13-12410-1</inkml:trace>
  <inkml:trace contextRef="#ctx0" brushRef="#br2" timeOffset="42973.81">14044 15082 12610 0,'0'-3'3673'16,"0"-13"1848"0,2 46-3528-1,12 71-1553 1,-6 36-384-1,-7-46-144 1,-1-91 88 0,-9 29-248-16,0-35-8 15,10-63 136 1,9-7 320 0,-4 46 264-1,4 17-472 1,27 8-160 15,-7 3-1201-15,-12-1-13210-1</inkml:trace>
  <inkml:trace contextRef="#ctx0" brushRef="#br2" timeOffset="43161">14166 15088 13146 0,'0'-24'3329'16,"-3"-12"2328"-1,3 31-3800 1,3 60-105 0,-1 61-488-1,-8 83-1160 1,6-199-104 0,-9 176-640-16,9-79-17036 15</inkml:trace>
  <inkml:trace contextRef="#ctx0" brushRef="#br2" timeOffset="43372.71">14363 15014 19556 0,'0'-1'1696'0,"-3"-4"344"15,0 97-863 1,12 31-1201 0,6-17-968-1,-12-104-12899 1</inkml:trace>
  <inkml:trace contextRef="#ctx0" brushRef="#br2" timeOffset="43723.8">14464 15016 13354 0,'0'0'1561'0,"1"-2"-33"31,12 54 480-15,3 20-1311 0,-36 8-201-1,-43-5-256 1,63-75-240-16,-53 20 248 15,33-58-272 1,23-16-120 0,36 29-104-1,-9 23-80 1,-10 45 352 0,-18 14 160-1,-11-11 416 1,10-34-552-1,40-13-136 1,3-14-11659 0</inkml:trace>
  <inkml:trace contextRef="#ctx0" brushRef="#br2" timeOffset="43937.95">14612 14948 9281 0,'0'0'0'0,"-6"-52"12043"16,3 40-8506 0,3 61-2897-1,2 50-184 1,-2 56-424 0,0-155-32-1,0 155-512-15,-6-95-4153 16,12-55-10610-1</inkml:trace>
  <inkml:trace contextRef="#ctx0" brushRef="#br2" timeOffset="44058.3">14609 15230 10530 0,'0'-10'5977'16,"1"-24"-2144"0,38 17-3401-1,8 20-744 1,-26 58-12115-1</inkml:trace>
  <inkml:trace contextRef="#ctx0" brushRef="#br2" timeOffset="44508.6">14413 15525 14018 0,'0'-3'1121'0,"10"-18"1687"16,34 8-2064-1,8 18-808 1,-21 21 16 15,-44 9 313-15,13-35-265-16,-57 30 416 16,0-14-72-1,38-12 216 1,19-4-560-1,34-10-768 1,25-5 368 0,7 6-817-1,-41 8-927 1,-23 8 832 0,-58 28 2312-1,-21 1 2417 1,33-2-289-1,36-14-2000 1,59-8-896 15,54-14-192-15,27-39-13266 0</inkml:trace>
  <inkml:trace contextRef="#ctx0" brushRef="#br2" timeOffset="44778.42">14789 15204 19940 0,'-4'-13'1920'0,"-8"-7"713"16,52-2-1961-1,25 22-808 1,-37 34 200-1,-49 40 24 1,21-74-88 0,-83 117-144-1,-5-35-2177 1,55-52-12874-16</inkml:trace>
  <inkml:trace contextRef="#ctx0" brushRef="#br2" timeOffset="44890.78">14761 15425 16763 0,'0'0'1040'16,"22"0"1497"0,16 2-1265-1,22 16-1360 1,-24 0-12811 0</inkml:trace>
  <inkml:trace contextRef="#ctx0" brushRef="#br2" timeOffset="45152.83">14969 15012 15915 0,'0'0'0'16,"0"-31"6817"-1,0 27-5176 1,17 60-313-1,-4 60 200 1,-5 72-1104 0,-8-188-424-1,0 183-80-15,0-65-48 16,0-67-1048 0,4-52-15107-1</inkml:trace>
  <inkml:trace contextRef="#ctx0" brushRef="#br2" timeOffset="45274.2">15004 15350 17347 0,'0'-7'3289'16,"34"-18"-2601"0,35 36-13627-1</inkml:trace>
  <inkml:trace contextRef="#ctx0" brushRef="#br2" timeOffset="46805.61">10627 15479 13562 0,'-3'-2'4513'0,"6"0"-2480"15,80-3-689 1,37 0-728 0,4 1-456 15,-9-3-264-15,-115 7 104-16,63 0-216 15,-44 3-1600 1,-69 6-10571-1</inkml:trace>
  <inkml:trace contextRef="#ctx0" brushRef="#br2" timeOffset="47054.1">10714 15595 11266 0,'0'0'0'0,"-53"0"5585"16,37 0-1176-1,17-1-3073 1,68 1-920 0,50 0-192-1,-119 0-224 1,150 10-24 0,-14 1 8-1,-68-11-712 1,-53 4-13427-16</inkml:trace>
  <inkml:trace contextRef="#ctx0" brushRef="#br2" timeOffset="47535.38">10618 15313 8977 0,'0'0'0'0,"14"-25"6090"31,2 3-3210-15,-9 32-847-1,-13 51 943 1,-49 24-1559-1,55-85-1417 1,-73 89 328-16,-1-17-184 16,32-46 120-1,36-20 296 1,3-6 240 0,3-4-360-1,0 0-560 1,13 4-40-1,29 12 280 1,25 37-48 0,26 10-160-1,8 3 16 17,-23-28-1496-17,-49-25-14396-15</inkml:trace>
  <inkml:trace contextRef="#ctx0" brushRef="#br2" timeOffset="48963.88">15426 14942 6377 0,'0'-3'6361'0,"0"-9"-2304"15,0 10-872 1,0 2-3185 0,0-12 3929-1,1 3-2449 1,-1 9-1480-16,2-7 840 15,4-6-656 1,2 3-128 0,2 0 104-1,-6 6-112 1,-4 4-48 15,0 0 0-15,0 0 0-1,0 0 0 1,0 0 0 0,0 0 0-1,32 8 840 1,67-1-808 0,39-7 24-1,-34 18-288 1,-76 4-840-1,-67 32-5945 1,-8-23-4722 0</inkml:trace>
  <inkml:trace contextRef="#ctx0" brushRef="#br2" timeOffset="49321.61">15498 15057 6737 0,'-3'-5'3345'0,"-10"-39"2208"16,10 7-1520-1,3 27-1969 1,7 11-1528 0,27 41 1337-1,-34-42-1873 1,9 116 2536-16,-10 82-1904 16,-14-1-632-1,-6-64-8 1,18-94-40-1,3-37 208 1,1-3 0 0,42-35-80-1,19 16-160 1,22 3 144 0,6 14-240 15,-19 16-568-16,-47 3-16724 1</inkml:trace>
  <inkml:trace contextRef="#ctx0" brushRef="#br2" timeOffset="49596.03">15973 15147 16907 0,'0'0'0'0,"0"-77"6481"0,0 57-3080 15,1 45-3329 1,-1 75-128 0,-40 71-72 15,40-171 128-31,-43 143-1552 15,30-103-6994 1,13-40-280-16</inkml:trace>
  <inkml:trace contextRef="#ctx0" brushRef="#br2" timeOffset="49919.55">15971 15275 10002 0,'6'-34'4593'16,"1"-10"1584"-1,-4 43-4417 1,26 30-1080-1,7 36-175 1,-2-13-313 0,-34-52-192-1,20 20 0-15,-13-20 920 16,29-76-440 0,4-42-384 15,14 4-80-16,-18 49-48 1,-30 58-48 0,-1 51 1112-1,-2 51-32 1,17 41-984 0,6 11-496-1,26-61-16539 1</inkml:trace>
  <inkml:trace contextRef="#ctx0" brushRef="#br2" timeOffset="50328.63">16554 15357 11098 0,'0'-36'5433'0,"-10"-33"-576"31,7 56-2240-15,-20 29-2401 0,-13 66 48-1,16-12 136 1,20-70-400-16,-4 47-80 16,25-26-32-1,20-28 152 1,-4-34 40-1,-27 16 176 1,-7 11 192 0,-3 14-448-1,3 10 256 1,25 14-104 0,8-9-208 15,-2-9-1064-16,-34-33-11835-15</inkml:trace>
  <inkml:trace contextRef="#ctx0" brushRef="#br2" timeOffset="50485.78">16741 15101 10914 0,'-20'-40'10210'16,"9"7"-5217"-1,7 28-5025 1,27 40-520 0,2 34-15331-1</inkml:trace>
  <inkml:trace contextRef="#ctx0" brushRef="#br2" timeOffset="50709.87">16789 15318 14483 0,'0'0'1864'16,"1"-14"4841"-1,-1 10-3768 1,2 20-2585 0,3 47 168-1,7 2-552 1,-12-65 32-1,8 62-776-15,-2-39-7682 16,-3-23-5049 0</inkml:trace>
  <inkml:trace contextRef="#ctx0" brushRef="#br2" timeOffset="51095.34">16912 15379 8553 0,'0'0'0'0,"30"-98"6026"15,-9 58-809 16,-14 31-2761-15,-2 34-1616 0,-5 40 385-1,0-65-1225 1,-6 64 152-16,3-34-152 16,3-26 976-1,1-40-336 1,26-32-608-1,30-21-120 1,-20 56 56 0,-29 25-336-1,0 30 920 1,3 52 128 0,-1-1-632-1,9-24-384 16,-13-21-11010-15,-2-23 2312-16</inkml:trace>
  <inkml:trace contextRef="#ctx0" brushRef="#br2" timeOffset="51600.53">17277 14982 15899 0,'0'0'0'0,"-20"-38"7113"0,20 34-5112 16,43 3-2337 0,40-9 352-1,-11 2 64 1,-72 8-80-1,34-10-56 1,-27 9 152 0,-7 1-96-1,0 5 56 1,0 42 184 0,-3 23-56-1,0 34 384 1,0 30-248-1,1-20-160 1,2-32 56 0,4-64-328-1,-4-14 256 1,-4-2 640 0,-58 9-360-1,-28 24-368 1,7-22-144 15,38-13-1592-15,31-5-15252-1</inkml:trace>
  <inkml:trace contextRef="#ctx0" brushRef="#br2" timeOffset="51788.57">17750 15614 19596 0,'-9'-7'5889'0,"6"4"-4313"0,3 3-1576 15</inkml:trace>
  <inkml:trace contextRef="#ctx0" brushRef="#br3" timeOffset="123371.72">5225 15658 6881 0,'0'0'2809'0,"-9"0"1071"15,2-7 225 1,7 0-2160 0,0 6-761-1,9-3-48 1,-9 4-1136-1,8 0 536-15,1 4-200 32,2 1-40-17,5 2-96 1,1-2 73 0,5-2 519-1,6-3-304 1,1 5-184-1,-2-1 120 1,13-8 472 0,7-1-416-1,16-7-32 1,-14-3-296 0,-3 11-96-1,-5-3 72 1,3-2 56-1,-5 4-272 17,15-1 248-17,-7 1-104 1,11 0 65 0,-15-1-73-1,9 3-8 1,-2 3-8-1,0 0 0 1,3 0 56 0,11-8 48-1,8 0-152 1,-12 7 40 0,-6 1 96-1,4 0-56 1,13-6 24-1,5-7-248 17,3 7 264-17,10-9-88 1,-3 5-48 0,-8 2 0-1,1-3 32 1,-5 1-32-1,-1 8-88 1,3 2 104 0,6 2 32-1,-1-3-32 1,0-6 48 0,-3 0-16-1,4 2-64 1,2-4 96-1,19 2 72 17,-6-10 272-17,3 0-288 1,4 6-72 0,-10 1 16-1,-25 4-432 1,-14 2 904-1,-7-1-368 1,-10 3-96 0,-27 28-1032-1,-61 39-18260 1</inkml:trace>
  <inkml:trace contextRef="#ctx0" brushRef="#br3" timeOffset="123945.33">5083 16126 8297 0,'-5'-6'5858'0,"-8"-5"-3082"0,11 4 321 0,19-7-1569 0,46-38 753 15,46-28-1049 1,-109 80-1232-16,156-111 848 16,7 23-392-1,-48 46-440 1,-41 29-64 0,-47 13-592-1,-23 61-10778 1,-18-36 3016-1</inkml:trace>
  <inkml:trace contextRef="#ctx0" brushRef="#br3" timeOffset="124199.22">5443 16190 13586 0,'0'0'0'0,"-8"-4"5698"16,7-27-1618-1,58-29-2351 1,82-48-449 0,40-12-880-1,-179 120-400 1,178-91 192-16,-38 37-224 16,-43 37-8-1,-45 16-136 1,-41 21-4553-1,-43 2-7737 1</inkml:trace>
  <inkml:trace contextRef="#ctx0" brushRef="#br3" timeOffset="124413.78">6055 16068 9001 0,'0'0'6690'16,"8"-18"-1809"-1,52-37-2121 1,67-47-1567 0,35-3-409-1,-1 39-760 1,-161 66-24-16,123-17-696 16,-43 18-7674-1,-79-1-432-15</inkml:trace>
  <inkml:trace contextRef="#ctx0" brushRef="#br3" timeOffset="124646.16">6673 15938 11450 0,'-2'0'3153'16,"-3"-2"-49"-1,42-34 385 1,61-30-2249-1,30-5-704 1,15-8-552 0,-143 79 16-16,140-45-240 15,-50 35-6081 1,-72 10-3961 0</inkml:trace>
  <inkml:trace contextRef="#ctx0" brushRef="#br3" timeOffset="124835.86">7121 15832 8321 0,'0'0'0'0,"-27"16"5137"16,23-14-1816-1,30-2-1449 17,60-46-215-17,35-24-985 1,-121 70-672-1,133-74 24-15,-37 50-1160 16,-66 32-11827 0</inkml:trace>
  <inkml:trace contextRef="#ctx0" brushRef="#br3" timeOffset="125066.69">7347 15992 14707 0,'0'-3'1656'15,"36"-31"1145"1,66-48-713 0,45-26-824 15,3 13-544-15,-21 44-800-1,-129 51 80-15,79-15-3824 16,-34 31-11044-1</inkml:trace>
  <inkml:trace contextRef="#ctx0" brushRef="#br3" timeOffset="125299.71">7850 15931 11986 0,'0'0'1040'0,"8"-11"2081"16,45-34-336-1,39-31-1161 1,27-12-656 0,-9 32-696-1,-110 56-272 1,63-14-648 0,-43 34-6313-1,-17 12-2570-15</inkml:trace>
  <inkml:trace contextRef="#ctx0" brushRef="#br3" timeOffset="125472.8">8032 15974 6321 0,'0'0'0'0,"-32"31"3889"15,29-28-937 1,23-7 1313 0,46-53-1448-1,24-3-1929 1,-90 60-888-1,94-49 152-15,-33 33-1192 16,-31 44-13771 0</inkml:trace>
  <inkml:trace contextRef="#ctx0" brushRef="#br3" timeOffset="125633.37">8236 16107 11626 0,'0'0'3145'15,"29"-10"15"1,53-48-303 0,36-14-1985-1,-22 41-1128 1,-64 31-13827 0</inkml:trace>
  <inkml:trace contextRef="#ctx0" brushRef="#br3" timeOffset="139358.5">5312 15945 10690 0,'-3'-6'3280'0,"-1"-4"-7"15,-6 0-384 1,1 6-1137 0,-4-4-207-1,-21-4-281 1,34 12-1264-1,-51-14 1224-15,-21 5-312 16,-21 6-104 0,-23 6-576-1,-18 9-200 1,14-1 337 0,14 1 159 15,28-12-320-16,50 0-136 1,14-3 368 0,14-1-168-1,0 4-272 1,-3 0 112 0,-1-3-80-1,-5-21 8 1,-2-13 128-1,-6-22 112 1,4-17-344 0,4-18 96-1,9 18-168 1,-2 37 256 0,2 6-24-1,1 5-264 16,3 5 272-15,-4 20-120 0,0 3 16-1,0 0 0 1,-27 27-320 0,-26 21 360-1,-3 0 8 1,-4-4-96-1,23-30 24 1,24-7 160 0,10-7-200-1,6 0-88 1,49-5-32 0,44-2 128-1,19 1 176 16,12 1 120-15,-29 7-240 0,-70 7 16-1,-22-9 152 1,-28 2 8 0,-30-30-72-1,-12-18-120 1,21 5 64-1,30 23-232 1,13 12-3217 0,49 39-16971-1</inkml:trace>
  <inkml:trace contextRef="#ctx0" brushRef="#br3" timeOffset="140191.94">2777 14037 11386 0,'-2'-12'1944'0,"-12"-8"369"0,14 39-1297 16,0 66 2281 15,24 64-1617-15,12 26-1640-1,-36-175-40 1,36 138-152-16,-17-58-352 16,-14-74-2441-1,-16-63-1055 1,-2-28 4072-1,-5 27 2792 1,10 32 169 0,13 0-1241-1,53-2-1256 1,36-10-352 0,3 32-248-1,-41 55-3921 16,-36-13-10530-31</inkml:trace>
  <inkml:trace contextRef="#ctx0" brushRef="#br3" timeOffset="140457.8">3059 14075 13042 0,'-4'-24'2097'0,"-2"-55"815"16,10 39 1161-1,8 36-3217 1,29 72-111 0,-5 80 71-1,-36-148-816 1,42 145 152-16,-5-19-296 16,-11-43-200-1,2-38-9058 1,-13-42 360-1</inkml:trace>
  <inkml:trace contextRef="#ctx0" brushRef="#br3" timeOffset="140707.77">3686 13861 15635 0,'-23'-8'2680'16,"-3"21"-1287"0,4 68-465-1,12 81-632 1,10 23-248 0,4-42 56-1,-4-143-104 1,3 74-248-16,-3-66-4105 31,0-25-8498-31</inkml:trace>
  <inkml:trace contextRef="#ctx0" brushRef="#br3" timeOffset="140931.96">3651 13996 13282 0,'0'0'0'0,"5"-41"3489"16,17 16-1929-1,20 27-871 1,20 64 975 0,-12 50-584-1,-50-116-1080 1,36 125 160-16,-32 12 0 16,-44-44-696-1,-16-61-8378 1,42-29 1169-1</inkml:trace>
  <inkml:trace contextRef="#ctx0" brushRef="#br3" timeOffset="141097.35">3615 14336 13258 0,'0'0'0'0,"-6"-23"4217"16,13 13-2208-1,69-18-817 1,44 3-1104-1,-1 25-15139 1</inkml:trace>
  <inkml:trace contextRef="#ctx0" brushRef="#br3" timeOffset="141550.53">4095 13758 15667 0,'0'0'0'0,"-15"-21"2624"16,17 21-2216-1,26 35 825 1,17 54-161-1,0 46 16 1,-45-135-1088 0,28 146 560-16,-11-72-320 15,-12-58-40 1,-5-16-200 0,0 0 0-1,4-9 3281 1,42-19-3401 15,39-8 112-15,18-5 136-1,-3 24-56 1,-30 19-304 0,-40 24-17164-1</inkml:trace>
  <inkml:trace contextRef="#ctx0" brushRef="#br3" timeOffset="143112.09">2744 14875 7641 0,'0'0'0'0,"-15"-24"4161"0,-10 47-3745 31,0 36 88-15,-1 6 328-1,1 9-608 1,25-74-224-1,-18 94-72-15,8-19-120 16,-9-17-9730 0</inkml:trace>
  <inkml:trace contextRef="#ctx0" brushRef="#br3" timeOffset="143335.21">2468 15149 7273 0,'0'0'0'0,"-4"-11"5569"15,-2 0-3616 1,6 28-2041 15,1 59 584-15,10 23-384 0,6-44 128-1,-17-55-240-15,51 20 1432 16,50-56-296-1,-1-18-1072 1,-67 38-10938 0</inkml:trace>
  <inkml:trace contextRef="#ctx0" brushRef="#br3" timeOffset="144065.08">1393 15629 7385 0,'0'0'1264'0,"0"0"-1264"16,-3 22 1409-1,3 29-449 1,3 36-936 0,11 24-296-1,-14-111 272 1,13 108 0-16,-4-28 376 16,-1-50-1088-1,-7-49 792 1,-4-35 552-1,-4-8 1680 1,7 8-1599 15,12 18-161-15,23 6-424 0,78-17-288-1,-22 35-4329 1,-77 15-4025-16</inkml:trace>
  <inkml:trace contextRef="#ctx0" brushRef="#br3" timeOffset="144285.98">1658 15583 6905 0,'0'0'0'0,"-35"-7"5281"16,14 1-3240-1,44 32-2017 1,19 61 648-1,-16 34-920 1,-26-121 248 15,35 121 120-31,-8-23-160 16,-4-46-11539 0</inkml:trace>
  <inkml:trace contextRef="#ctx0" brushRef="#br3" timeOffset="144754.9">1935 15630 7993 0,'-4'-10'5545'16,"-14"-11"-1440"0,13 11-4577-1,14 32 368 1,31 53 208-1,7 7-64 1,-47-82-40 0,29 58 80-16,-11-42 296 31,-12-13 2401-15,-3-26-929-1,4-52-1632 1,7 9-152-1,-5 43-1104 1,1 26 216 0,27 54 944-1,12 21 160 1,17-26 328 0,-2-37 312-1,-17-50 145 1,-21-46-809-1,-6-19-72 1,-3 10-1977 0,-7 53-12858-1</inkml:trace>
  <inkml:trace contextRef="#ctx0" brushRef="#br3" timeOffset="145469.84">3460 13282 7993 0,'-3'0'1721'0,"-19"0"2295"15,18-45-631 1,4 37-2721 0,13 38 16-1,0 95 2417 1,-13-125-3097 0,6 159 936-16,9-52-360 15,6-56-528 1,-13-24 112-1,-5-25-64 1,-10-25-15683 0</inkml:trace>
  <inkml:trace contextRef="#ctx0" brushRef="#br3" timeOffset="145672.11">3488 13219 10818 0,'0'0'0'0,"-15"-19"3881"16,-11 34-3025 0,-10 50-784-1,-5 27 80 1,15-20-16 0,26-72-136-1,-8 22-168-15,30-23-12779 16</inkml:trace>
  <inkml:trace contextRef="#ctx0" brushRef="#br3" timeOffset="145806.94">3478 13316 10866 0,'3'-15'848'0,"23"12"1168"32,14 19-191-17,18 5-1297 1,-24 31-9930-1</inkml:trace>
  <inkml:trace contextRef="#ctx0" brushRef="#br3" timeOffset="153520.38">3100 12173 3912 0,'-17'-17'5706'0,"-4"-3"255"16,7-4-1104-1,9 10-2737 1,5 14-1856 0,19 14-304-1,-19-14 40-15,54 52-80 16,-20 13-9746 0,-32-48 1769-16</inkml:trace>
  <inkml:trace contextRef="#ctx0" brushRef="#br3" timeOffset="153779.49">3055 12362 9682 0,'-3'-1'3152'0,"-13"-6"761"15,16-11-1608 17,23-7-1945-17,20 2 56 1,-17 18-400-1,-26 5-16 1,16 13-16-16,-19 44 520 16,-39 34-72-1,-6-17-48 1,26-41-5353 0,25-17-7746-1</inkml:trace>
  <inkml:trace contextRef="#ctx0" brushRef="#br3" timeOffset="153936.16">3131 12458 9378 0,'0'0'0'0,"15"-16"3536"16,13-6 721 15,15-4-3513-15,12 15-704-1,-35 24-4889 1,-18 1-2992-16</inkml:trace>
  <inkml:trace contextRef="#ctx0" brushRef="#br3" timeOffset="154155.98">2884 12711 12754 0,'0'0'0'0,"-5"-3"2177"15,22-5 1367 1,82-44-1255-1,45-26-1233 1,-2 12-712 0,-142 66-344 15,98-10-912-31,-79 32-8618 16,-22-22 2593-16</inkml:trace>
  <inkml:trace contextRef="#ctx0" brushRef="#br3" timeOffset="154297.66">3258 12585 5441 0,'-17'3'5529'15,"-14"7"-160"1,25 29-2888 0,14 15-1865-1,25 13-448 1,-5 7-336 0,-28-74 168-1,18 22-13211-15</inkml:trace>
  <inkml:trace contextRef="#ctx0" brushRef="#br3" timeOffset="154465.62">3498 12240 14379 0,'-5'-5'2424'16,"-10"-2"-1208"-1,-17 76-680 1,-22 74-896-1,-6-17-5361 1,46-95-3865 0</inkml:trace>
  <inkml:trace contextRef="#ctx0" brushRef="#br3" timeOffset="154582.83">3370 12487 8257 0,'5'-2'1537'0,"29"-5"2399"15,7 2-2095 1,15 10-1385-1,-9 8-11450 1</inkml:trace>
  <inkml:trace contextRef="#ctx0" brushRef="#br3" timeOffset="154935.21">3540 12011 15483 0,'0'0'0'0,"-13"-19"4513"16,13 13-2545 0,25 59-2192-1,15 80 304 1,-20 21 104 0,-20-154-184-1,14 61-224-15,-8-52 280 16,-6-14 624-1,0-50-544 1,5-5-96 0,24 13-96-1,24 19 16 17,-4 17-120-17,-19 50-7513 1,-24-14-1265-16</inkml:trace>
  <inkml:trace contextRef="#ctx0" brushRef="#br3" timeOffset="155210.78">3550 12623 10730 0,'0'-8'2488'16,"9"-6"545"-1,52 7-2169 1,-5 28-840-1,-18 33 72 1,-33-8 624 0,-5-46-720-1,-57 53 1953-15,-27-38 191 32,10-46-864-17,43-38-887 1,32-5-441-1,44 27-1457 1,16 24-13698 0</inkml:trace>
  <inkml:trace contextRef="#ctx0" brushRef="#br3" timeOffset="155431.39">3875 11994 15627 0,'-8'-8'2272'0,"-5"-2"169"15,18 4-1761 17,48 4-760-17,4 2-856 1,-24 41-14331-1</inkml:trace>
  <inkml:trace contextRef="#ctx0" brushRef="#br3" timeOffset="155554.15">3915 12164 9370 0,'0'0'0'0,"24"-6"512"16,22-16-144-1,6 18-1841 1,-35 20-5280-1</inkml:trace>
  <inkml:trace contextRef="#ctx0" brushRef="#br3" timeOffset="155975.48">4018 12233 3040 0,'0'0'0'0,"0"0"0"0,-26 22 6097 15,8-12-3400 1,18-10-2697 15,0 0 0-15,-9 4 1520-1,9-4-1520 1,-17-18 873-16,5-11-601 16,21-6-400-1,19 20-657 1,7 35 609 0,-11 52 704-1,-27 38 209 1,-53-6 15-1,-30-31-96 1,9-52 1032 0,33-24 281-1,37-14-689 1,9-1-1280 15,45-11-24-15,30 4 32-1,13 4 80 1,-8 6-312 0,-38 8-13411-1</inkml:trace>
  <inkml:trace contextRef="#ctx0" brushRef="#br3" timeOffset="156270.58">4091 11912 12082 0,'-4'-16'2577'0,"-12"-30"2040"0,13 40-2537 16,14 27-2112 15,22 71 472-15,0 49 304-1,-33-141-744-15,37 182 168 16,-25-6 232 0,-6-100-71-1,-9-69-994 1,-36-43-7904 0,36-1-2330-16</inkml:trace>
  <inkml:trace contextRef="#ctx0" brushRef="#br3" timeOffset="156379.43">4112 12219 11458 0,'0'0'0'0,"12"-37"5449"16,61-6-3592 0,34 7-1649-1,-11 38-13467 1</inkml:trace>
  <inkml:trace contextRef="#ctx0" brushRef="#br3" timeOffset="156906.12">1453 13072 10474 0,'-10'-3'3240'0,"-7"3"-1399"15,-5 36-1297 1,-1 36-384 0,19 44-112-1,4 16-1984 1,0-132 1936-16,3 94-11675 16</inkml:trace>
  <inkml:trace contextRef="#ctx0" brushRef="#br3" timeOffset="157090.76">1360 13193 9249 0,'0'-3'3153'15,"7"-16"-1400"1,20 9-985 0,12 15-248-1,16 68 160 1,-11 30-512-1,-44-103-168-15,33 117-2345 16,-22-39-8073 0</inkml:trace>
  <inkml:trace contextRef="#ctx0" brushRef="#br3" timeOffset="157228.42">1399 13532 7649 0,'0'-2'2705'0,"-3"-9"1984"31,3-7-3361-16,20-17-1016 1,24-3 72 0,88-13-11746-1</inkml:trace>
  <inkml:trace contextRef="#ctx0" brushRef="#br3" timeOffset="157805.86">1543 12912 13458 0,'0'-5'3049'16,"-7"-11"-552"-1,4 4-2617 1,18 17 1232 0,58 134-512-1,-11 36-520 1,-62-175-80-16,33 243 136 15,-21-163 712 1,-11-69 408 0,-9-55-984-1,-3-90-31 1,15 31-394 0,24 53-383 15,8 44 184-16,6 62 272 1,-20 20-56 0,-18-13 640-1,-29-25 88 1,-7-22 17 0,8-16-361-1,23-29-4433 1,22 9-9026-1</inkml:trace>
  <inkml:trace contextRef="#ctx0" brushRef="#br3" timeOffset="158168.76">2064 13119 12994 0,'0'-3'1649'0,"-13"-13"2640"0,-20 13-3105 31,-19 61-1232-15,-1 17-128 0,27-27 168-1,26-48 8 1,0 25-336-16,23-16 384 16,27 0-272-1,14 15 88 1,-19 10 64-1,-37 7 1112 1,-32-3-280 0,-38-14-232-1,18-26-888 1,18-32-15795 0</inkml:trace>
  <inkml:trace contextRef="#ctx0" brushRef="#br3" timeOffset="158318.57">2015 13218 13090 0,'0'0'2081'15,"0"-6"-329"1,24-15-968 0,50-24-392-1,11-1-280 1,-22 22-5345-1,-58 23-2576-15</inkml:trace>
  <inkml:trace contextRef="#ctx0" brushRef="#br3" timeOffset="158497.06">2111 12980 12058 0,'0'0'0'0,"-5"-8"5345"16,-5-2-2728-1,11 15-2641 16,25 55 728-15,11 56-504 0,6 42-1208-1,-43-158 1008-15,40 114-14803 16</inkml:trace>
  <inkml:trace contextRef="#ctx0" brushRef="#br3" timeOffset="158791.3">2324 13172 11746 0,'0'0'0'0,"-3"-14"5929"16,-2 8-4024 0,6 26-1777-1,18 53 72 1,0-3-144 0,-19-70-56-1,11 28 1504-15,-16-37 64 31,-13-52-839-15,13-30-409 0,30-4-624-1,13 45-1761 1,10 43-10201 0,-36 10 5912-16</inkml:trace>
  <inkml:trace contextRef="#ctx0" brushRef="#br3" timeOffset="159291.65">2532 13051 9914 0,'0'-1'1632'0,"-8"-4"3273"16,-3 0-2360-1,-1 23-2241 1,9 49 0 0,6-9-128-1,-3-58-176 1,16 24 704-1,-2-16 168 1,10-36-160 0,3-29-568-1,-16 7-104 1,-11 24-128 0,0 23-712-1,4 42 856 1,29 16 160-1,10-36-2464 1,-2-51-4962 0,-16-38 5002-1,-20 8 3040 1,-16 8 3529 0,-13 33-472-1,-10 33-2497 16,10 33-496-15,9 20-456 0,7 7-256-1,48-19 80 1,17-51 88 0,7-38-2336-1,-44-15-12139 1</inkml:trace>
  <inkml:trace contextRef="#ctx0" brushRef="#br3" timeOffset="159491.25">2698 12961 11698 0,'0'0'0'0,"-24"3"4689"0,24-3-4689 16,38-10 4009-1,41-16-3633 16,0 7-440-15,-79 19 64 0,37-20-13531-16</inkml:trace>
  <inkml:trace contextRef="#ctx0" brushRef="#br3" timeOffset="159679.44">2728 12776 11322 0,'-12'-10'5537'15,"3"9"-64"1,9 2-4945 0,26 73 377-1,21 50-585 1,7 28-208 0,-54-152-112-1,66 102-9554-15,-59-90 128 16</inkml:trace>
  <inkml:trace contextRef="#ctx0" brushRef="#br3" timeOffset="160708.25">4190 14501 4889 0,'0'-35'5161'15,"-3"0"424"1,-6 15-1600-1,1 35-3137 1,-32 74-248 0,-11 71-288-1,51-160-312-15,-57 164 144 16,24-71 8 0,21-62 56-1,9-32-3737 1,10-41-10682-1</inkml:trace>
  <inkml:trace contextRef="#ctx0" brushRef="#br3" timeOffset="160908.58">3959 14721 6121 0,'-3'-3'3945'16,"-17"-18"1632"0,15 17-2384-1,2 39-2569 1,6 82 72-1,14-20-392 1,-17-97-304 0,14 34 472-16,21-33 272 15,13-31-272 1,51-20-1384 0,-53 64-14763-1</inkml:trace>
  <inkml:trace contextRef="#ctx0" brushRef="#br3" timeOffset="161441.92">2804 15607 11034 0,'0'-21'3401'0,"-3"4"-497"15,7 37-3152 1,15 84 832 0,-8 32 320-1,-11 15 185 1,0-151-1089-16,-6 63 448 15,6-63-448 1,7-6 1480 0,51-51-848-1,5 11-552 1,0 27-304 0,-13 15-6345-1,5-19 119 1,-30-8-1991-1</inkml:trace>
  <inkml:trace contextRef="#ctx0" brushRef="#br3" timeOffset="162122.86">3161 15749 2728 0,'-3'-31'5817'15,"-19"-19"473"1,6 37-1657 0,7 10-3529-1,-12 75-992 1,17 17-176-1,4-89 64-15,12 74 216 16,2-57 72 0,-3-19-32-1,10-72-232 1,-12 3-88 0,-8 48 40-1,-1 23-296 1,10 4-64-1,8 28 304 17,4-12 168-17,5-9-1024 1,-13-18-3705 0,-12-24 1736-1,-17-17 3065 1,-4 20 2817-1,8 16 888 1,11 11-3977 0,23 13 16-1,16 17 304 1,-12-7-112 0,-2-15-232-1,-7-33-2345 1,-1-44 337-1,-17-8 2168 17,-6 28 1672-17,-3 41 1417 1,7 31-2849 0,-8 70 688-1,5 30-392 1,-6 53 8-1,5 2-232 1,11-102-240 0,10-56-1672-1,21-63-12883 1</inkml:trace>
  <inkml:trace contextRef="#ctx0" brushRef="#br3" timeOffset="162523.11">3443 15634 12442 0,'0'0'0'0,"-16"-2"4857"15,16 2-4857 1,34-3 1609 0,28-19-385-1,11-31-592 1,-73 53-632-1,25-45 456-15,-25-3-144 16,-43 7-80 0,-1 37-240-1,13 39-112 1,12 56 200 0,16-8 144-1,28-29 128 1,9-22-104-1,11-28 152 1,7-26-1936 15,-8-39-12115-15,-29 43 8162-16</inkml:trace>
  <inkml:trace contextRef="#ctx0" brushRef="#br3" timeOffset="162800.95">3700 15431 7777 0,'-15'-24'5297'16,"3"-9"1089"-1,9 28-4490 1,17 24-1728 0,32 50 376-1,-4 31-224 1,-42-100-320 0,35 88 120-16,-27-77 825 15,-16-38 671 1,-12-66-1464-1,25-35-168 1,31 36 120 0,13 44 72 15,5 30-368-15,-12 39 80-1,-24 27-2921 1,5-1-12802-16</inkml:trace>
  <inkml:trace contextRef="#ctx0" brushRef="#br0" timeOffset="-173623.59">20966 15595 7217 0,'0'0'0'0,"-14"-45"10018"16,3 15-6401-1,8 11-1377 1,3 15-1343 0,20 20 447-1,-20-16-1344 1,19 82 2512-16,-36 102-703 16,-6 45-1521-1,22-35-344 1,9-74 24-1,-5-67 96 1,-3-53-64 0,-28-25-6682-1,17-30-10057 1</inkml:trace>
  <inkml:trace contextRef="#ctx0" brushRef="#br0" timeOffset="-173162.96">21036 15544 12426 0,'0'0'0'0,"-4"-52"8554"16,1 30-3873 0,0 18-2913-1,-18 47-879 1,-39 70-169-1,60-113-720 1,-81 135 136-16,31-60-96 16,37-61-208-1,30-80-4657 1,49-64-1689 0,-20 34 4682-1,-18 39 5129 16,-7 40 263-15,17 20-607 0,15 42-681-1,13-3-1311 1,14-11-817 0,-30-7-1273-1,-28 12-18643 1</inkml:trace>
  <inkml:trace contextRef="#ctx0" brushRef="#br0" timeOffset="-172258.27">21378 16234 15163 0,'-15'0'1824'0,"-34"-16"3361"15,34 5-1800 1,19 11-3081 0,68-12-120-1,20 5-144 1,-92 7-40 0,57 19-144-16,-41 60 232 15,-78 27 200 1,-29-15-120 15,39-40-440-15,41-51-7562-1,41-26-5889-15</inkml:trace>
  <inkml:trace contextRef="#ctx0" brushRef="#br0" timeOffset="-172008.31">21700 16022 16347 0,'-17'-30'5985'16,"7"10"-840"-1,10 22-4288 1,13 63-393 0,12 51-216-1,-5 49-120 16,-20-165-128-31,8 161-96 16,-29-35-921 0,3-91-6280-1,14-35-6130-15</inkml:trace>
  <inkml:trace contextRef="#ctx0" brushRef="#br0" timeOffset="-171706.1">21965 16064 16963 0,'0'-5'2033'0,"-4"-23"3344"15,4 24-3865 1,0 72-968 0,-11 25-256-1,-8-6 16 1,19-87-304-1,0 36-200-15,2-27 256 32,30-4 48-17,32-13 96 1,22-8-168 0,-3 15-2800-1,-67 2-14036 1</inkml:trace>
  <inkml:trace contextRef="#ctx0" brushRef="#br0" timeOffset="-171522.93">21785 16518 21044 0,'-16'-8'2320'0,"13"-12"-839"16,83-3 695-1,81-16-1624 1,3 13-728 15,-68 31-5137-15,-96-5 5313-16,12 43-18852 0</inkml:trace>
  <inkml:trace contextRef="#ctx0" brushRef="#br0" timeOffset="-171239.91">22001 16667 17363 0,'-29'-24'2209'16,"33"11"-865"-1,44 10-272 1,22 24-584 0,-21 30-64-1,-35 9 785 1,-14-60-1209 0,-35 43 2176-16,-14-36-295 15,-48-25-1265 1,47-30-224 15,50-21-216-15,42 22-280-1,3 24-4217 1,20 9-14491 0</inkml:trace>
  <inkml:trace contextRef="#ctx0" brushRef="#br0" timeOffset="-170990.15">22549 16384 22316 0,'-51'-3'4721'0,"43"3"-2256"32,8-2-2657-17,27 1-18316 1</inkml:trace>
  <inkml:trace contextRef="#ctx0" brushRef="#br0" timeOffset="-169224.99">22809 15319 15691 0,'-17'-1'1680'0,"11"-1"841"16,31 19 559-1,69-10-1503 1,17-16-1089 15,-37 7-1440-15,-74 2 952-16,8 13-20317 16</inkml:trace>
  <inkml:trace contextRef="#ctx0" brushRef="#br0" timeOffset="-168946.88">22854 15408 16155 0,'-35'19'1248'16,"4"31"1961"-1,-11 27-1609 1,-12 44-744 0,36-45 257-1,25-28-841 1,-7-48-272-1,44 37 672-15,27-16 328 16,37-17-752 15,-20-19-424-15,-45-9-4393 0,-37-9-10714-1</inkml:trace>
  <inkml:trace contextRef="#ctx0" brushRef="#br0" timeOffset="-168805.45">22785 15651 18235 0,'0'0'0'0,"-21"-10"2017"15,29 10-217 1,68 3-872 0,38-4-2544-1,-13-4-16948 1</inkml:trace>
  <inkml:trace contextRef="#ctx0" brushRef="#br0" timeOffset="-168645.56">23251 15594 12522 0,'-4'-5'4409'16,"-11"-1"-1272"0,-28 28-1241-1,-20 39-1080 1,-9 22-504-1,11-14-432 1,61-69 120-16,-23 11-3144 16,20-14-9715-1</inkml:trace>
  <inkml:trace contextRef="#ctx0" brushRef="#br0" timeOffset="-168475.29">23011 15604 17747 0,'-4'-3'1809'0,"4"6"-985"15,21 32 1872 1,28 3-1319 15,8 0-1041-15,2-2-1304 0,-59-36 968-16,46 14-17164 0</inkml:trace>
  <inkml:trace contextRef="#ctx0" brushRef="#br0" timeOffset="-166944.42">23588 16102 13050 0,'-4'-18'2449'0,"-9"-12"1624"15,10 21-1761 1,-20 68-2192 0,-28 66 152-1,12 7-232 17,39-132-40-32,-37 91-480 15,30-74-3665 1,24-34-10706-16</inkml:trace>
  <inkml:trace contextRef="#ctx0" brushRef="#br0" timeOffset="-166594.61">23558 16174 10794 0,'0'0'0'0,"0"-31"6849"16,0 28-5256 0,13 37-489-1,21 44-424 1,0 4-608-1,-34-82-72 1,19 25 80-16,-8-18 768 16,13-90 104-1,3-60-944 17,9 8 104-17,-6 69 425 1,-21 61-113-1,-4 58 144 1,-5 54-248 0,7 12-288-1,17 8-408 1,-9-38-17068 0</inkml:trace>
  <inkml:trace contextRef="#ctx0" brushRef="#br0" timeOffset="-166342.82">23989 16290 11642 0,'0'0'0'0,"6"-67"5673"15,28 51-5257 1,-10 56-376 15,-15 28 208-15,-30-26 184-1,21-42-432 1,-79 42 689-16,-16-28 1967 16,42-37-911-1,56-40-1881 1,81 13-4786 0,-56 45-5424-16</inkml:trace>
  <inkml:trace contextRef="#ctx0" brushRef="#br0" timeOffset="-166049.67">24080 16243 13378 0,'-26'-25'3129'0,"7"11"-1465"31,16 8-1023-15,3 4-778-1,0 2 137 1,0 0 0 0,0 0 0-16,7-1 4834 15,42-6-4042 1,38-2-320 0,1-5-304-1,-27 4-96 1,-47 9-5809-1,-14 1-7698 1</inkml:trace>
  <inkml:trace contextRef="#ctx0" brushRef="#br0" timeOffset="-165861.48">24228 16034 16027 0,'-3'-3'1888'16,"-6"3"353"-1,-4 66 655 1,13 42-2207 0,0 27-753-1,9-45-425 1,-9-90 489-16,13 31-15211 16</inkml:trace>
  <inkml:trace contextRef="#ctx0" brushRef="#br0" timeOffset="-165579.04">24411 16236 16875 0,'-3'-11'1056'0,"6"-4"113"16,18 34-809 15,5 42-400-15,-19-14 280-1,-27-17 1016 1,20-30-1256-16,-47 17 1936 16,4-15-71-1,23-18-865 1,23-20-1384 0,38 3-3889-1,11 25-13555 1</inkml:trace>
  <inkml:trace contextRef="#ctx0" brushRef="#br0" timeOffset="-165279.76">24597 16217 10642 0,'-3'-33'8226'0,"3"25"-6282"31,0 50-1232-15,10 51-208-1,5-7-280 1,-11-36-88 0,-4-50-136-16,0 3 1201 15,-14-46-449 1,19-37-224 0,45-10 216-1,7 34-328 1,5 35-872-1,-23 28-1376 1,-19 28-15292 0</inkml:trace>
  <inkml:trace contextRef="#ctx0" brushRef="#br0" timeOffset="-165030.8">25110 16174 16899 0,'-15'0'4105'0,"-5"-6"-1721"0,20 6-2384 15,26 9 241 1,20-7-15613 0</inkml:trace>
  <inkml:trace contextRef="#ctx0" brushRef="#br0" timeOffset="-164762.94">25370 15925 17035 0,'0'0'0'0,"-11"-18"3489"15,19 15-1161 1,78 1-727-1,62-7-1489 1,-88 16-3065 0,-49-3-11250-1</inkml:trace>
  <inkml:trace contextRef="#ctx0" brushRef="#br0" timeOffset="-164543.25">25418 15986 14787 0,'-6'0'2536'16,"-12"32"-39"0,1 34 1440-1,11 43-2209 1,6 32-1416 0,2-55-296-1,-2-86-16 1,10 30-1712-16,10-31-17540 15</inkml:trace>
  <inkml:trace contextRef="#ctx0" brushRef="#br0" timeOffset="-164410.73">25403 16193 17651 0,'0'-5'2289'0,"0"5"-2289"31,56-21 4809-16,20 13-5377 1,-28 6-15556 0</inkml:trace>
  <inkml:trace contextRef="#ctx0" brushRef="#br0" timeOffset="-162932.82">25754 16376 7465 0,'-42'-36'7874'16,"35"-5"-3529"-1,7-6-272 1,11 32-3513 0,18 14-776-1,4 58 256 1,-33-57-40-16,10 63-16 15,-46-14 304 1,-14-35 48 0,4-31 280-1,21-21-192 1,32-6-848 0,43 21-5449-1,-14 19-7938 1</inkml:trace>
  <inkml:trace contextRef="#ctx0" brushRef="#br0" timeOffset="-162682.45">25872 16244 15955 0,'-5'-17'1920'16,"-9"8"-583"0,-2 79 343-1,7 8-1296 1,9-22-240-1,2-38 304 1,-2-18-448-16,1-6 3521 16,9-62-2625-1,19-17-480 1,32-5-656 0,-4 53-8026-1,-42 35-2248 1</inkml:trace>
  <inkml:trace contextRef="#ctx0" brushRef="#br0" timeOffset="-161711.59">26064 16226 15579 0,'0'0'0'0,"-3"23"1160"16,3-15 2097-1,16 30-977 1,6 16-1896-1,-5-27-344 1,-17-27-40 0,10 10 488-16,-9-12 1729 15,13-49-1681 1,21-10-736 0,2 25-8-1,-13 27-176 1,-12 65 360 15,-7 6 152-15,4-35-88-1,-4-20 200 1,-2-7 712 0,24-39-520-1,13 10-880 1,13-7-2376-1,-2 12-4058 1,-18 9 5010 0,-25 8 2640-1,-6 7 1952 1,-7 9-2007 0,-30 36 1159-1,2 5 16 16,23 0-1119-15,12-9-577 0,15-25-72-1,12-20 400 1,7-37-104 0,-14-17-200-1,-11 18-288 1,-6 33 112-1,-5 7-40 1,14 23-720 0,12 23 880-1,8-12-200 1,5-22-1857 0,-2-29-7425-1,-19-26 6290 16,-16 2 6616-15,-4 2 1834 0,0 26-2154-1,2 22-3784 1,3 50 760 0,5-3-160-1,-2-25 232 1,-6-23 905-1,-4-23 1447 1,1-43-2192 0,25-21-456-1,37 17-120 1,-16 40-3905 0,16 17-16011-1</inkml:trace>
  <inkml:trace contextRef="#ctx0" brushRef="#br0" timeOffset="-161271.14">27014 16167 14635 0,'0'0'4016'15,"0"-2"-7"1,-8-1-2280 0,-38 27-1777-1,-11 36 200 1,21 19 352-1,36-79-504-15,-6 69 72 16,28-32-48 0,25-32 384-1,21-68-168 1,2-51-152 0,-30-41-120-1,-3-30 120 16,-20 55 440-15,-20 95 576 0,-3 32-487-1,-33 81-730 1,12 76 482 0,21 23 127-1,50-35-464 1,2-87 88-1,-5-28-48 1,-28-27-3977 0,-13 0-13131-1</inkml:trace>
  <inkml:trace contextRef="#ctx0" brushRef="#br0" timeOffset="-160547.2">25247 17037 14315 0,'-6'-8'4425'0,"-7"1"-2185"31,9 45 561-15,0 38-1793 0,-5 71-984-1,-4 24-272 1,13-171 248-16,0 84-2993 15,3-64-14003 1</inkml:trace>
  <inkml:trace contextRef="#ctx0" brushRef="#br0" timeOffset="-160157.64">25247 17115 16827 0,'4'-23'1264'0,"25"-17"825"16,28 26-1913-1,-14 62-328 17,-20 49 256-17,-39 5 56 1,16-102-160-16,-58 67 472 16,-5-45 824-1,30-28 265 1,31-31-1673-1,49 2-64 1,16 30-201 0,-17 49 201-1,-28 26 272 1,-40-2 305 0,-46-22 103-1,21-36-472 1,29-19-9826-1,20-3 816 1</inkml:trace>
  <inkml:trace contextRef="#ctx0" brushRef="#br0" timeOffset="-159820.3">25605 17280 16403 0,'-4'0'1448'16,"-18"6"569"-1,-15 35-1265 1,15 24-352 0,19 2-488-1,11-31 240 1,-8-36-152 0,17 8 1024-16,6-35-312 15,11-29-424 1,-5 9-128 15,-15 26-80-15,-11 23 337-1,4 21 287 1,17 13-704 0,12-7-24-1,20-26-6530 1,-20-10-5928-16</inkml:trace>
  <inkml:trace contextRef="#ctx0" brushRef="#br0" timeOffset="-159599.6">25961 17293 12674 0,'0'-3'2305'0,"-24"-15"1023"16,-12 8-1143 0,-17 47-345-1,9 16-407 1,38-15-1017-1,6-38-416 1,19 35 248 0,29-15-648-1,6-16-6026 1,-29-9-5920-16</inkml:trace>
  <inkml:trace contextRef="#ctx0" brushRef="#br0" timeOffset="-159398.38">26090 16979 15347 0,'0'-11'5521'16,"-9"-3"-1184"-1,9 32-3297 1,-3 61-72 0,-20 58-808-1,-15 49-480 1,38-186 320-16,-30 162-768 15,23-98-4513 1,33-67-10658 0</inkml:trace>
  <inkml:trace contextRef="#ctx0" brushRef="#br0" timeOffset="-159169.99">26204 17310 14323 0,'-18'-2'1200'16,"-33"21"-736"-1,-15 17-136 1,33-20-440 0,27-7 88-1,12 5 2152 1,-6-14-2128-16,27 23 2801 16,9 11-1337-1,13-10-1008 1,7-9-2712-1,-31-15-11467 1</inkml:trace>
  <inkml:trace contextRef="#ctx0" brushRef="#br0" timeOffset="-158742.15">26278 17330 14018 0,'0'-5'4033'16,"-7"-8"808"-1,7 6-4641 1,7 32 96 0,13 29-320-1,4-11 32 1,-24-43-8 0,14 15 345-16,-5-13 1311 15,18-47-1328 1,8-11-160-1,-10 29-480 17,-15 25-400-17,-1 31 680 1,6 19 64 0,2-15 120-1,2-19-56 1,-12-11 1848-1,9-24-1392 1,23-31-656 0,1 16-2568-1,13 6-10427 1,-40 26 5793-16</inkml:trace>
  <inkml:trace contextRef="#ctx0" brushRef="#br0" timeOffset="-158404.95">26754 17286 6793 0,'4'-9'7450'0,"1"-24"-4194"15,-8 13-1967 1,-31 40 447 15,0 40-136-15,17-1-1048 0,17-59-552-16,-2 42 104 15,25-29 625 1,14-32-321-1,4-30-216 1,-17-5-160 0,-12 17 128-1,-9 30-784 1,-2 19 295 0,2 32 506-1,25-6-177 1,1-21-3369-1,3-14-11946 1</inkml:trace>
  <inkml:trace contextRef="#ctx0" brushRef="#br0" timeOffset="-158139.72">26956 17279 13762 0,'0'-2'1937'16,"0"-8"2208"-1,0 3-4025 1,1 27 512-1,6 40-456 1,-5 11-160 0,-2-71-16-1,0 43 280-15,2-34 4337 16,2-45-3481 0,16-33-456-1,23-10-352 1,9 24-992-1,-1 30-9394 1,-24 28-2393 0</inkml:trace>
  <inkml:trace contextRef="#ctx0" brushRef="#br0" timeOffset="-157668.93">27352 17327 7489 0,'0'-2'8426'16,"-6"-13"-4265"-1,-10-3-1841 1,-17 14-2248 0,0 24-168-1,8 49 384 1,25-69-288-16,-7 64 56 16,32-10 0-1,21-32 368 1,2-53 97-1,6-56-193 1,-1-50-176 15,-11-51-248-15,-9 14 656 0,-23 52 1248-1,-10 119-1592 1,-18 63-152-1,-8 70 424 1,4 61-248 0,19-7-256-1,29-65-48 1,14-53 96 0,-14-43 232-1,-15-23-128 1,15-23-1968-1,-2-9-17004 1</inkml:trace>
  <inkml:trace contextRef="#ctx0" brushRef="#br0" timeOffset="-157496.41">27872 17651 21060 0,'0'-4'984'0,"6"-12"-328"16,6 5-3968-1,-12-3-7475-15</inkml:trace>
  <inkml:trace contextRef="#ctx0" brushRef="#br1" timeOffset="-147385.64">20601 15070 19212 0,'-3'-18'2648'0,"1"6"-2816"16,38 10 416-1,49 1-1128 1,46-16-14227 0</inkml:trace>
  <inkml:trace contextRef="#ctx0" brushRef="#br1" timeOffset="-147256.22">21321 14998 13378 0,'0'0'0'0,"2"0"2337"15,26-2-1713 1,23-4-1016 0,21-6-10058-1</inkml:trace>
  <inkml:trace contextRef="#ctx0" brushRef="#br1" timeOffset="-147110.57">21900 14947 8073 0,'36'-15'1937'16,"3"6"1751"0,10 9-3111-1,28 9-842 1,7 3-8520 0</inkml:trace>
  <inkml:trace contextRef="#ctx0" brushRef="#br1" timeOffset="-146942.96">22741 14962 12858 0,'0'0'0'0,"37"-14"1168"15,40 4-783 17,21 8-537-17,43 2-1489 1,-16 2-7841-16</inkml:trace>
  <inkml:trace contextRef="#ctx0" brushRef="#br1" timeOffset="-146810.98">23900 14951 8809 0,'89'-4'408'15,"70"-1"-800"1,-41 14-6161-1</inkml:trace>
  <inkml:trace contextRef="#ctx0" brushRef="#br1" timeOffset="-146730.81">24624 14982 200 0,'112'-11'304'0,"-112"11"-304"16,41-3-448-16</inkml:trace>
  <inkml:trace contextRef="#ctx0" brushRef="#br1" timeOffset="-146627.56">25214 14978 6121 0,'0'0'0'0,"68"36"3545"16,-68-36-3545-16,77-2 1192 16,28-6-1312-1,-30 8-6994 1</inkml:trace>
  <inkml:trace contextRef="#ctx0" brushRef="#br1" timeOffset="-146400.91">26327 15029 6297 0,'71'4'1840'0,"42"-12"-2536"31,-21 9 376-15,21 9 392-1,21-10-1208 1,-104 2-2729-16</inkml:trace>
  <inkml:trace contextRef="#ctx0" brushRef="#br1" timeOffset="-146241.75">27714 15038 6761 0,'0'0'0'0,"176"-56"3745"16,1 45-2137 0,-24-6-1688-1,-54-12-7442 1</inkml:trace>
  <inkml:trace contextRef="#ctx0" brushRef="#br1" timeOffset="-145492.69">24221 14103 13610 0,'0'-5'3553'0,"-2"-6"392"16,4 0-392 0,6 33-1537-1,2 28-736 1,-7 47-831-1,-3-97-449 1,-10 126-32-16,-17-33-1449 16,12-64-9809-1,15-29 1792 1</inkml:trace>
  <inkml:trace contextRef="#ctx0" brushRef="#br1" timeOffset="-145213.29">24338 14062 18451 0,'-19'-17'2449'16,"-19"18"-1761"-1,-58 78-536 1,33-28-384 0,60-38-1296-1,56-13-7210 1,-53 0 8738-16,99-18-4529 15,-15 9 7097 1,-36 41 4658 0,-26 15-4497-1,0 3-3105 1,-14-33-11171 0</inkml:trace>
  <inkml:trace contextRef="#ctx0" brushRef="#br1" timeOffset="-144396.55">21521 12907 14403 0,'-23'-31'3064'0,"-10"10"-1960"16,-28 55 761 0,-59 104-769-1,18 14 128 1,66-15 65 0,36-137-1289-1,-5 117 192-15,63-84 40 31,29-37-208-15,8-51-1705 0,-42 25-14874-1</inkml:trace>
  <inkml:trace contextRef="#ctx0" brushRef="#br1" timeOffset="-144142.08">21273 13301 17747 0,'-3'-14'2057'15,"86"-38"-1897"1,6 24 640 0,-31 23-304-1,-13 11-352 1,-39 41 312 0,-6-47-456-16,-47 109 672 15,-2-1-448 16,42-46-408-15,14-31-5993 0,5-28-3377-16</inkml:trace>
  <inkml:trace contextRef="#ctx0" brushRef="#br1" timeOffset="-143913.41">21713 13050 14219 0,'-7'-92'5033'16,"4"59"-1169"0,3 43-2679-1,-7 83-41 1,7 47-704 0,4-24-384 15,-4-116-56-31,1 91-368 15,-1-75-5377 1,5-18-8266-16</inkml:trace>
  <inkml:trace contextRef="#ctx0" brushRef="#br1" timeOffset="-143674.37">21803 12928 16523 0,'18'-91'3641'16,"51"33"-1961"-1,-26 51-1032 1,-17 72 16 0,-29 44-584-1,-45-21 32 1,48-88-112-16,-39 44-56 16,0-15-1584-1,32-24-13715 1</inkml:trace>
  <inkml:trace contextRef="#ctx0" brushRef="#br1" timeOffset="-143515.18">22064 12937 19492 0,'0'0'0'0,"1"0"2136"15,42-8 1081 1,14-6-2601-1,18 6-592 1,-48 8-4449 0,-24 16-11162-1</inkml:trace>
  <inkml:trace contextRef="#ctx0" brushRef="#br1" timeOffset="-143228.25">22139 12975 15779 0,'-18'7'2945'0,"-9"46"-1161"31,27 26-424-15,4 14-1208 0,-20 1-152-1,-45-1-240 1,61-93 240-16,-61 20-424 16,29-22 328-1,19-35 464 1,14 10 496-1,52 13 697 1,26 12-953 0,16 4-608-1,5 4-1160 1,-22 6-16812 0</inkml:trace>
  <inkml:trace contextRef="#ctx0" brushRef="#br1" timeOffset="-142847.72">22457 13075 14339 0,'0'-4'2352'15,"0"-13"129"1,0 14-761 0,-11 35-912-1,-19 67 528 1,14 13-207-1,16-112-1129 1,11 100 208-16,40-50 40 16,23-51-80-1,4-53 72 1,-3-41 40 0,-29-28 56-1,-43 14-248 16,-58 63 936-15,-14 16-1048 0,23 19 168-1,14 26-5497 1,12 3-6537-16</inkml:trace>
  <inkml:trace contextRef="#ctx0" brushRef="#br1" timeOffset="-142344.48">23094 13275 14379 0,'-13'-57'4881'0,"12"44"-3289"15,1 13-1592 1,16-3-13283 0</inkml:trace>
  <inkml:trace contextRef="#ctx0" brushRef="#br1" timeOffset="-142022.12">23589 12959 15371 0,'0'0'0'0,"25"-64"1744"15,13 29 2009 1,-31 25-616 0,-9 14-1961-1,-50 85-616 1,-24 22-840-1,76-111 280-15,-60 71-1392 16,33-41-9747 0,27-31 3074-16</inkml:trace>
  <inkml:trace contextRef="#ctx0" brushRef="#br1" timeOffset="-141876.63">23602 13032 13466 0,'2'-5'2505'0,"13"-14"-545"16,20 23-1175 15,-22 31-2362-15,-13-11-9225-16</inkml:trace>
  <inkml:trace contextRef="#ctx0" brushRef="#br1" timeOffset="-141697.71">23224 13232 19668 0,'0'0'0'0,"8"19"328"16,75-38 1600-1,47-17-351 1,16 22-1489 0,-48 11-2257-1,-72 14-13074 1</inkml:trace>
  <inkml:trace contextRef="#ctx0" brushRef="#br1" timeOffset="-141536.75">23516 13268 15955 0,'-5'0'2256'16,"-21"19"-471"0,30 21 1079-1,8 28-1927 1,5 3-777-1,2-22-4009 1,-2-46-9882 0</inkml:trace>
  <inkml:trace contextRef="#ctx0" brushRef="#br1" timeOffset="-141260.72">23833 13028 16059 0,'3'-17'768'16,"46"-14"2009"-1,-2 16-169 1,13 9-1055 0,0 6-1193-1,-43 27-376 1,-17-27 16-16,-47 86-8 15,-62 7-64 1,20-46-1929 0,59-26-14450-1</inkml:trace>
  <inkml:trace contextRef="#ctx0" brushRef="#br1" timeOffset="-141127.97">24041 13169 15115 0,'19'22'1440'0,"10"10"-1136"32,-11-7-1264-17,-10-11-10771 1</inkml:trace>
  <inkml:trace contextRef="#ctx0" brushRef="#br1" timeOffset="-140958.32">24132 13148 16763 0,'3'7'2097'16,"44"-16"-273"-1,10-21-1336 1,2 8-1240 0,-30 4-5818-1,-24 14-1791 1</inkml:trace>
  <inkml:trace contextRef="#ctx0" brushRef="#br1" timeOffset="-140756.83">24298 12862 16699 0,'-4'0'3673'16,"1"6"-1089"0,6 15-791-1,16 43-785 1,3 54-776-1,-19 19-376 1,-3-137 144-16,-43 153-13403 16,29-117 4905-16</inkml:trace>
  <inkml:trace contextRef="#ctx0" brushRef="#br1" timeOffset="-140506.98">24159 13472 13810 0,'0'0'0'0,"0"-11"3633"16,56 0-2216-1,-5 18-1017 17,-20 54 80-17,-30 1 328 1,-1-62-808 0,-48 50 1256-16,-29-33 16 15,-13-32 633 1,46-44-641-1,48-13-1048 1,67 0-2624 0,-24 57-13484-1</inkml:trace>
  <inkml:trace contextRef="#ctx0" brushRef="#br1" timeOffset="-140116.31">25080 13210 17827 0,'0'-12'864'0,"27"-28"-487"16,-4 37 87 0,-9 39 488-1,-10 13 224 1,-22 5-504 0,18-54-672-1,-38 53 224-15,1-45 312 16,26-13 193-1,5-42-825 1,32 1-5658 15,-8 34-4744-31</inkml:trace>
  <inkml:trace contextRef="#ctx0" brushRef="#br1" timeOffset="-139868.83">25281 13122 15051 0,'0'0'2328'15,"-3"26"-1536"1,-24 55 1393 0,6 23-825-1,18-50-424 1,6-46 561 0,-3-8-1497-1,4-24 2104-15,28-72-1056 16,45-31-151-1,37 18-761 17,-5 59-1881-17,-32 36-15515-15</inkml:trace>
  <inkml:trace contextRef="#ctx0" brushRef="#br1" timeOffset="-139238.12">26159 12891 13114 0,'-15'-33'2889'0,"1"-7"1072"16,14 19 520-1,0 38-2881 1,-3 89 136-1,-61 106-1391 1,64-212-345-16,-73 273 160 16,38-98-296-1,34-131-5042 1,23-45-10041 0</inkml:trace>
  <inkml:trace contextRef="#ctx0" brushRef="#br1" timeOffset="-139004.23">26161 13119 14795 0,'0'-58'3680'0,"34"-44"-1455"16,33 34 127 15,-4 60-1415-15,-17 75-633-1,-28 45-16 1,-18-112-288-16,-39 120 232 15,-52-43 24 1,11-57 8 0,38-17-2921-1,42-5-12298 1</inkml:trace>
  <inkml:trace contextRef="#ctx0" brushRef="#br1" timeOffset="-138518.36">26455 13083 12266 0,'-5'-32'4321'16,"-8"8"1120"0,13 42-4040-1,6 62-553 1,15 16-376-1,0-21-432 1,-21-75-40-16,9 19 56 16,-6-19 392-1,25-47 56 1,36-63-512 0,14 9 504-1,-52 76-264 1,-15 43-208-1,7 44 152 1,-1 13-160 0,4-29 56 15,-1-39 160-15,-7-6 825-1,30-49-113 1,17-38-1024-1,6-13-72 1,-19 44-4817 0,-28 56-13315-1</inkml:trace>
  <inkml:trace contextRef="#ctx0" brushRef="#br1" timeOffset="-138314.84">27088 12984 13786 0,'0'0'1641'0,"0"8"1271"0,-39 52 1721 0,-24 40-3656 16,33-23-873 15,17-31-392-15,13-46 288-16,-13 21-7122 15,13-19-4584-15</inkml:trace>
  <inkml:trace contextRef="#ctx0" brushRef="#br1" timeOffset="-137989.1">27062 13102 11146 0,'6'-19'3929'16,"0"9"-232"-1,3 17-809 1,1 58-1712 0,-7 11-760-1,10-38-392 1,-13-38-24-1,10 9 129-15,24-37 575 16,38-77-672 0,1-8 48 15,-27 47 128-15,-39 56 456-1,-4 26-152 1,5 39 8-1,2 35-376 1,5 7-144 0,-4-8-5497-1,-11-68-6466-15</inkml:trace>
  <inkml:trace contextRef="#ctx0" brushRef="#br1" timeOffset="-137802.11">28030 12818 16475 0,'-3'-17'3329'0,"-2"1"-1713"16,-52 68 80-1,-46 69-1303 1,16-3-1610-1,53-62-14330 1</inkml:trace>
  <inkml:trace contextRef="#ctx0" brushRef="#br1" timeOffset="-137669.39">27938 13011 15187 0,'11'-10'1392'15,"17"3"-1368"1,-13 10-1016-1,-10 25-9682 1</inkml:trace>
  <inkml:trace contextRef="#ctx0" brushRef="#br1" timeOffset="-137333.24">27541 13245 15403 0,'0'-5'992'16,"6"-13"1112"-1,70 11 1825 1,67-10-2304 0,3 3-1417-1,-30 7-648 1,-116 7 440 0,42-8-3505-16,-47-6-6641 15,-49 4 7657 1,7 6 7114-1,12 11 1760 1,13 43-3312 0,20 9-1945-1,14 21-792 17,2-27-664-17,-3-29-16419 1</inkml:trace>
  <inkml:trace contextRef="#ctx0" brushRef="#br1" timeOffset="-136953.44">28136 13045 15003 0,'0'0'0'0,"1"-11"2624"15,28-15 521 1,22 12-1625-1,-2 15-1240 1,-21 8-56 0,-28-9-224-1,3 36 528-15,-77 49-15 32,-32 5-529-17,50-46-2313 1,54-44-7353-1,71-20 264 1,-13-7 12723 0,-32 27 2952-1,-16 25-2904 1,1 14-3161 0,5-14-1144-1,13 0-10067 1</inkml:trace>
  <inkml:trace contextRef="#ctx0" brushRef="#br1" timeOffset="-136756.8">28300 13190 12618 0,'-2'-10'6001'0,"14"-18"-3960"31,43-3-1113-15,29 7-776-1,-38 3-1216 1,-29-8-8858 0,-17 29 9922-16,3-7-7146 0</inkml:trace>
  <inkml:trace contextRef="#ctx0" brushRef="#br1" timeOffset="-136625.74">28497 12922 4128 0,'3'-37'6402'16,"1"3"2344"-1,-4 33-5570 1,2 24-2968-1,4 52 440 1,-11 48-704 0,5-123 56-1,-34 156-7553-15,15-86-4298 16</inkml:trace>
  <inkml:trace contextRef="#ctx0" brushRef="#br1" timeOffset="-136375.36">28356 13389 7577 0,'-3'8'6289'15,"7"4"-3272"1,52-31-1537 0,-13 13-927-1,-14 40 839 1,-30 10-424 0,1-44-968-16,-49 41 336 15,-23-23 288 1,12-21 352-1,40-35 465 1,37-6-1057 0,59-12-3257-1,-29 48-11754 1</inkml:trace>
  <inkml:trace contextRef="#ctx0" brushRef="#br1" timeOffset="-136217.76">28679 13571 15843 0,'-3'-13'5921'0,"-2"-8"-3576"16,5 17-569 0,8-8-18380-1</inkml:trace>
  <inkml:trace contextRef="#ctx0" brushRef="#br1" timeOffset="-128006.31">17800 15600 10322 0,'-5'0'888'0,"-13"-6"3089"16,18 0-1561-1,3 6-2104 1,55 0 224-1,51 0-247 1,-109 0-289 0,142-9-433-16,-25-9-5184 15,-25 7-5081 1,-11-3 9322 0,-32 6 5601-1,-8-2 1872 1,-2-7-3841-1,18 0-1359 1,28-1-809 0,38-7-8282 15</inkml:trace>
  <inkml:trace contextRef="#ctx0" brushRef="#br1" timeOffset="-127881.66">19138 15414 9370 0,'34'8'1800'16,"54"-3"-1312"0,35-10-136-1,-90-21-5889-15</inkml:trace>
  <inkml:trace contextRef="#ctx0" brushRef="#br1" timeOffset="-127691.64">20240 15350 10370 0,'49'8'1544'16,"30"-4"929"-1,6-12-1689 17,-3 5-792-17,-25 3-8458-15</inkml:trace>
  <inkml:trace contextRef="#ctx0" brushRef="#br1" timeOffset="-126748.76">11178 14127 11914 0,'0'0'0'0,"-80"-36"3153"0,74 22-2073 15,67 2-1128 1,65 5-3137 0,-86 6-3904-16</inkml:trace>
  <inkml:trace contextRef="#ctx0" brushRef="#br1" timeOffset="-126579.87">12706 13841 9281 0,'129'-22'1393'15,"70"3"-1153"1,22-3 192 0,13-2-248-1,-50 0-6849 1</inkml:trace>
  <inkml:trace contextRef="#ctx0" brushRef="#br1" timeOffset="-126423.16">14494 13553 6993 0,'141'-24'4505'15,"45"7"-2409"1,38-4-1367 15,57-12-865-15,-46 3-8458-16</inkml:trace>
  <inkml:trace contextRef="#ctx0" brushRef="#br1" timeOffset="-126301.11">16570 13229 2160 0,'124'-25'2849'16,"171"-24"2048"0,-18 16-3577-1,6 16-800 1,5-13-592-1,-131 9-7930 1</inkml:trace>
  <inkml:trace contextRef="#ctx0" brushRef="#br1" timeOffset="-126111">19634 12741 6481 0,'203'-69'3721'15,"88"-2"-2737"1,3 21-664 0,-102 24-168-1,107-12-864 1,-128 16-7802 0</inkml:trace>
  <inkml:trace contextRef="#ctx0" brushRef="#br1" timeOffset="-126000.55">21498 12398 1608 0,'52'-8'4145'0,"36"-3"-617"16,-19 11-2743 0,3 0-529-1,-51 4-5729 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v"/>
          <inkml:channel name="T" type="integer" max="2.14748E9" units="dev"/>
        </inkml:traceFormat>
        <inkml:channelProperties>
          <inkml:channelProperty channel="X" name="resolution" value="936.20001" units="1/cm"/>
          <inkml:channelProperty channel="Y" name="resolution" value="1589.0882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6-01T10:40:37.993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00FF"/>
    </inkml:brush>
    <inkml:brush xml:id="br2">
      <inkml:brushProperty name="width" value="0.05292" units="cm"/>
      <inkml:brushProperty name="height" value="0.05292" units="cm"/>
      <inkml:brushProperty name="color" value="#00FF00"/>
    </inkml:brush>
    <inkml:brush xml:id="br3">
      <inkml:brushProperty name="width" value="0.05292" units="cm"/>
      <inkml:brushProperty name="height" value="0.05292" units="cm"/>
    </inkml:brush>
    <inkml:brush xml:id="br4">
      <inkml:brushProperty name="width" value="0.05292" units="cm"/>
      <inkml:brushProperty name="height" value="0.05292" units="cm"/>
      <inkml:brushProperty name="color" value="#FFFF00"/>
    </inkml:brush>
  </inkml:definitions>
  <inkml:trace contextRef="#ctx0" brushRef="#br0">4981 2128 10970 0,'0'-1'3697'0,"0"-7"2632"16,-3 2-3352-1,3 6-2977 1,5 6 1024 0,6 17-48-1,-11-23-976 1,9 51 888 0,-12 12-8-1,-22 6-632 1,7-27 169-1,5-27 95 1,13-15-512 0,0 0 0-1,9-6 800 1,34-5-768 0,17 8-176-1,13 1 72 1,-1 12 304-1,-12 0-192 1,-35-6-176 0,-20-4-7242 15,-10 0-5000-31</inkml:trace>
  <inkml:trace contextRef="#ctx0" brushRef="#br0" timeOffset="1517.77">5007 2403 11066 0,'0'0'0'0,"-3"0"4017"16,-4 0 104-1,1 0-1801 1,6-5-816-1,3-2-487 1,-3 7-1017 0,17-17 840-16,13-1-448 15,9-3 120 1,14-12 0 15,17-3-184-15,35-4 520-1,60-6-320 1,72 7-383 0,59 3-185-1,36 11 56 1,-12 8-185 0,-62 32 217-1,-74 25-152 1,-71-17 176-1,-62-9 185 1,-43-11 199 0,-7-3-224-1,-1 0-232 1,-3 5-18796 0</inkml:trace>
  <inkml:trace contextRef="#ctx0" brushRef="#br0" timeOffset="2911.88">7687 2092 5089 0,'0'-3'4337'0,"0"-23"592"16,0-3 176 15,0 3-264-16,-4 16-2321 1,4 14-2088 0,0-4-432-16,0 64 752 15,0 55-872 1,-3 24-56 0,-3-5-2760-1,10-140-15084 1</inkml:trace>
  <inkml:trace contextRef="#ctx0" brushRef="#br0" timeOffset="3096.22">7721 2273 12674 0,'0'-3'2689'0,"-7"-15"4152"15,4 1-4016 1,23 0-2393 0,23 1-280 15,11 7-32-16,-54 9-120-15,46-2-272 16,-19 9-4745 0,-17-1-8594-16</inkml:trace>
  <inkml:trace contextRef="#ctx0" brushRef="#br0" timeOffset="3344.99">7903 1985 14971 0,'0'0'0'0,"-2"-22"6449"16,2-2-2632 0,0 15-3369-1,6 28 168 1,10 52 568 0,-16-71-1184-1,5 120 168 1,-5 21-320-1,-7 26-96 1,7-152-2216 0,0-20-13060-16</inkml:trace>
  <inkml:trace contextRef="#ctx0" brushRef="#br0" timeOffset="4093.78">8210 2044 16747 0,'0'-10'5681'0,"-6"-12"-1376"15,6 8-3609 1,5 12-576 0,12 43 40-1,6 40-24 1,-23-81-136 0,14 102-32-16,-4-26-32 31,-2-50 232-16,-5-25 665 1,4-51-657 0,12-21-64-1,6 7-208 1,-7 35-8 0,1 22 152-1,11 43-32 1,6 42-48-1,1 2 224 1,-7-48-216 0,-12-26 704-1,-3-41 24 1,21-46-392 0,0-6-208-1,-12 25-224 16,4 30-3841-15,-2 23-13963-16</inkml:trace>
  <inkml:trace contextRef="#ctx0" brushRef="#br0" timeOffset="4879.77">9380 1906 16955 0,'-9'0'5393'0,"2"-3"-2704"15,7 3-2689 17,13 24-248-17,10-2-2521 1,-16-6-11906-16</inkml:trace>
  <inkml:trace contextRef="#ctx0" brushRef="#br0" timeOffset="5082.3">9291 2077 15203 0,'0'0'1568'0,"0"-1"2081"16,7-6-2577-1,43-2-904 1,-11 7-128 0,-24 24 776-1,-15-22-816 1,-15 39 680-16,-59 22-1928 31,22-20-13491-31</inkml:trace>
  <inkml:trace contextRef="#ctx0" brushRef="#br0" timeOffset="5200.08">9297 2180 10202 0,'4'0'2216'15,"23"9"2633"1,25 1-2952-1,-1-4-2289 1,-33 1-11371-16</inkml:trace>
  <inkml:trace contextRef="#ctx0" brushRef="#br0" timeOffset="5530.75">9341 2280 12522 0,'0'2'3209'16,"0"10"-961"0,1 29-1127-1,-26 33-737 1,-26-19-248 0,-9-39-24-1,60-16-112-15,-46-6 200 16,37-37-64-1,12 19 264 1,27 5-104 0,29 14 1112-1,38 25-744 1,19-11-768 0,-29-1-5081-1,-57-8-4865 1</inkml:trace>
  <inkml:trace contextRef="#ctx0" brushRef="#br0" timeOffset="5909.57">9687 2035 13738 0,'0'0'1841'0,"0"0"-1841"0,3 0 6809 16,32-7-5865-1,25-5-807 1,-11 8-97-1,-49 4-40 1,28 18 544 0,-29 33 344-1,-56 20-704 1,1-14-616 0,14-45-13603-1,42-13 6641-15</inkml:trace>
  <inkml:trace contextRef="#ctx0" brushRef="#br0" timeOffset="6130.07">9886 1892 16387 0,'0'-1'2040'0,"2"-15"4570"16,-2 3-4306 0,2 14-1952-1,11 51 465 1,-7 38-145-1,-6-90-672 1,2 133 64 0,-25 96-384-1,21-36-2065 1,7-180-12730-16</inkml:trace>
  <inkml:trace contextRef="#ctx0" brushRef="#br0" timeOffset="6848.54">10194 1862 21940 0,'-3'-5'3201'16,"-2"-4"-2145"-1,23 2-1224 1,29 7-1312-1,-16 7-8978 1,-23 16 4960 15,-8-23 5498-31,-20 24 3545 16,-11-9 3201 0,18-8-5138-1,13-4-1424 1,18 7 40-1,15 1-872 1,-24 13-2225 0,-26 27 1841-1,-22 4 1080 1,15-18 536 0,9-35 352-1,15-29-704 1,3-11 617-1,5 15 47 17,-4 13-808-17,4 18 200 1,10 36 80 0,-7 13-64-1,-27 2 472 1,-42-1-440-1,-23-23 208 1,18-26 313 0,36-9 327-1,21-2-904 1,16 2-352 0,42 0 200-1,20 0 104 1,12-4-312-1,2 1-1536 17,-53 3-12788-32</inkml:trace>
  <inkml:trace contextRef="#ctx0" brushRef="#br0" timeOffset="7107.04">10392 1785 20508 0,'0'0'0'0,"-5"-9"4473"0,-4-11-464 15,9 20-4081 1,9 57 504 0,1 55-232-1,-4 49-80 1,-6-161-120-16,1 144-88 15,-1 79-312 1,0-218-2097 15,-4-35-16155-15</inkml:trace>
  <inkml:trace contextRef="#ctx0" brushRef="#br0" timeOffset="7218.08">10426 2115 17531 0,'0'-3'4673'15,"-4"-1"-3529"1,50-5-1007 0,10-2-13500-1</inkml:trace>
  <inkml:trace contextRef="#ctx0" brushRef="#br0" timeOffset="9929.54">11131 1692 15947 0,'1'-11'5873'0,"2"-15"-2120"16,-15 19-2449-1,-22 51-664 1,-28 83 97 0,2 53-289-1,60-180-448-15,-21 172 272 32,41-45-288-17,56-72-3745 1,-28-52-12755-16</inkml:trace>
  <inkml:trace contextRef="#ctx0" brushRef="#br0" timeOffset="10280.07">11538 1727 20180 0,'-3'-3'2112'0,"-21"-14"2985"16,8-5-2888-1,9 14-1969 1,4 8-224 15,-17 36 232-15,20-36-248-16,-53 77-64 15,-8 33 280 1,32-1-80 0,28-23-152-1,44-33-232 1,28-49-312 0,9-48-8562-1,-47 12-5073 1</inkml:trace>
  <inkml:trace contextRef="#ctx0" brushRef="#br0" timeOffset="10538.73">11495 1967 15787 0,'0'0'0'0,"-12"3"7249"15,3-3-3928 1,18 0-2641 15,52-6-464-15,18-7 48-1,-79 13-264 1,57-5-16-16,-37 8 48 16,-21 49 889-1,-34 27-865 1,14-4-56 0,22-31-1689-1,27-41-21524 1</inkml:trace>
  <inkml:trace contextRef="#ctx0" brushRef="#br0" timeOffset="10804.89">11830 1776 18716 0,'0'0'0'15,"-5"-21"8089"1,-4-4-4960-1,7 17-2937 1,3 48 24 0,3 53-88-1,-4-93-128 1,-3 146 32-16,-14 17-144 16,1-59-944-1,8-88-9675 1,8-20-271-16</inkml:trace>
  <inkml:trace contextRef="#ctx0" brushRef="#br0" timeOffset="11037.73">11892 1746 20980 0,'0'0'0'0,"0"-8"4369"16,4-3-3129 15,31 14-1072-16,9 48-224 1,-23 8 416 0,-21-59-360-1,-5 41 528-15,-48-5-80 16,-9-22-303 0,36-15-1938-1,55-41-19603 1</inkml:trace>
  <inkml:trace contextRef="#ctx0" brushRef="#br0" timeOffset="11544.21">12147 1730 18716 0,'0'0'0'0,"-3"1"3760"31,0-1-2551-16,14 0-137 1,38 4-688 0,-5-4-432-1,-44 0 48 1,26 0-1312-16,-16 0 23 16,-13 0 761-1,-11 21 568 1,-3 24 144-1,-5 16 136 1,-9 14-128 0,-1-3-96-1,-9-5-56 1,-2-24 0 15,7-29-40-15,21-14-40-1,10-20 120 1,12 1 729 0,20 8 423-1,19 11-104 1,12 11 16 0,20 0 169-1,10-7-6178 1,-46-4-11523-1</inkml:trace>
  <inkml:trace contextRef="#ctx0" brushRef="#br0" timeOffset="11927.45">12515 1841 18603 0,'0'0'0'0,"-9"-18"5754"0,-4-13-2786 15,10 24-2920 1,-10 59 64 0,-1 42 96-1,14-94-208 1,-11 114-16-16,18-26-160 16,31-54 280-1,17-46 208 1,6-60-151-1,-13-17 183 1,-34-2 296 0,-36 18 16-1,-15 37-304 1,-4 29-976 15,29 27-8626-15,12-6-2569-16</inkml:trace>
  <inkml:trace contextRef="#ctx0" brushRef="#br0" timeOffset="12102.31">12855 1984 25261 0,'0'0'1816'16,"-2"0"113"-1,2-4-4322 1,0 2-15379 0</inkml:trace>
  <inkml:trace contextRef="#ctx0" brushRef="#br0" timeOffset="12855.98">13167 1695 15139 0,'-17'0'2864'0,"-7"0"2722"0,12 0-3922 16,27 8-200-1,51 11-400 1,40-17-856-1,-106-2-208 1,108 3-72-16,-38 8-4344 16,-54-3-13452-1</inkml:trace>
  <inkml:trace contextRef="#ctx0" brushRef="#br0" timeOffset="13049.92">13404 1749 8777 0,'-5'0'3617'0,"-29"-9"2128"15,-5 4-2392 16,22 16-1929-15,9 47 1081 0,-1 46-993-1,9-104-1512 1,-16 144 320-16,2 6-360 16,11-70-6833-1,4-76-4618-15</inkml:trace>
  <inkml:trace contextRef="#ctx0" brushRef="#br0" timeOffset="13223.24">13624 1881 18091 0,'-5'-8'6714'0,"-10"-20"-2441"31,9 9-3905-16,6 16-1392 1,3 29-18933 0</inkml:trace>
  <inkml:trace contextRef="#ctx0" brushRef="#br0" timeOffset="13372.82">13538 2034 16339 0,'0'0'1336'0,"0"0"-1336"15,-4 11 6234 1,4 36-5602 0,7 10-520-1,3-13-16412 1</inkml:trace>
  <inkml:trace contextRef="#ctx0" brushRef="#br0" timeOffset="13926.52">13668 2048 12618 0,'0'0'6250'16,"-3"-14"-1353"-1,3 8-3689 1,5 28-720 0,5 27-8-1,-9 19-104 1,-1-68-376-1,-14 60 416-15,-3-39-88 16,14-29-176 0,13-62-328-1,28-9 160 1,-3 29-16 0,-18 39-512-1,-3 31 672 16,-8 28 128-15,-6-1-120 0,-6-21-64-1,6-14 216 1,0-15 96 0,6-37-352-1,28-23-200 1,1 20 96-1,-15 28 48 1,-7 21 136 0,-5 35 200-1,-4 3-360 1,2-9-1048 0,-1-20-17164-1</inkml:trace>
  <inkml:trace contextRef="#ctx0" brushRef="#br0" timeOffset="14568.68">13989 2050 18740 0,'-9'2'2224'0,"-8"2"1361"15,14 3-2529 1,29 1 200-1,21-5-744 1,-1-12-136 0,-46 9-376-16,29-35 80 15,-15-1 128 1,-22 12-240 0,-25 11-208-1,-18 36 304 1,14 35-80 15,29 13 417-15,12-6 87-1,25-30-408 1,27-14-176 0,9-21-2601-1,-5-36-3824 1,-31-21 5272-1,-26 9 4178 1,-13 9 792 0,0 19-1089-1,10 13-2392 1,5 25 56 0,11 32-288-1,-2 19 145 1,-8-8 207 15,-6-41 448-15,-6-26-576-1,0-41-40 1,12-13-376 0,29 15 264-1,8 18 0 1,16 16-536-1,4 10-18908 1</inkml:trace>
  <inkml:trace contextRef="#ctx0" brushRef="#br0" timeOffset="15211.6">14747 2045 19460 0,'-12'-1'4225'0,"0"-13"-945"15,5 3-2672 1,7 7-3656-1,3 3-16476 1</inkml:trace>
  <inkml:trace contextRef="#ctx0" brushRef="#br0" timeOffset="15762.09">15153 1704 18235 0,'-2'-13'4121'0,"-5"-6"-248"16,7 22-3417-1,-3 73 304 1,-7 49-200-1,-1 14-399 17,11-139-161-32,-6 116-545 15,3-62-9129 1,3-51-792-16</inkml:trace>
  <inkml:trace contextRef="#ctx0" brushRef="#br0" timeOffset="15980.1">15134 1798 21924 0,'0'0'0'0,"5"-35"3369"16,26-18-1601-1,36 30-1312 1,3 40-408 0,-23 55 96-1,-47-72-144 1,2 89 561-16,-65-15-409 15,-16-31-168 17,28-33-1545-17,36-30-16195-15</inkml:trace>
  <inkml:trace contextRef="#ctx0" brushRef="#br0" timeOffset="16499.16">15439 1905 16203 0,'0'-2'2064'0,"1"-21"3098"15,8-26-1498 1,5 16-2455 0,3 25-1169-1,-2 44 40 1,-15-36-80-1,12 84 240-15,3 25-392 32,13-26 168-17,-8-47 104 1,-4-34 480 0,4-53-376-1,3-13 8 1,-3 15-432-1,-6 32 112 1,1 45 104 0,12 35 8-1,10 5-32 1,-2-37 64 0,-20-25 880-1,0-39 88 1,-1-39-520-1,0-8-136 1,8 11-880 15,11 25-3056-15,14 29-18037 0</inkml:trace>
  <inkml:trace contextRef="#ctx0" brushRef="#br0" timeOffset="16693.02">16117 1854 17427 0,'0'0'3977'0,"-5"-6"1304"15,-1-1-3921 1,-20 35-1368 0,-20 49-24-1,-8 33-408 1,54-110 440-1,-29 92-6473-15,25-71-9322 16</inkml:trace>
  <inkml:trace contextRef="#ctx0" brushRef="#br0" timeOffset="17074.63">16067 1912 14115 0,'0'0'0'0,"6"-24"8033"15,-3-2-5320 1,3 27-2129-1,12 49-232 1,11 19-208 0,-29-69-144-1,38 62 112-15,0-35 320 16,-10-32 232 0,7-58-424-1,-10-20-168 1,-3 18 753-1,-14 43-153 1,-5 27-672 15,-1 62 200-15,2 19 8 0,10-12-256-1,4-27-704 1,16-33-19493-1</inkml:trace>
  <inkml:trace contextRef="#ctx0" brushRef="#br0" timeOffset="17323.16">16531 1668 21860 0,'0'-1'1681'0,"6"-17"2343"16,22 5-2415 15,34 32-1281-31,14 53 440 31,-6 56-496-15,-70-128-272-16,20 190-104 16,-90-52 168-1,-2-69-496 1,9-27-13331-1,49-42 3369-15</inkml:trace>
  <inkml:trace contextRef="#ctx0" brushRef="#br0" timeOffset="17680.38">16622 1970 19732 0,'0'0'1328'0,"-2"-5"-656"0,-1 4-664 16,14 1-13371-1</inkml:trace>
  <inkml:trace contextRef="#ctx0" brushRef="#br0" timeOffset="17854.84">16839 1967 18667 0,'0'-3'1401'16,"0"-10"1687"-1,4 3-2479 1,25 2-15733 0</inkml:trace>
  <inkml:trace contextRef="#ctx0" brushRef="#br1" timeOffset="34759.6">17701 992 13914 0,'1'-2'4906'0,"5"-7"-81"16,1-1-2609-1,4-2-1832 1,0 9 1184-1,-6 27-663 17,-5-24-905-32,0 52-504 15,0 11-6394 1,-3-31-7841-16</inkml:trace>
  <inkml:trace contextRef="#ctx0" brushRef="#br1" timeOffset="35117.46">17848 1202 12522 0,'0'0'4177'16,"-7"5"-480"-1,-7 8-1273 1,-18 5-871 0,-7 3-593-1,-15-7 1120 1,54-14-2080-1,-61-7 857-15,3-50-529 32,27-30 368-17,25-28-944 1,48-10 248 0,35 27 504-1,19 47-840 1,-2 63 1040-1,-21 65-536 1,-44 35-248 0,-27 13 128-1,-43-27-20660 1</inkml:trace>
  <inkml:trace contextRef="#ctx0" brushRef="#br1" timeOffset="35794.92">18493 824 18219 0,'0'0'2265'0,"-18"-5"3536"0,-3 2-3888 16,3 11-1361 15,-2 42 752-15,18 35-1256 0,2-85-48-16,-3 113-248 15,0-1-3209 1,3-57-15547-1</inkml:trace>
  <inkml:trace contextRef="#ctx0" brushRef="#br1" timeOffset="36045.01">18505 837 20044 0,'2'-2'3104'16,"8"-9"-607"-1,15-1-1857 1,23 7-8-1,3 22-368 17,-8 29 456-17,-43-46-720-15,7 60 441 16,-44-5-65 0,-26-17-192-1,1-30-3273 1,43-16-15011-1</inkml:trace>
  <inkml:trace contextRef="#ctx0" brushRef="#br1" timeOffset="36527.32">18855 881 15923 0,'0'0'0'0,"0"-8"7305"15,-4-6-3000 1,2 1-3969 15,2 8 545-15,7 27-537 0,-7-22-344-1,16 47-328-15,1 19 824 16,-3-11-560-1,-4-23 1352 1,-3-26-576 0,9-45-1288-1,1-10 1008 1,6 2-536 0,3 26-96-1,-3 26 680 1,1 28-560-1,-1 0-120 1,-3-12 1088 15,-3-14-1152-15,3-22 296 0,5-22-1936-1,-7-2-15772-15</inkml:trace>
  <inkml:trace contextRef="#ctx0" brushRef="#br1" timeOffset="36736.78">19434 824 18996 0,'0'0'960'0,"-14"5"3153"0,-20 19-577 15,-9 27-3007 1,-1 18-393-1,2 0-3001 1,42-69 2865 0,-19 34-17996-16</inkml:trace>
  <inkml:trace contextRef="#ctx0" brushRef="#br1" timeOffset="37063.08">19386 879 19828 0,'0'0'2528'16,"0"0"-2528"-1,0 8 4857 1,4 25-4305 0,7 7-656-1,8 12 272 1,-19-52-168 0,20 33 297-16,-2-15 375 15,0-22-568 1,9-52-376-1,9-17 448 17,5 1 40-17,-12 21 8 1,-6 38 1384 0,-13 60-1016-1,-2 25-624 1,8 13-872-1,6-26-19196 1</inkml:trace>
  <inkml:trace contextRef="#ctx0" brushRef="#br1" timeOffset="37627.62">20149 799 18459 0,'0'0'0'0,"0"-3"5874"15,0-2-3290 1,19-8-1159-1,41-5-1257 1,29-3-360 0,-89 21 192-1,102-20-9859-15,-78 18-1303 0</inkml:trace>
  <inkml:trace contextRef="#ctx0" brushRef="#br1" timeOffset="37795.83">20266 767 21148 0,'0'0'0'0,"0"4"1808"16,-6 19 2801 0,0 18-2256 15,3 23-1985-15,3 13-616-1,0-77 248 1,3 81-1408-16,0-49-16684 15</inkml:trace>
  <inkml:trace contextRef="#ctx0" brushRef="#br1" timeOffset="37945.12">20254 963 20964 0,'0'0'1224'0,"0"0"-1224"16,8-3 5553-1,43-2-4784 1,21-8-2386-1,-9 8-17435 1</inkml:trace>
  <inkml:trace contextRef="#ctx0" brushRef="#br1" timeOffset="38253.99">20545 976 19732 0,'0'0'0'0,"0"0"0"15,0-3 8241 1,0 6-7600 0,5 28-249-1,7 14-240 1,-12-45-152 0,12 51 328-16,-4-23 1240 15,-6-28-1584 1,-2-46 440-1,9-20-752 1,12-4-1240 0,22 25-10859-1,-36 42 1953 1</inkml:trace>
  <inkml:trace contextRef="#ctx0" brushRef="#br1" timeOffset="39153.72">20767 969 15971 0,'0'0'2753'15,"0"0"-2753"1,0 0 0 0,8 4 8417-1,18 4-7136 1,11-2-1089 0,-37-6-192-1,42 0 152-15,-16-14 400 16,-18-17-968-1,-25 17 576 1,-24 12-144 0,3 28-104-1,4 23 448 17,25-9-104-17,34 0-720 1,31-18-3257-1,18-22-960 1,1-15 4321 0,-17-18 2800-1,-31-15-175 1,-21 8 591 0,-9 13-1231-1,-6 0-1993 1,-3 23 992-1,0 37-928 1,-1 23 624 0,5 16-368-1,4-8-312 17,15-31 584-17,23-33-128 1,2-39-176-1,-11-1 416 1,-7 14-552 0,-20 27 368-1,-20 62 328 1,-20 52-1136 0,11 78 792-1,32-103-216 1,15-74 144-1,19-23 304 1,6-42-480 0,-11 2 256-1,-19 7 536 17,-8-6-1072-17,-16 4 752 1,-20 0-224-1,2 20-456 1,8 12 784 0,20 9-480-1,46-3-64 1,25-10-1016 0,10-3-10251-1,-57 12 393-15</inkml:trace>
  <inkml:trace contextRef="#ctx0" brushRef="#br1" timeOffset="39514.21">21414 957 19284 0,'0'-2'4721'0,"-3"-7"432"15,-3 5-5129 1,0 10 248-1,6 42 40 1,0 6-240 0,0-54-72-16,6 56 32 15,11-31 56 1,9-30-328 0,10-45 408-1,-10-10-304 1,-3 11 240-1,-12 27-528 1,-10 25 648 0,-1 32-704-1,5 5-3417 1,22-10-14835 15</inkml:trace>
  <inkml:trace contextRef="#ctx0" brushRef="#br1" timeOffset="40106.23">21688 1012 14187 0,'0'0'5505'16,"-5"0"-448"0,2 0-3681-1,0 0-232 1,14 0-440 0,23-5-736-1,-34 5 32 1,35-12 48-16,-6-16-416 15,-18 1-24 1,-18 7 152 0,-26 13 552-1,4 27-272 1,4 28 448 15,20 12-360-15,5-6-320-1,9-22 368 1,17-33-160 0,10-39-40-1,1-15 185 1,-4 0-105 0,-15 28-96-1,-8 22 456 1,-4 37-448-1,-3 19 216 1,4 2-40 0,-1-27 208-1,4-19 112 1,4-31-792 15,3-17 400-15,3 2-192-1,-1 17-800 1,-3 18-649 0,-2 15-7289-1,-1-3-5265-15</inkml:trace>
  <inkml:trace contextRef="#ctx0" brushRef="#br1" timeOffset="40675.48">22248 940 17347 0,'0'-3'3025'0,"-3"-16"2304"0,-5-4-1936 16,-4 2-2881-1,-12 13-808 1,-6 41 1008 15,30-33-712-31,-30 47-248 16,13 12 360-1,14-5-24 1,27-27-2281 0,18-21-4480-1,11-28 2632 1,-15-24 5641 0,-19-2 4954-1,-15 20-3401 1,-4 8-2793-1,-3 22 136 1,3 20-568 0,12 11 344-1,12 5-920 1,6-22-1777 15,-8-11 289-15,5-29 1416-1,-2-31 1176 1,-1 3 2016 0,-4 16-1368-1,-18 29 817 1,-21 64-273 0,-36 63-2176-1,-88 227 144 1,50-122-18716-1</inkml:trace>
  <inkml:trace contextRef="#ctx0" brushRef="#br1" timeOffset="41257.37">22988 666 18387 0,'0'0'2081'0,"3"-3"1672"0,0 2-2177 15,1 24-144 1,3 34-1096 0,-5 21-1216-1,-2-78 880 1,4 79-19828-16</inkml:trace>
  <inkml:trace contextRef="#ctx0" brushRef="#br1" timeOffset="41613.11">23189 664 20588 0,'0'0'0'0,"0"0"0"15,0 13 2704 1,5 27-2119 0,-5 21 143-1,-22 13-1040 1,22-74 312-1,-45 72 272-15,-15-34-288 16,6-31-584 0,29-32 792-1,25-27-416 1,34 25 816 0,2 25 120 15,-7 27-584-16,-7 21 56 1,-4-17-2032 0,-3-12-17981-1</inkml:trace>
  <inkml:trace contextRef="#ctx0" brushRef="#br1" timeOffset="41894.17">23223 851 15579 0,'0'-2'4641'0,"0"-6"-696"16,6-4-2833-1,21-2-960 1,23 6-120 0,-10 6-744-1,-40 2 712 1,25 22 504-16,-27 13-384 16,-34 4 296 15,-5 2 96-16,18-16 336 1,23-2-200 0,35-15-1120-1,10-19-5297 1,-2-30-13387 0</inkml:trace>
  <inkml:trace contextRef="#ctx0" brushRef="#br1" timeOffset="42044.33">23455 716 9890 0,'0'-2'4080'0,"0"-5"6171"15,-8-5-7187 1,6 5-1991 0,-1 22 191-1,-3 40-1416 1,6-55 152 0,-4 81 64-16,-6 29-5353 15,0-52-11259 1</inkml:trace>
  <inkml:trace contextRef="#ctx0" brushRef="#br1" timeOffset="42240.24">23076 1155 23212 0,'0'0'409'16,"1"9"3799"-1,15 7-935 1,31 6-2753-1,24 13-304 1,20-20-5449 0,-91-15 5233-1,50 10-18812-15</inkml:trace>
  <inkml:trace contextRef="#ctx0" brushRef="#br1" timeOffset="42467.58">23528 816 14107 0,'-4'-6'11818'15,"4"-8"-10738"1,5 6 81 0,20 4-937-1,5 16 168 1,-12 33 24-1,-18-45-416-15,6 47-632 16,-30 2-12795 0,11-44 3697-1</inkml:trace>
  <inkml:trace contextRef="#ctx0" brushRef="#br1" timeOffset="42790.36">23598 820 22348 0,'0'0'632'0,"2"-1"2121"31,15-6-1769-15,18-8-880-1,12 9-1832 1,-6 4-2465 0,-41 2 4193-1,14 12 40-15,-21 21 968 16,-28-4 513-1,3 5 375 1,26-18-560 0,14-1-912-1,28-9-1080 1,16-13-9010 0,-47-5-392-1</inkml:trace>
  <inkml:trace contextRef="#ctx0" brushRef="#br1" timeOffset="42953.54">23842 576 15755 0,'0'0'4601'16,"-5"0"-1448"-1,-1 0-1049 1,-4 20 537 0,8 25-1953-1,-1 31-728 1,3-76 40-1,-6 112-48-15,-7 16-7746 16,5-66-6609 0</inkml:trace>
  <inkml:trace contextRef="#ctx0" brushRef="#br1" timeOffset="43228.28">23695 1162 13010 0,'0'0'0'0,"0"-9"7906"16,4-6-3905-1,7-1-2561 1,16 9-496 15,9 23-976-15,-8 29 560-1,-28-45-528-15,19 104-600 16,-62-2 208 0,-30-87 192-1,33-28 4105 1,14-22-2953-1,10-19-608 1,21 0-2040 0,33 9-18708-1</inkml:trace>
  <inkml:trace contextRef="#ctx0" brushRef="#br1" timeOffset="43447.29">24166 1088 22068 0,'-4'0'7386'16,"-5"-2"-5250"-1,4 2-2072 1,-11 9-21172-1</inkml:trace>
  <inkml:trace contextRef="#ctx0" brushRef="#br1" timeOffset="45758.9">25678 1127 14002 0,'0'-3'5658'0,"0"-4"-2386"16,-5 0-2119 0,-20 5-537-1,-10 20 232 1,-7 5-768-1,42-23-80 1,-33 35 72-16,21-4-72 31,19 6-128-15,42 62-1032 0,-26 1 1408-1,-42-34 696 1,-51-32 488-1,-10-29 57 1,24-42-1369 0,35-14-632-1,28 17-4466 1,25 13-13121 0</inkml:trace>
  <inkml:trace contextRef="#ctx0" brushRef="#br1" timeOffset="46185.41">25661 1304 11810 0,'0'0'5657'0,"5"0"-312"31,4-5-2840-15,1 1-1449 0,8 11-368-1,36 62-2016 1,-54-69 1328-16,52 74 392 15,-24-39 72 1,-12-34 96 0,-4-41 312-1,4-9-663 1,4 3-361 0,-2 5 15-1,-1 28 826 1,10 45-1386-1,13 45 209 17,-17-53 912-17,-2-26-480 1,-7-16 1961 0,-1-18-4138-1,-7-5-18515 1</inkml:trace>
  <inkml:trace contextRef="#ctx0" brushRef="#br1" timeOffset="46419.43">24935 1081 20940 0,'0'0'0'0,"0"-7"2857"0,0 2-1121 16,0 24 296 15,10 48-911-15,24 152-1625 0,-34-219 504-1,19 181 256-15,-7-102-4417 16,0-72-13539-1</inkml:trace>
  <inkml:trace contextRef="#ctx0" brushRef="#br1" timeOffset="47007.44">25122 1057 21820 0,'0'0'1040'0,"0"-4"1713"15,5-5-1273 1,36-8-1424-1,48-2 472 1,52-8-1400 15,-141 27 872-31,188-35-904 16,14 9-856 0,-23 5 151-1,-39 7 1209 1,-56 13 536-1,-38 25 1217 1,-34 48 799 0,-5 68-1016-1,4 125-1136 1,18-86 608 0,-11-78-536-1,-3-53 272 1,-11-30-272-1,-11-18-144 17,-48 9 409-17,-25 7-145 1,-34 9 96 0,-53 4-392-1,-11-6-729 1,14-8 2250-1,15-4-209 1,54-8-680 0,70-3-472-1,30-3-1952 1,64-1-21341 0</inkml:trace>
  <inkml:trace contextRef="#ctx0" brushRef="#br1" timeOffset="49268.37">26794 1164 16003 0,'0'-7'5905'0,"5"-12"-2144"16,12-16-3129-1,31 1-272 1,8 15-320 0,-3 14 64-1,-53 5-104-15,23 40 944 32,-40 17-912-17,-29 13 1385 1,-20 22-2674-1,14 6 1185 1,54-59 136 0,35-7-392-1,31-14-12042 1,-47-14 2624-16</inkml:trace>
  <inkml:trace contextRef="#ctx0" brushRef="#br1" timeOffset="49425.27">26986 1626 19436 0,'0'0'2296'0,"-29"13"4394"16,-15 0-5122-1,14-3-1136 1,27-10-552 15,10 2-2609-15,17 1-14586-16</inkml:trace>
  <inkml:trace contextRef="#ctx0" brushRef="#br1" timeOffset="49832.12">27237 1003 19740 0,'-3'0'5409'16,"-9"-7"-1760"-1,-2-2-3169 1,13 0-680 15,25 7 128-15,21 15 248-1,-45-13-176-15,38 41 96 16,-22 20 160 0,-34 18-56-1,-37 3-368 1,6-20 272 0,22-25-496-1,20-14 160 1,19 1-32-1,24 20-1929 1,6-5-18003 0</inkml:trace>
  <inkml:trace contextRef="#ctx0" brushRef="#br1" timeOffset="50002.9">27358 1658 20804 0,'-11'4'6817'16,"-24"1"-3968"0,-1-2-1633-1,29-3-1152 1,19 18-19292 0</inkml:trace>
  <inkml:trace contextRef="#ctx0" brushRef="#br1" timeOffset="56310.67">18929 2714 17803 0,'0'0'0'0,"-36"-39"9258"16,25 1-5977 0,8 19-1769-1,7 10-1680 1,12 13-3881-1,-6 42-14675 1</inkml:trace>
  <inkml:trace contextRef="#ctx0" brushRef="#br1" timeOffset="56490.02">18939 2872 17955 0,'0'0'1321'0,"-3"14"2359"16,-10 45-511-1,8 22-2537 1,2 27-1592 15,3-76-15580-31</inkml:trace>
  <inkml:trace contextRef="#ctx0" brushRef="#br1" timeOffset="56877.12">19122 2925 19092 0,'0'-7'5657'16,"-3"3"-2977"-1,5 29-2624 1,11 42 504 0,-15 19-511-1,-14-32 175 1,16-54-224-16,-7 8 296 15,7-55-112 1,36-61-112 15,17 9-16-15,-23 65-56 0,-16 40 64-1,2 49 400 1,-6 18 24-1,-4-6-392 1,-4-21-992 0,12-18-14572-1,-9-28 6539-15</inkml:trace>
  <inkml:trace contextRef="#ctx0" brushRef="#br1" timeOffset="57237.48">19503 2673 20076 0,'-22'-25'7161'0,"10"7"-4072"16,12 9-2713-1,4 23-1288 1,10 33-2161 0,-10 33-16043-1</inkml:trace>
  <inkml:trace contextRef="#ctx0" brushRef="#br1" timeOffset="57403.2">19544 2902 17731 0,'0'7'3009'16,"-12"36"2040"0,1 19-3217-1,13 1-1800 1,14-27-504 0,21-24-11362-1,-37-12 11834-15,4 0-9562 16</inkml:trace>
  <inkml:trace contextRef="#ctx0" brushRef="#br1" timeOffset="57658.67">19645 2875 23973 0,'-6'0'3088'16,"6"-1"-1023"-1,38-4-1305 1,57-16-688 0,-1-4-208-1,-39 11-2609 1,-55 14 2745-16,7-25-18860 16</inkml:trace>
  <inkml:trace contextRef="#ctx0" brushRef="#br1" timeOffset="57812.78">19801 2709 18027 0,'0'0'2313'0,"-6"0"3360"16,3 3-3873-1,3 67-111 17,-7 42-801-17,7 14-1040 1,0-126 152-16,4 124-2585 15,16-93-16731 1</inkml:trace>
  <inkml:trace contextRef="#ctx0" brushRef="#br1" timeOffset="58012.8">20017 3078 19740 0,'-17'-2'5105'0,"5"-3"-992"16,13 4-3129 0,55 1-400-1,39-9-1680 17,-55-20-23621-32</inkml:trace>
  <inkml:trace contextRef="#ctx0" brushRef="#br1" timeOffset="58997.06">20480 2520 10914 0,'0'0'0'0,"-27"-57"11746"0,16 35-6625 16,11 8-4120 0,20 56-609-1,7 81-232 17,-27-123-160-17,10 199 248-15,-13 12-376 16,-4-118 280-1,4-76 80 1,3-51 584 0,16-80-736-1,34 0-192 1,-18 58 328 0,-15 68-264-1,4 56 192 1,-9 36-56-1,11-11-584 1,14-57-5689 0,23-32-13644-1</inkml:trace>
  <inkml:trace contextRef="#ctx0" brushRef="#br1" timeOffset="59361.7">20868 2937 12882 0,'0'0'0'0,"-11"-62"9834"15,-5 32-5385 1,-2 26-3072 0,-20 76-1353-1,13 19 208 1,25-91-232 0,-3 73 8-16,23-45-48 15,17-22 144 1,13-61 0-1,-14-23-160 1,-19 21 312 0,-15 38 72-1,-2 25-96 17,0 48-160-17,7-8-160 1,21-10 192-1,12-23-864 1,11-9-11187 0,-37-4 1609-16</inkml:trace>
  <inkml:trace contextRef="#ctx0" brushRef="#br1" timeOffset="59701.62">21153 2912 18667 0,'-20'-18'3465'0,"-4"-10"2144"0,18 15-3800 32,6 29-1585-32,7 70-280 31,12 4 160-16,-19-90-104-15,21 74 0 16,-12-63 200 0,-5-21 432-1,-1-73-264 1,16-4-24 0,28 9-232-1,-6 38-376 1,7 33-1352-1,-8 46-10387 1,-36-23 1481 0</inkml:trace>
  <inkml:trace contextRef="#ctx0" brushRef="#br1" timeOffset="60186.57">21621 2999 11714 0,'0'-14'5649'15,"-6"-47"1225"1,-18 3-2329 0,-6 22-2801-1,5 16-1288 1,-13 51-488 0,38-31 32-1,-40 89-48-15,30 4 144 16,32-27-240-1,26-44 64 1,4-57-24 0,-9-48 568-1,-6-47-416 1,-4-82 0 15,-10 27-592-15,-19 119 1576-1,-7 46-624 1,-41 138-632 0,24 36 912-1,28 11-511 1,42-37-386 0,-2-53-1103-1,7-32-856 1,16-39-8867-1,-51-4 73 1</inkml:trace>
  <inkml:trace contextRef="#ctx0" brushRef="#br1" timeOffset="60605.45">21979 2864 18067 0,'-4'-13'2673'0,"-13"-25"2160"16,5 7-1024-1,12 47-3609 1,22 44-64 0,5 21-200-1,-27-81 64 1,26 69 32-16,-5-50-80 16,-12-20 328-1,21-61-56 1,-6-20 8-1,-7 44-296 1,-15 30-72 0,1 31 88-1,12 34 144 1,8-14 8 0,3-33 24 15,2-24 504-16,10-48-472 1,-10 14-504 0,-9 9-5521-1,8 31-11059-15</inkml:trace>
  <inkml:trace contextRef="#ctx0" brushRef="#br1" timeOffset="61222.06">22483 2834 17187 0,'-22'-2'4049'0,"-13"4"-480"16,-11 42-1337-1,17 38-775 1,22-16-993 0,30-24-480 15,-23-42 16-31,29 10 0 15,19-37 96 1,-5-46-144 0,-17 4 0-1,-19 48 304 1,-7 19-176 0,0 18-64-1,1 44 176 1,16-24-328-1,13-16-1553 1,-10-18-2584 0,0-31 2417-1,-12-8 2448 1,-5-7 1601 0,1 32 295 15,-4 14-2184-16,5 46 352 1,-1 24-287 0,0 0-41-1,-1-48-336 1,-2-28 592 0,5-55 448-1,17-17-800 1,6 11-600-1,5 28-760 1,-5 28-1145 0,20 15-16699-1</inkml:trace>
  <inkml:trace contextRef="#ctx0" brushRef="#br1" timeOffset="61980.58">22925 2849 16683 0,'-26'0'3521'0,"26"7"-2089"16,9 26 240 0,29-6-799-1,0-13 143 1,-5-17-32 0,-33 3-984-1,20-45 464-15,-10-27-288 31,-29 15 376-15,-17 36 48 0,-18 44-423-1,-5 66 375 1,26 8 416 0,26-20-528-1,29-15-344 1,28-40 72-1,20-8 392 1,10-23-1856 0,13-50-20821-1</inkml:trace>
  <inkml:trace contextRef="#ctx0" brushRef="#br1" timeOffset="62245.92">23363 2505 22612 0,'-6'-3'2145'0,"-18"-11"1224"16,-20 45-2577 0,-10 70 56-1,19 39 472 1,32-7-1024-1,3-133-296 1,22 95-168-16,33-40 168 16,17-45-2288-1,4-101-22294 1</inkml:trace>
  <inkml:trace contextRef="#ctx0" brushRef="#br1" timeOffset="62474.88">23462 2459 21444 0,'0'-18'4113'15,"0"18"-968"1,24 36-1993 0,38 45 832-1,-5 48-1872 1,-38 61-224-1,-19-190 112-15,-57 185-48 16,-42-33-1552 0,40-82-23982-1</inkml:trace>
  <inkml:trace contextRef="#ctx0" brushRef="#br1" timeOffset="63242.97">24525 2484 17771 0,'0'0'0'0,"68"-10"6354"15,61-26-3570 1,-1 17-1527-1,17 19-857 1,-99 39-856 0,-46-39 456-1,-31 52-6226-15,-44-13-12234 16</inkml:trace>
  <inkml:trace contextRef="#ctx0" brushRef="#br1" timeOffset="63468.08">24699 2537 12730 0,'-53'-21'6202'0,"35"10"-433"31,18 23-4009-15,17 84 49-1,14 46-1089 1,-16 8-192 0,-15-150-528-16,2 138-184 15,-13-65-696 1,2-84-5938-1,-14-82-12986 1</inkml:trace>
  <inkml:trace contextRef="#ctx0" brushRef="#br1" timeOffset="63574.62">24620 2877 7905 0,'-9'-29'8634'0,"-9"-21"-648"16,20 38-4858 0,59 4-2511-1,60-17-433 1,37 11-40 15,-158 14-144-31,115 2-18956 0</inkml:trace>
  <inkml:trace contextRef="#ctx0" brushRef="#br1" timeOffset="64296.55">25175 2786 18884 0,'-50'-13'5777'15,"38"15"-3225"1,-2 72-2112 0,20 20-160-1,27-21-176 1,-8-46 57-1,-25-27-161 1,28 0 584 0,15-75-480-1,-5-15-64 1,-17 44 112 0,-18 39-152-1,-1 40 96 1,5 25 40-1,17-22-304 1,20-14 200 0,7-24-504-1,8-54-2585 1,-20-11 704 0,-29 9 2297-1,-13 33 2073 1,-3 28-513 15,-8 56-728-15,4 18-143-1,-2 6-289 1,4-33-32 0,4-38-296-1,4-36 528 1,32-57-608-1,24-6-160 1,-18 48-1193 0,-23 33 1185-1,-8 59 336 1,-7 12-64 0,8-1-536-1,52-38-8042 1,-35-23-2288-1</inkml:trace>
  <inkml:trace contextRef="#ctx0" brushRef="#br1" timeOffset="64546.96">25981 2873 17107 0,'0'-17'992'0,"-15"-55"5658"0,-24 45-3986 16,-10 40-1311-1,-11 68-1281 1,23 13 200 0,37-94-272-1,-6 103-480-15,29-32 632 16,39-48-152 0,22-21-216-1,25-30-9731 1,-76 13-1255-1</inkml:trace>
  <inkml:trace contextRef="#ctx0" brushRef="#br1" timeOffset="64844.2">26137 2836 19964 0,'-13'-2'1800'0,"-17"-5"3665"16,20 0-3648-1,26 7-1145 1,61 10-432 0,25-10-576-1,-102 0 336 1,93 0 112-16,-7-5-1248 15,-48-29-7730 17,-32 32-2529-32</inkml:trace>
  <inkml:trace contextRef="#ctx0" brushRef="#br1" timeOffset="65024.53">26380 2589 19932 0,'-21'-9'3825'16,"6"7"496"-1,-6 54-3513 1,7 51 608 0,14 39-1408-1,5 10-232 1,-5-152 224-16,17 117-1216 16,37-95-20501-1</inkml:trace>
  <inkml:trace contextRef="#ctx0" brushRef="#br1" timeOffset="65221.29">26584 2670 20900 0,'-3'-13'1632'16,"-14"-31"2513"-1,9 33-3625 1,8 19-1072-1,23 69-9898 1,-20-52 384-16</inkml:trace>
  <inkml:trace contextRef="#ctx0" brushRef="#br1" timeOffset="65361.73">26603 2913 15947 0,'0'14'1496'0,"-21"25"3833"15,5 13-2496 1,16 28-2825-1,0 16-400 1,-12-63-14499 0</inkml:trace>
  <inkml:trace contextRef="#ctx0" brushRef="#br1" timeOffset="65609.86">26746 2972 18235 0,'20'-20'1881'15,"13"-10"1688"1,4 30-1945 0,-9 38-1376-1,-17 16 368 1,-32-9-40 0,21-45-576-1,-56 11 160-15,22-22-16 16,10-42 192-1,44 2-704 1,35 15-4937 15,-13 36-10154-31</inkml:trace>
  <inkml:trace contextRef="#ctx0" brushRef="#br1" timeOffset="65971.17">27051 2895 16483 0,'0'0'0'0,"0"4"6962"15,0-4-6962 1,0-1 5201 0,7 33-5097-1,9 36 64 1,-16-68-168 0,1 82-240-16,-6-32 224 15,-3-50 416 1,-2-36-144-1,16-44-264 1,44-3-144 15,-7 35 136-15,-9 39 16 0,-7 24 16-1,-10 41 208 1,-14 11-88-1,-14 11-136 1,1-17-1753 0,23-48-18459-1</inkml:trace>
  <inkml:trace contextRef="#ctx0" brushRef="#br1" timeOffset="66126.3">27629 3167 21148 0,'0'-12'3057'0,"-3"3"-1801"31,3 0-2288-15,0 4-14260-16</inkml:trace>
  <inkml:trace contextRef="#ctx0" brushRef="#br1" timeOffset="67149.09">19029 3779 14403 0,'0'0'0'0,"27"-56"7457"16,-5 38-4224 0,2 56-2353-1,-17 53-312 1,-48 12 0 0,41-103-568-1,-66 94 264-15,12-38 40 16,42-40-40-1,12-16-264 1,39-7-8 15,8 14-96-15,-20 65 216 0,-26 24 185-1,-28-8-57 1,-8-34 48-1,23-41-8 1,12-32-168 0,14-20-128-1,8 23 56 1,-9 26-80 0,0 58 384-1,-9 43 424 1,-2 37-120-1,-8-25-320 1,3-68-312 0,23-32-112 15,3-21-13843-15,-7 3 2761-16</inkml:trace>
  <inkml:trace contextRef="#ctx0" brushRef="#br1" timeOffset="68138.25">19154 9470 15843 0,'-22'-7'6281'0,"12"0"-3336"15,12 11-2721 1,22 55-128 0,-4 20 32-1,-3-6-56 1,-17-73-72-16,9 45 168 15,-9-19-8 1,-26-17 168 0,-27-9 128 15,10 0 56-15,29 15-400-1,11 59-48 1,25 20-64-1,33 29 0 1,0 32 8 0,-15 0 8-1,-23-37-88 1,-20-56 72 0,-32-15 600-1,-12-8 777 1,-23 1-105-1,-14-17-600 1,5-12-408 0,26-31-2592 15,36-16-16908-31</inkml:trace>
  <inkml:trace contextRef="#ctx0" brushRef="#br1" timeOffset="68778.25">19955 4932 16715 0,'3'-8'2289'0,"9"-14"2792"16,-8 59-2393-1,-46 92-863 1,-102 210-385 0,15-65-824-1,129-274-616-15,-189 354-80 16,81-116-136 0,90-148-10778-1,35-90-633-15</inkml:trace>
  <inkml:trace contextRef="#ctx0" brushRef="#br1" timeOffset="68986.17">20118 5667 22612 0,'0'23'993'0,"-44"84"2495"31,-88 88-1063-15,-48 99-1841-1,-5 73 0 1,35-30-800 0,150-337 216-16,-43 202-3201 15,65-162-15811 1</inkml:trace>
  <inkml:trace contextRef="#ctx0" brushRef="#br1" timeOffset="69404.17">19792 6974 19484 0,'3'4'800'0,"8"72"2425"16,-92 98 783 0,-44 45-1791-1,15 32-1745 17,26-21-536-17,84-230 64-15,-18 131-392 16,53-126-3089-1,45-90-3464 1,21-13 2360 0,-13 12 5369-1,-9 31 3241 1,-43 46 856 0,-26 104-1833-1,-70 83-1535 1,-21 44-833-1,8 6-560 1,-4-19-256 0,42-85-16-1,17-43-224 1,18-33-2017 15,7-37-16779-15</inkml:trace>
  <inkml:trace contextRef="#ctx0" brushRef="#br1" timeOffset="70123.17">20725 6371 16715 0,'-50'-37'6593'0,"37"25"-2136"15,32 12-3744 1,82 10-441-1,54-15 224 1,1-6-1785 0,-156 11 1289-1,90-8-18844-15</inkml:trace>
  <inkml:trace contextRef="#ctx0" brushRef="#br1" timeOffset="70284.6">20782 6603 21316 0,'-4'14'872'16,"-13"-8"3769"-1,38-8-3641 1,81-16-631 0,41-15-1050-1,-41-15-16770 1</inkml:trace>
  <inkml:trace contextRef="#ctx0" brushRef="#br1" timeOffset="70546.63">21218 6083 21004 0,'0'0'0'0,"-36"-15"5945"31,30 14-3528-16,39 22-2337 1,58 20 376 0,-7 21 96-1,-84-62-552 1,48 93 152-16,-45 62 296 16,-100 70-400-1,-43 6-2776 1,94-143-16717-1</inkml:trace>
  <inkml:trace contextRef="#ctx0" brushRef="#br1" timeOffset="71170.86">21991 6020 21156 0,'-31'-23'4841'0,"26"18"-1016"16,5 37-3161-1,1 83-464 1,14 19-376 0,-6-12-6929-1,-9-122 7105 1,5 20-13139-16</inkml:trace>
  <inkml:trace contextRef="#ctx0" brushRef="#br1" timeOffset="71566.81">22248 6007 20876 0,'0'0'0'0,"-3"-7"4345"15,3 46-3065 1,0 62-792-1,-42 12-248 1,-36 2-8 0,78-115-232-1,-87 65 0-15,38-65 248 16,42-77-352 0,51-6-232 15,24 49 0-16,-19 48 264 1,-38 69 376 0,-34 11-272-1,-12-33 56 1,35-48-64 0,17-5-80-1,41-8 112 1,18-10-3688-1,-16-10-13364 1</inkml:trace>
  <inkml:trace contextRef="#ctx0" brushRef="#br1" timeOffset="71828.17">22443 5832 23172 0,'-9'-10'3313'0,"-5"-2"528"16,14 63-3345-1,0 59 456 1,1 84-680 0,-1 58 64-1,0-252-336-15,-5 253-624 16,-4-162-1312-1,21-143-9018 1,12-4-2977 0</inkml:trace>
  <inkml:trace contextRef="#ctx0" brushRef="#br1" timeOffset="71969.57">22487 6347 12442 0,'0'-31'7602'0,"-3"-4"271"16,3 29-6240-1,47 4-1585 1,38-10-3249 15,-44 8-13891-31</inkml:trace>
  <inkml:trace contextRef="#ctx0" brushRef="#br1" timeOffset="72206.16">22831 6000 22932 0,'0'0'0'0,"0"-12"3673"16,27-9-2233 0,32 15-1167-1,-21 42-129 1,-26 22 112 0,-12-58-256-1,-26 70-16-15,-14-23-1545 31,18-31-17947-31</inkml:trace>
  <inkml:trace contextRef="#ctx0" brushRef="#br1" timeOffset="72397.31">22957 6026 18860 0,'0'0'0'0,"-3"-6"5777"15,26-11-2481 1,50-13-2887-1,-5 30-105 1,-27 47-168 0,-41-47-136-1,17 68 136-15,-39 6-456 16,-31-21-7994 0,10 3-7674-1</inkml:trace>
  <inkml:trace contextRef="#ctx0" brushRef="#br1" timeOffset="72660.8">22912 6334 8033 0,'-30'9'4961'16,"-17"4"2265"0,41-9-2673-1,21-1-3097 1,58-20 96 0,41-18-1135-1,-114 35-417-15,93-14 56 16,-44 37-56-1,-56 46 272 1,-90 46-112 0,-15-5 8-1,26-36-560 1,71-79-20469 0</inkml:trace>
  <inkml:trace contextRef="#ctx0" brushRef="#br1" timeOffset="72880.38">23302 5788 14227 0,'0'0'0'0,"-12"-11"12362"16,12 42-9889-1,9 57-1209 1,7 44-656-1,-11 61-560 1,-5-193-48 0,-4 236-376-16,-48-40-7842 15,11-196-3400-15</inkml:trace>
  <inkml:trace contextRef="#ctx0" brushRef="#br1" timeOffset="72997.08">23117 6547 22388 0,'0'0'1081'0,"0"0"-1081"32,57-13 4448-17,46-21-6752 1,-53 25-14596-16</inkml:trace>
  <inkml:trace contextRef="#ctx0" brushRef="#br1" timeOffset="73286.81">23524 6105 19284 0,'21'-48'4801'16,"16"26"-2329"0,3 51-2112-1,-21 56-112 1,-49 8 176 15,-33-31 81-15,63-62-505-16,-46 9 592 15,30-50-392 1,31-35-1065 0,33 5-9561-1,-35 59-272-15</inkml:trace>
  <inkml:trace contextRef="#ctx0" brushRef="#br1" timeOffset="73512.47">23737 5816 19212 0,'0'-11'3784'0,"0"-5"705"16,3 45-1904-1,7 63-1801 1,4 57-656-1,9 49 240 17,-23-198-368-32,16 222-88 15,-15-66-176 1,-8-130-3641 0,7-91-15779-16</inkml:trace>
  <inkml:trace contextRef="#ctx0" brushRef="#br1" timeOffset="73649">23840 6171 23565 0,'0'-15'2080'0,"0"6"1161"15,23 8-2761 1,53 0-464 0,9-60-17356-1</inkml:trace>
  <inkml:trace contextRef="#ctx0" brushRef="#br1" timeOffset="74183.25">24128 5892 25349 0,'-3'-10'2304'16,"7"5"-1415"-1,57-1-1249 1,-10 13-1697 0,-30 26-936-1,-39 8 2641 1,18-41 352-16,-23 27 801 16,17-16 375-1,16-8-488 1,13 0-392-1,8 1-1264 17,-31 35-4065-17,-47 22 3632 1,15-19 2770 0,30-32-737-1,24 6 1704 1,14-3-1511-1,-13 36-393 1,-24 18 448 0,-36-22-416-1,-9-24 672 1,20-45-120 0,22-42-1048-1,38 2-2128 1,6 26-16300-1</inkml:trace>
  <inkml:trace contextRef="#ctx0" brushRef="#br1" timeOffset="74545.75">24454 5728 21236 0,'0'-5'2425'0,"0"-25"4000"15,0 30-5313 1,7 64-848 0,-1 49-8-1,-2 41-512 1,-4-154 256 0,3 172-424-16,-3-86-2553 15,1-97-1599 1,17-66 2823 15,2 12 3049-15,-8 20 2465-1,17 23-1608 1,28-11-1833 0,12 18-800-1,-44 47-6546 1,-26 18-8537-1</inkml:trace>
  <inkml:trace contextRef="#ctx0" brushRef="#br1" timeOffset="74907.3">24302 6538 18459 0,'-6'15'2585'0,"4"29"2472"15,6 15-3313 1,16-15-1391-1,-12-33-209 17,0-23 280-17,-8 12-424-15,38-85 40 16,7 13 72 0,-5 34-176-1,-13 27 64 1,-6 46 16-1,-36 71 104 1,-37 23-120 0,26-39-32-1,29-69 32 1,62-36 0 0,31-48-6770-1,-75 52-6073 1</inkml:trace>
  <inkml:trace contextRef="#ctx0" brushRef="#br1" timeOffset="75247.81">23767 6054 18411 0,'-17'0'3457'0,"-2"3"1736"0,22-3-4193 16,63-25-623 15,47-21-1066-15,-36 43-18875 0</inkml:trace>
  <inkml:trace contextRef="#ctx0" brushRef="#br1" timeOffset="75500.17">24611 6901 25733 0,'0'-5'1816'0,"0"-29"137"16,12 20-4474 15,-16 9-18507-31</inkml:trace>
  <inkml:trace contextRef="#ctx0" brushRef="#br1" timeOffset="77984.25">18825 1746 2456 0,'0'0'0'0,"8"0"6393"0,6 3-2288 16,-10-3-376-1,1-7 80 1,-4-4-856-1,-1 11-2953 1,2-1 1192-16,1 1 472 16,1 39 545-1,-8 42-1217 17,-12 6-760-17,0-22-160 1,16-44-208-1,19-17 536 1,24-8-448 0,14-3-56-1,-13 30 128 1,-28 36 72 0,-22 0 336-1,-29-15-96 1,-24-24-408-1,16-23-2120 1,16-46-10179 0,27 29 2665-1</inkml:trace>
  <inkml:trace contextRef="#ctx0" brushRef="#br1" timeOffset="78123.5">18862 1880 10282 0,'0'-4'7985'0,"-3"-2"-3216"15,1 5-2232 1,47-1-73 0,41-20-1719-1,27-13-3346 1,-113 35 2601 0,57-14-17412-16</inkml:trace>
  <inkml:trace contextRef="#ctx0" brushRef="#br1" timeOffset="78728.09">19288 1657 21196 0,'0'0'0'0,"-23"-26"4793"16,0 11-2080-1,26 18-2241 1,26 53 1024 0,-15 49-216-1,-14-105-1280 1,2 146 144-16,-11-3-320 15,6-46-1736 1,9-76-5362 0,40-60-1624-1,4-43 6482 1,-10 8 8001 15,-26 30 48-15,-11 38-2808-1,-23 23-2273 1,-19 16-352 0,2-11 72-1,23-20-216 1,7-8-8 0,7 3-224-1,23 6 536 1,34 17 240-1,16-6-496 1,7-17-992 0,-33-8-17252-1</inkml:trace>
  <inkml:trace contextRef="#ctx0" brushRef="#br1" timeOffset="79093.14">19643 1727 21844 0,'-20'-3'5137'0,"-3"6"-2280"16,13 50-2241 0,7 43-416-1,3 15-152 1,3-15-360-1,-3-96 312-15,0 48-904 16,0-52-929 0,3-45 1609-1,13-6 456 17,-3 21 24-17,-1 18 201 1,13 7-529-1,9 4-32 1,-6-3-5202 0,-6-4-11713-1</inkml:trace>
  <inkml:trace contextRef="#ctx0" brushRef="#br1" timeOffset="79293.64">19809 1685 14155 0,'0'-8'7745'16,"-8"-5"-3088"-1,8 11-3064 1,0 60 679 0,2 45-1544-1,0 30-616 1,-2-133-112 0,0 146 232-1,0-25-2736 1,1-68-17357-16</inkml:trace>
  <inkml:trace contextRef="#ctx0" brushRef="#br1" timeOffset="79737.42">19949 2015 23837 0,'-3'0'1312'0,"1"-5"1392"16,6-7-1375-1,45-8-1249 17,32-14-144-17,-24 27 24 1,-57 7 40-16,20 25 16 15,-40 32-8 1,-40 23 160 0,-3-10-336-1,30-38 232 1,22-29-64 0,11-5-240-1,24-1 360 1,25 3-136-1,11 3-72 1,-17-3-576 0,-24 0-8874-1,-18 0-4577 1</inkml:trace>
  <inkml:trace contextRef="#ctx0" brushRef="#br1" timeOffset="79878.94">19981 2149 17779 0,'0'0'0'0,"-7"-1"4737"16,4-5-2352 0,23 6-2105-1,40-4-256 1,20-12-16564 0</inkml:trace>
  <inkml:trace contextRef="#ctx0" brushRef="#br1" timeOffset="80293.19">20337 1973 19980 0,'-15'-1'6377'16,"-2"-2"-3552"-1,19 3-2385 1,50 0-24 0,39-4-248-1,17-12-88 1,-108 16-80-16,99-10 88 16,-15 2-520-1,-37 4 544 1,-44-6 160-1,-29-26 384 1,-38-4 792 0,22 1-1144-1,20 18-496 1,19 23-1384 0,30 34-7938 15,22-10-7570-31</inkml:trace>
  <inkml:trace contextRef="#ctx0" brushRef="#br1" timeOffset="80407.5">20812 1920 7257 0,'2'6'7826'16,"-1"28"1192"-1,-23 13-4729 1,-17 11-2689 0,-26 22-1648-1,13-12-20717 1</inkml:trace>
  <inkml:trace contextRef="#ctx0" brushRef="#br1" timeOffset="81079.56">21276 1959 15219 0,'22'-25'7049'0,"15"-8"-3432"16,-27 27-2217 0,-10 64-415-1,-13 34-697 1,2-16-144-1,11-76-144-15,1 36-16 16,26-33 32 0,16-6 168-1,-6 8-384 1,-24 37 200 0,-18 17 472 15,-40 3 24-16,-12-16-992 1,-2-39-19429 0</inkml:trace>
  <inkml:trace contextRef="#ctx0" brushRef="#br1" timeOffset="81229.72">21328 1996 17451 0,'-5'-2'5721'16,"3"0"-2936"-1,50-9-1001 1,43-8-2040 0,0-10-23757-1</inkml:trace>
  <inkml:trace contextRef="#ctx0" brushRef="#br1" timeOffset="81578.53">21793 2027 19964 0,'-3'0'2952'15,"-21"-2"121"1,-24 21-1937 0,7 55-23-1,15-4-673 1,29-21-320-1,-3-49-120 1,42 14 72-16,14-17-504 16,-11-36 1040-1,-17-16-392 1,-21-11-112 0,-30 17-16-1,2 29-176 16,3 21-1569-15,18 20-17283 0</inkml:trace>
  <inkml:trace contextRef="#ctx0" brushRef="#br1" timeOffset="81896.19">21976 2076 13122 0,'0'-3'5169'16,"-10"-5"-840"-1,0 2-1688 1,-5 28-1385 0,9 30-464-1,7-15-248 1,-1-37-544 0,27 17 329-16,22-30-57 15,-10-33-184 16,-19 1 48-15,-24 21 8 0,-31 9 8-1,1 15-408 1,27 4-19205 0</inkml:trace>
  <inkml:trace contextRef="#ctx0" brushRef="#br1" timeOffset="82227.44">22258 1859 13874 0,'-6'0'8378'0,"-12"17"-3609"16,-3 48-2632-1,10 24-1945 1,13-6-192 15,13-16-72-15,-15-67 72-16,8 26-2737 15,-7-31-728 1,1-44 3361 0,-1 7 1353-1,2 18 887 1,10 15-1224-1,33 0-664 1,9-7-672 0,-18-2-19116-1</inkml:trace>
  <inkml:trace contextRef="#ctx0" brushRef="#br1" timeOffset="82418.73">22420 1760 13162 0,'0'-1'6226'16,"-6"-2"-1513"0,-4 39-320-1,2 47-3001 1,8 17-968 0,0 14-496-1,0-114 72-15,15 107-6057 16,23-55-11659-16</inkml:trace>
  <inkml:trace contextRef="#ctx0" brushRef="#br1" timeOffset="82829.3">22597 1999 23012 0,'-3'-3'2305'0,"3"-6"-673"31,44-16-1368-15,27-1-496-1,-18 21 728 1,-34 46-488 0,-19-41-8-16,-30 72 48 15,-38 22-48 1,1-14-16-1,39-42 32 1,22-32 160 0,12-6-264-1,22 6 32 1,11 3-24 0,1-6 144-1,-1-3-312 1,-24-7-10194 15,-15 2 352-31</inkml:trace>
  <inkml:trace contextRef="#ctx0" brushRef="#br1" timeOffset="82985.12">22612 2157 18099 0,'-2'0'2433'15,"-3"0"247"1,22 0 161-1,40-9-2625 1,28-17-3193 0,-18 18-13530-1</inkml:trace>
  <inkml:trace contextRef="#ctx0" brushRef="#br1" timeOffset="83105.24">23067 2207 21428 0,'0'0'664'16,"0"9"3129"0,0-2-2449-1,6-7-17451-15</inkml:trace>
  <inkml:trace contextRef="#ctx0" brushRef="#br0" timeOffset="87022.03">21262 3495 18531 0,'0'0'0'0,"-22"-2"5922"15,10 4-3626 1,-31 94-2056 0,-32 59-136-1,24-22-56 1,51-133-48 0,-23 64-528-16,26-52-18188 15</inkml:trace>
  <inkml:trace contextRef="#ctx0" brushRef="#br0" timeOffset="87220.81">21405 3498 15019 0,'0'0'0'0,"2"-14"10074"32,-2 28-8026-17,-45 88-711 1,-25 58-753-1,-9-2-504 1,79-158-80 0,-25 82-1097-16,65-80-18571 15</inkml:trace>
  <inkml:trace contextRef="#ctx0" brushRef="#br0" timeOffset="87638.71">21706 3566 20332 0,'-3'-21'2936'15,"-8"-1"1385"1,7 31-3816-1,-20 72-626 1,-22 30 153 0,35-23-104-1,11-88 72 1,0 32 24-16,30-26-168 16,34-8-32-1,-24 18 200 1,-21 41-24-1,-42 9 224 1,-37 3-136 0,-5-33-88-1,10-32-1544 17,46-54-17284-32</inkml:trace>
  <inkml:trace contextRef="#ctx0" brushRef="#br0" timeOffset="87790.31">21615 3719 18115 0,'0'0'2585'16,"14"-8"1560"-1,44-7-2945 1,27 8-1256 0,12 19-18716-1</inkml:trace>
  <inkml:trace contextRef="#ctx0" brushRef="#br0" timeOffset="88025.09">21945 3445 17867 0,'-10'-11'5578'15,"0"7"-1858"1,0 79-2647-1,10 31-385 1,4 24-568 0,-3 8-312-1,-1-138 192-15,9 62-2465 16,34-92-17171 0</inkml:trace>
  <inkml:trace contextRef="#ctx0" brushRef="#br0" timeOffset="88261.7">22108 3711 15915 0,'0'0'0'0,"-7"-3"4977"16,-29 19-3969 0,-8 32-856-1,2-13-216 1,16-29 56 15,19-6 72-15,7 0-64-16,0 0 0 15,13 18-520 1,23 13 1552 0,14-14-392-1,11-2-584 1,6-15-8745 0,-46-5-201-16</inkml:trace>
  <inkml:trace contextRef="#ctx0" brushRef="#br0" timeOffset="88620.71">22291 3530 20196 0,'0'0'0'0,"-13"-14"6649"15,6 10-4216 1,7 58-2529 15,2 33 160-15,3 35-16-1,-5-122-48 1,0 107-560-16,-8-77-2441 16,14-65-4329-1,15-28 4970 1,-11 18 4896 0,-8 26 2514-1,-2 15-2682 1,14 0-2296-1,32 0-280 1,-11-15-3521 0,-16-20-11994-1</inkml:trace>
  <inkml:trace contextRef="#ctx0" brushRef="#br0" timeOffset="88789.48">22443 3545 9450 0,'0'-40'4400'16,"3"-23"2450"-1,-3 45-1121 1,0 18-5729 0,0 61 2849-1,-9 55-1985 1,9-116-864-16,0 137 0 16,16 17-368-1,20-56-18292 1</inkml:trace>
  <inkml:trace contextRef="#ctx0" brushRef="#br0" timeOffset="89202.09">22582 3752 19884 0,'-5'0'1648'15,"-12"-9"3449"1,18-4-3897-1,65-21-1040 1,-4 22-408 0,-25 8 248-1,-37 4 0 1,9 38 24-16,-25 40 128 16,-59 22-64-1,7-16-176 1,52-59-192-1,16-25 280 1,16-1-240 0,13 3 272 15,14 14-32-15,-2-9-88-1,1-11 88 1,-24-5-3120-1,-18-2-12612-15</inkml:trace>
  <inkml:trace contextRef="#ctx0" brushRef="#br0" timeOffset="89316.94">22608 3918 12730 0,'-16'0'9218'16,"12"-2"-5177"-1,32 2-3185 1,72-15-1128-1,0 1-17588 1</inkml:trace>
  <inkml:trace contextRef="#ctx0" brushRef="#br2" timeOffset="92229.23">28089 2145 12970 0,'0'-3'1793'0,"9"-2"2856"16,0-1-1465-1,-9 8-2239 1,0 41 719 0,-6 51-240-1,6-94-1424 1,-13 250-744-16,7-1 2304 16,13 14-1104-1,29 39-648 16,-25 94 801-15,-20 36-521 0,-1 42-176-1,12 47 1088 1,26 50-784 0,7 59-608-1,-14 26 600 1,-1 1 864-1,0-9-344 1,-12 35-416 0,-38 40 128-1,-24 23 184 1,-6-37-383 0,18-72-241-1,7-138-337 16,59-165-943-15,94-179-23565 0</inkml:trace>
  <inkml:trace contextRef="#ctx0" brushRef="#br3" timeOffset="94063.94">28452 2695 11938 0,'-2'-12'2897'0,"-15"-12"2584"15,7 2-1368 1,6 9-1793 0,1 12-2384-1,-7 42-1736 1,10-41 1800-1,-20 66-18180-15</inkml:trace>
  <inkml:trace contextRef="#ctx0" brushRef="#br3" timeOffset="94233.91">28425 2933 18523 0,'-3'-11'1521'0,"3"5"2216"16,-2 38-1233-1,2 28-2616 1,0 5-1688 15,5-27-17300-15</inkml:trace>
  <inkml:trace contextRef="#ctx0" brushRef="#br3" timeOffset="94592.87">28537 2963 14571 0,'0'0'0'0,"0"-20"5337"16,0 14-3281 0,7 8-688-1,10 34-1352 1,-8 20 569 0,-9-56-585-1,-18 75 168-15,-3-49-264 16,21-27 336-1,6-59-248 17,40-28-104-17,1 38 776 1,-36 39-368 0,-3 30 136-1,-2 36-696 1,2-13 216-1,18-21 264 1,8-14-4441 0,-3-17-10138-1</inkml:trace>
  <inkml:trace contextRef="#ctx0" brushRef="#br3" timeOffset="94891.5">28822 2755 10466 0,'0'0'0'0,"-4"-36"7993"0,0 12-4040 15,0 12-336 1,1 11-3465 0,3 4-408-1,0-3 256 1,1 78-368-16,-5 25-7122 16,-15-69-7945-1</inkml:trace>
  <inkml:trace contextRef="#ctx0" brushRef="#br3" timeOffset="95065.89">28852 2975 13530 0,'0'0'2737'15,"-8"10"824"1,-5 21-753 0,13 6-1703-1,1 12-1065 1,15-19-6938-1,-19-30-1792-15</inkml:trace>
  <inkml:trace contextRef="#ctx0" brushRef="#br3" timeOffset="95262.46">28937 2978 15899 0,'-7'-3'3121'0,"3"0"47"16,31-1-343-1,63-23-1809 1,3 4-816 15,-40 19-312-15,-53 4 112-16,19 7-7113 16,-18-4-6370-16</inkml:trace>
  <inkml:trace contextRef="#ctx0" brushRef="#br3" timeOffset="95474.78">29130 2762 13146 0,'0'0'0'0,"-20"-7"8570"15,-3 46-4825 1,6 55-2217 0,14-5-1216-1,6 4-376 1,-3-93 64-1,13 78-1248-15,24-33-19556 16</inkml:trace>
  <inkml:trace contextRef="#ctx0" brushRef="#br3" timeOffset="95644.38">29186 3209 16619 0,'0'0'1384'0,"0"0"-1384"16,20 3 6522-1,57-19-5434 1,15 0-2400 0,-20-10-15564-1</inkml:trace>
  <inkml:trace contextRef="#ctx0" brushRef="#br3" timeOffset="96097.05">29571 2576 15531 0,'-3'-24'4825'15,"-8"-18"-1945"1,11 46-2968 0,2 70 489-1,9 71 559 1,-7 22-680 0,-4-167-280-1,-17 166-192-15,2-78-32 16,8-73 552-1,1-36-368 1,14-65 168 0,32-1 136 15,-13 60-360-15,-11 22 896-1,-1 45-728 1,-9 18-168-1,11-12-136 1,18-26-1200 0,-7-45-15068-1</inkml:trace>
  <inkml:trace contextRef="#ctx0" brushRef="#br3" timeOffset="96697.66">29900 2954 10778 0,'-4'-29'6209'0,"4"-7"-1776"15,-10 29-2056 1,-40 47-1177 0,5 25-1160-1,30-7-216 17,15-58 176-32,2 37-104 15,23-27 152 1,23-18 120-1,-3-45 24 1,-11 15 512 0,-28 32-904-1,-4 9 584 1,5 45-640 0,13-6 328-1,7-26-152 1,6-16-2873-1,13-42-8737 1,-16-8 6137 0,-26 15 14995 15,-17 4-2633-15,11 18-4312-1,2 16-1449 1,-5 47-1032-1,5 25 296 1,0-12-312 0,5-49-216-1,-3-21 632 1,19-54-80 0,14-16-160-1,0 31-208 1,-7 21-1896-1,5 27-17356 1</inkml:trace>
  <inkml:trace contextRef="#ctx0" brushRef="#br3" timeOffset="97196.47">30353 2998 11410 0,'-40'-48'8274'16,"34"22"-5994"-1,-16 11 953 1,-13 37-2929 0,-4 52 112-1,24 5-376 1,15-79-40-16,2 58-512 16,22-39 640-1,23-23-392 1,-1-40 472-1,-16-21-416 1,-12-35 304 0,-8-42-416 15,8-31-1873-15,-13 81 3258-1,-8 68-593 1,1 30-248-1,-13 65 1296 1,-12 56-760 0,19 15-408-1,14-43-248 1,27-38-1368 0,13-39 752-1,14-6-496 1,-15-16-2577-1,-20-18-11098 1</inkml:trace>
  <inkml:trace contextRef="#ctx0" brushRef="#br3" timeOffset="98543.53">30604 2924 17571 0,'-36'-16'4329'0,"32"6"-3153"16,4 13-799-1,0 37-1402 1,9 10 1929 0,10-18-831-1,-19-32-73-15,22 10 104 16,-3-11 304 0,17-41-448-1,-6 0 672 1,-18 33-448-1,-11 11-312 1,6 26 296 0,9 2-72 15,-4-20 72-15,-1-6 320-1,27-39 56 1,14-21-648-1,-21 17 168 1,-12 7-504 0,7 17-2209-1,12 16-3632 1,-18 10 4129 0,-16 0 3456-1,-4-1 3409 1,-15 3-2241-1,-10 26-583 1,-5 14-2073 0,15 8 216-1,16-14-64 17,25-40 184-17,14-9-120 1,9-61 176-1,-17 13-208 1,-20 17 320 0,-12 33-328-1,0 9-232 1,0 26 312 0,11-11-8-1,10-5-120 1,2-15-816-1,0-13-2393 1,3-29 1081 0,-14 1 3440-1,-10 8 2145 17,-2 26-2665-17,0 8-616 1,0 46 240-1,-7 9-784 1,2-30 688 0,5-26-144-1,0-9 360 1,12-58-624 0,35 4 184-1,-13 3-288 1,-5 42-256-1,-4 30 312 1,-6 8 56 0,-5 8-2385-1,4 5 3425 17,19-28-1072-17,9 2 336 1,-16-13 176-1,0-22-328 1,-7-15 400 0,-13 0-728-1,-19 14 504 1,-43 25-288 0,-1 49-80-1,29 11 472 1,8 10-224-1,18-24 56 1,18-31-328 0,21-8 448-1,22-17-440 1,28-18-5513 15,-70 23-4769-31</inkml:trace>
  <inkml:trace contextRef="#ctx0" brushRef="#br3" timeOffset="99385.99">31588 3239 10978 0,'-3'-1'3369'0,"-11"-11"-161"16,7 5-1671-1,8 7-377 1,38 0 8 0,54-3-752-1,-93 3-416 1,146-18-4649-16,-110 14-5713 0</inkml:trace>
  <inkml:trace contextRef="#ctx0" brushRef="#br3" timeOffset="100232.45">28367 3848 18555 0,'0'0'0'0,"-14"0"2569"0,0 66-288 15,4 82-1177 1,18 19-56 0,-3-12-760-1,-5-155-288 1,-12 92 144-16,-2-83 848 16,-2-72-400 15,16-84-632-16,59-25 8 1,17 23 8 0,-14 101-2496-1,-20 54 3224 1,-23 64-680 0,-37 15-152-1,-29-33-400 1,-2-19 1984-1,13-48-424 1,30-40-1136 0,60-16-10858-1,-33 59 672 1</inkml:trace>
  <inkml:trace contextRef="#ctx0" brushRef="#br3" timeOffset="100663.4">28642 3984 8345 0,'-8'-18'10082'0,"6"4"-6017"15,2 14-2168 1,23 38-1161 0,24 10-416-1,-21-22 352 1,-26-26-672-16,13 7 184 15,11-33-240 1,11-51 424 0,2 5 200-1,-13 43-600 1,-10 35-208 0,1 62 336 15,-1-4 200-16,4-40-96 1,4-17 216 0,20-37-119-1,2-24 15 1,-15 16-384 0,8 4-1665-1,-7 18-19211 1</inkml:trace>
  <inkml:trace contextRef="#ctx0" brushRef="#br3" timeOffset="101172.41">29178 3916 13866 0,'-3'-2'4057'0,"3"0"960"16,-3 2-2328-1,3 30-1993 16,0 27-304-15,4-8-232 0,-4-49-160-16,2 7 200 15,-1-12 288 1,29-60-360 0,20-2-128-1,-23 41-40 1,-17 23-24-1,-5 42 24 1,-5 20 40 0,0-15-64-1,0-29 112 1,0-16-104 0,3-38-136 15,26-35 88-16,24 9 72 1,-36 51 208 0,-6 25-1640-1,-7 31 1848 1,-4 6 448 0,4-9-1376-1,32-28-3457 1,14 7-14955-1</inkml:trace>
  <inkml:trace contextRef="#ctx0" brushRef="#br3" timeOffset="101389.76">29661 4067 13482 0,'-4'-3'3081'0,"-22"-16"2568"0,19 16-3464 31,24 7-1681-15,75-8-152-1,48-27-2449 1,-67 13-13314-16</inkml:trace>
  <inkml:trace contextRef="#ctx0" brushRef="#br3" timeOffset="101856.08">30089 3568 16771 0,'0'-2'3777'15,"0"0"-600"1,0 22-1641 0,-6 42-696-1,-6-5-600 1,5-10-192-1,7-47-48-15,7 25-176 16,37-13 352 0,12 2-296-1,-9 29-224 1,-34 9 376 0,-33-5-48-1,-32-22 416 16,1-6-544-15,14-22-1040 0,21-49-19205-1</inkml:trace>
  <inkml:trace contextRef="#ctx0" brushRef="#br3" timeOffset="101976.25">30128 3705 16179 0,'0'-2'4737'16,"6"-13"-1568"-1,56-27-1769 1,32 4-1872 0,-10 30-17732-1</inkml:trace>
  <inkml:trace contextRef="#ctx0" brushRef="#br3" timeOffset="102370.54">30408 3714 11962 0,'0'-37'5705'16,"6"26"-2440"-1,-6 25-2313 1,-13 52-464 0,-8 0 512-1,18-17 17 1,3-49-1017-16,13 26-1417 15,4-19 1297 1,13-32 88 0,-6-32 104-1,-13-7 537 1,-3-4-289 0,-11 34-793-1,-11 25 1018 1,5 12-721 15,-1 26-601-15,25 23-10937-1,-10-48 4080-15</inkml:trace>
  <inkml:trace contextRef="#ctx0" brushRef="#br3" timeOffset="102691.55">30673 3723 14931 0,'0'0'0'0,"-4"-20"5137"16,-32 13-3241-1,-2 45-1504 1,13 29-280 0,12-4 16-1,13-63-128 1,29 50 104-16,4-39 8 31,19-15 344-15,-12-56 361-1,-32 1-857 1,-16 14 696 0,-15 4-696-1,12 36-16 1,11 8-2993-1,8 17-13194 1</inkml:trace>
  <inkml:trace contextRef="#ctx0" brushRef="#br3" timeOffset="103088.41">30891 3601 16827 0,'0'-26'3017'0,"2"4"-49"31,-2 26-639-15,-17 90-1481-1,2 34-712 1,12-25-248 0,3-103 112-16,1 73 112 15,2-55-760 1,17-45-2153-1,19-37 265 1,-29 1 3184 0,-7 39 2649-1,1 13-1737 1,10 2-1280 0,21 5-320-1,8 2-288 1,-16-4-6393 15,-14-2-6746-31</inkml:trace>
  <inkml:trace contextRef="#ctx0" brushRef="#br3" timeOffset="103257.42">31177 3491 16643 0,'-3'-15'2753'0,"-7"5"343"16,3 35-631-1,-16 59-1561 1,5 23-752 0,18 4 48-1,0-111-200 1,1 103-1744-16,17-53-16444 16</inkml:trace>
  <inkml:trace contextRef="#ctx0" brushRef="#br3" timeOffset="103649.54">31260 3827 18003 0,'0'0'0'0,"6"-53"376"16,42 34 297-1,22 1-441 1,-6 11 704-1,-29 7-1040 1,-35 0 104 0,21 22 136-16,-62 69-208 15,-43-22 32 1,37-20 320 0,37-26-168-1,17-17-336 1,17-6-264-1,10 9 744 17,16-6-136-17,-20-3-760 1,-2-2-14131 0</inkml:trace>
  <inkml:trace contextRef="#ctx0" brushRef="#br3" timeOffset="103781.94">31304 3968 13746 0,'0'0'0'0,"-14"-59"6562"15,47 42-6082 1,34 4-1360 0,-13-9-10699-1,-41 22 5282 1</inkml:trace>
  <inkml:trace contextRef="#ctx0" brushRef="#br3" timeOffset="104031">31834 3616 17419 0,'-20'-9'3985'16,"-23"3"-2217"-1,-31 68-1351 1,-1 41 439 0,48 0-584-1,51-20-328 1,-24-83 56 0,75 62-96-16,38-45-5577 15,-76-17-5658 1</inkml:trace>
  <inkml:trace contextRef="#ctx0" brushRef="#br3" timeOffset="104288.21">32112 3525 18796 0,'0'-6'2104'16,"24"-9"-672"-1,20 9-512 1,-12 54-583 0,1 47 415-1,-9 48-336 1,-24-143-416 0,-17 168 272-16,-62-7-1384 15,2-71-15052 1</inkml:trace>
  <inkml:trace contextRef="#ctx0" brushRef="#br3" timeOffset="106068.09">30964 2237 14091 0,'0'0'0'0,"9"-28"4825"0,5 4 384 31,-14 16-3593-15,2 8-1312-1,16 53 120 1,-18-53-424-1,37 153-112-15,-13-14 128 16,-9-83-32 0,-10-53 144-1,34-38 656 1,31-39-816 0,-4 36-736-1,-26 26-1160 1,-21 7-5274-1,-15 4-5192 1</inkml:trace>
  <inkml:trace contextRef="#ctx0" brushRef="#br3" timeOffset="106217.48">31160 2400 16827 0,'-10'6'3393'15,"4"-3"720"1,12-23-1833-1,21-47-2216 1,19-40-3000 0,-27 54-13724-1</inkml:trace>
  <inkml:trace contextRef="#ctx0" brushRef="#br3" timeOffset="106669.05">29745 1052 17211 0,'0'-4'1681'0,"1"0"1143"0,-10 23-2392 31,-46 112-528-15,-45 117-448-1,47-95-4841 1,53-153 5385-16,-13 36-11699 0</inkml:trace>
  <inkml:trace contextRef="#ctx0" brushRef="#br3" timeOffset="106795.06">29576 1475 9281 0,'25'-2'1449'15,"38"2"4104"1,6 10-3337 0,7 14-1647-1,8-9-6595 1,-66-15-2151-1</inkml:trace>
  <inkml:trace contextRef="#ctx0" brushRef="#br3" timeOffset="107319.03">29794 1108 14579 0,'0'-5'4369'15,"-6"-3"1248"1,6 4-5033-1,0 43 192 1,25 94-1280 0,5 42 416-1,-30-175 88-15,14 93 96 16,-11-77 208 0,-14-49-632-1,1-40 328 1,6 12 0-1,4 39 168 1,9 9 216 0,10-2-440 15,4-3-3129-15,2-13-5817-1,-10-9 6402 1,-11-10 6617-1,-13-4 1296 1,-9 9-1712 0,6 18-2649-1,9 27 1192 1,15 48-1175 0,43 77-1042-1,19 52-223 1,-25-61-3512-1,-20-71-15677 1</inkml:trace>
  <inkml:trace contextRef="#ctx0" brushRef="#br3" timeOffset="107949.17">30048 1080 15435 0,'0'-3'1648'0,"-6"-4"1233"16,6-4-2689 0,6-4-368-1,24 3 392 1,8 3-160 0,-38 9-56-1,34-3 584-15,-23 24 192 16,-21 14-384-1,-13 2-304 1,-3-9-504 0,20-16 328-1,12-16 96 17,12-11-728-17,-1 12 1096 1,-14 25 360-1,-12 16-1072 1,-3 12 384 0,9-25-72-1,15-15-184 1,22-10 288 0,5 8 48-1,4 53-656 1,-59 17 936-1,-31-10-64 1,6-37 64 0,6-20 120-1,26-11-664 1,15-5 216 15,38-8 96-15,31-32-240-1,23-5-2280 1,-43 31-12003-16</inkml:trace>
  <inkml:trace contextRef="#ctx0" brushRef="#br3" timeOffset="108247.55">30413 1003 12738 0,'0'-8'3577'0,"0"-7"-864"16,1 0-2921 0,12 9 576-1,10 25 384 1,-9 27-208 15,-14-46-544-31,2 50 1376 16,-34-16 32-1,-5-23-919 1,14-31-481 0,20-20-1377-1,12 4-2143 1,8 18-9483 0</inkml:trace>
  <inkml:trace contextRef="#ctx0" brushRef="#br3" timeOffset="108521.9">30281 1252 12802 0,'0'0'896'0,"-9"2"1561"16,9-2-2457-1,25-13 4065 1,41-23-3073 15,22-14-888-15,-88 50-104-16,86-31 384 15,-28 19 1481 1,-31 30-1129 0,-16 21-432-1,-11 13-456 1,-14 1-3513 0,-41 24-14491-1</inkml:trace>
  <inkml:trace contextRef="#ctx0" brushRef="#br3" timeOffset="108715.05">30409 1366 8969 0,'12'0'4833'16,"6"-2"-888"0,2 25 256-1,22 18-2560 1,30-18-441 15,24-23-192-15,-96 0-1008-16,103-17 648 15,-41-5-2928 1,-34 4-14292-16</inkml:trace>
  <inkml:trace contextRef="#ctx0" brushRef="#br3" timeOffset="108985.75">30880 851 17339 0,'0'0'1505'15,"2"2"1015"1,22-3 665-1,27-24-1889 1,31-11-1240 0,3-7-4433-1,-85 43 4377-15,53-21-18316 16</inkml:trace>
  <inkml:trace contextRef="#ctx0" brushRef="#br3" timeOffset="109154.49">30974 863 10794 0,'-3'2'3176'16,"-9"14"1457"-1,7 18-80 1,5 24-2432 0,20 8-1025-1,14 10-880 1,-34-76-216 0,29 79-632-16,-5-21-20132 31</inkml:trace>
  <inkml:trace contextRef="#ctx0" brushRef="#br3" timeOffset="109303.17">30994 1107 17171 0,'0'0'0'0,"0"0"0"16,5-2 7394 0,21-12-6386-1,23-10-1104 1,14-7-15699-1</inkml:trace>
  <inkml:trace contextRef="#ctx0" brushRef="#br3" timeOffset="109986.02">31230 1012 14043 0,'0'0'1272'0,"6"-9"3641"15,0 2-3489 16,6 6-24-15,4 22-999 0,6 22-682-1,-22-43 281 1,34 46 176-16,-11-21 289 16,-1-21-225-1,-3-47-792 1,-3-12 1040-1,-7 8-200 1,-1 23-944 0,3 21 504-1,5 26 712 1,12 0-504 0,-2 1-184 15,-2-16-4945-16,-10-14 496 1,-11-30 5489 0,-3-6 2392-1,-4 3-831 1,4 23-1817 0,10 17-96-1,14 37 360 1,3 18-936-1,-7-8 313 1,-11-22 1095 0,-5-26-1632-1,1-51 328 1,8-11-64 0,1 2-496 15,1 33 776-16,0 27 16 1,1 32-136 0,4 17-6425-1,-14-45-4802-15</inkml:trace>
  <inkml:trace contextRef="#ctx0" brushRef="#br3" timeOffset="110233.03">31892 894 9466 0,'4'-7'4913'0,"7"-15"2776"16,-8 2-5080-1,-3 10-1993 1,-15 30 104 0,-3 45-392 15,18-65-328-31,-3 65 16 15,26-8-104 1,22-30 664 0,22-33-2824-1,-16-21-16092 1</inkml:trace>
  <inkml:trace contextRef="#ctx0" brushRef="#br3" timeOffset="110456.37">31926 830 15075 0,'0'0'1328'0,"0"0"-1328"15,4 0 6889 1,26-6-6016 0,27-21-665-1,22 1-1080 16,-79 26 872-31,87-26-12347 16,-69 23 5225-16</inkml:trace>
  <inkml:trace contextRef="#ctx0" brushRef="#br3" timeOffset="110630.38">32092 603 10642 0,'-3'0'4401'15,"-7"-7"104"1,1 7-352-1,2 33-1241 1,9 26-2896 0,25 29 176-1,-27-88-192 1,36 90-2120-16,-1-33-15436 16</inkml:trace>
  <inkml:trace contextRef="#ctx0" brushRef="#br3" timeOffset="110828.45">32299 578 14859 0,'-11'-5'6481'16,"-12"-8"-3200"0,2 0-3793-1,5 8 584 1,14 14-4705-1,16 18-11011 1</inkml:trace>
  <inkml:trace contextRef="#ctx0" brushRef="#br3" timeOffset="110967.12">32324 691 8945 0,'0'0'0'0,"5"9"9146"16,0 14-2152 0,5-1-4866-1,5 17-1560 16,0 14-520-15,-15-53-48-16,18 47-13042 16,-15-43 2839-16</inkml:trace>
  <inkml:trace contextRef="#ctx0" brushRef="#br3" timeOffset="111229.73">32467 771 15075 0,'0'-4'2552'16,"3"-4"585"-1,8 4-1873 1,8 4 273 0,1 23-105-1,1 9-128 1,-21-32-1304-16,4 35 2257 16,-16-10-689-1,-36-16-2600 16,24-9 1592-15,-6-32-1224 0,27-16-7578-1,6 29-7946-15</inkml:trace>
  <inkml:trace contextRef="#ctx0" brushRef="#br3" timeOffset="111608.13">32593 697 11186 0,'0'0'0'0,"0"-2"8946"15,0-1-2561 1,0 2-5529 0,9 5 473-1,7 32 191 1,6 11-1456 0,-22-47-64-16,25 56 488 15,-7-13 200 16,-13-23-560-15,-4-25 0 0,4-45-512-1,8-21-160 1,9 3 856 0,6 16-400-1,-6 34 848 1,1 24-312-1,7 28-1048 1,-6 20 680 0,10-10-12730-1,-29-26-41 1</inkml:trace>
  <inkml:trace contextRef="#ctx0" brushRef="#br3" timeOffset="111763.52">33073 866 19556 0,'0'0'992'16,"0"-3"2849"0,0-3-2785-1,2 2-20428 1</inkml:trace>
  <inkml:trace contextRef="#ctx0" brushRef="#br3" timeOffset="112262.88">31804 1452 12378 0,'13'-4'3345'0,"36"-21"3400"0,-16 15-3736 16,-63 104-2169-1,-45 84-312 1,-10 35-688 15,85-213 160-31,-64 190-56 16,30-53-1432-1,18-75-993 1,10-54-12402-16</inkml:trace>
  <inkml:trace contextRef="#ctx0" brushRef="#br3" timeOffset="112544.96">31281 1749 16659 0,'-11'-11'5281'15,"-12"-17"-1248"1,18 10-3849 0,51 17-656-1,73 29-688 16,62 24 2632-15,-181-52-1472-16,224 63 688 16,23-7-1400-1,-38-19 3657 1,-96 0-2097 0,-81-26-1200-1,-47-8-928 1,-13 4-18357-1</inkml:trace>
  <inkml:trace contextRef="#ctx0" brushRef="#br3" timeOffset="127706.53">18616 11973 20436 0,'0'0'0'0,"-32"-68"3049"0,62 36-1841 32,152 9-592-17,174 17 160 1,147 8-472-1,-503-2-304 1,639-9-120-16,97-34 192 16,76-13-200-1,97 0 200 1,105-6-56 0,82-3-192-1,26 25-8 1,7 40 240-1,-31 39 576 1,-46 11-120 0,-64-15-544-1,-172 12-1024 1,-221-3 168 15,-220-12 6049-15,75-9-2720-1,-22-7-8995 1,-332-12-9961-16</inkml:trace>
  <inkml:trace contextRef="#ctx0" brushRef="#br3" timeOffset="129292.72">1208 9443 11098 0,'-4'0'2104'0,"-21"6"3169"0,-5 3-736 31,10-4-4217-16,14 2-344 1,46-7-208 0,-40 0 232-16,61 13 16 15,-17 32-96 1,-32 22 64 0,-58 21 96-1,-25-7 176 1,-1-29-63-1,31-25-522 1,42-30 265 0,45-16-112-1,19-4 136 1,-1 7-160 15,-32 19 200-15,-36 41 160-1,-58 20 152 1,-9 14 337 0,11-3-433-1,35-16-144 1,31-22 64 0,50-22 152-1,38-34-10242 1,-66 13 448-16</inkml:trace>
  <inkml:trace contextRef="#ctx0" brushRef="#br3" timeOffset="129515.87">1414 9321 16363 0,'0'-2'2304'0,"-4"-2"2474"0,1 2-3210 15,3 22-1008 1,19 67-8 0,35 100-104-1,-54-187-448-15,83 366 232 16,-56-140-3929 0,-27-191-11802-1</inkml:trace>
  <inkml:trace contextRef="#ctx0" brushRef="#br3" timeOffset="129647.84">1546 9756 16427 0,'-2'-5'2985'16,"2"-4"-1185"-1,46-16-1168 1,62 2-1904 0,-5 7-14836-1</inkml:trace>
  <inkml:trace contextRef="#ctx0" brushRef="#br3" timeOffset="129917.76">1928 9645 14787 0,'0'-11'2904'16,"0"-18"-815"0,7 19-1729-1,29 25 144 1,13 33 336-1,-37 27 808 1,-12-75-1648 0,-17 42 1825-16,-55-17-25 15,34-45-1504 1,16-73-672 0,52 13-5105-1,1 45-9770 1</inkml:trace>
  <inkml:trace contextRef="#ctx0" brushRef="#br3" timeOffset="130149.23">2199 9387 15011 0,'0'0'0'0,"-5"-3"7465"15,1 2-3624 1,1 36-2585-1,12 73 89 1,10 60-865 0,-19-168-480-1,33 182 56-15,-5-50-504 16,-4-96-8250 0,-4-43-7490-1</inkml:trace>
  <inkml:trace contextRef="#ctx0" brushRef="#br3" timeOffset="130348.16">2483 9332 16347 0,'0'0'0'0,"-5"-11"7274"16,2 5-5050-1,3 46-1896 1,14 49 0-1,13 25 48 1,-27-114-376 0,18 97-6913-16,-7-70-7594 15</inkml:trace>
  <inkml:trace contextRef="#ctx0" brushRef="#br3" timeOffset="130793.45">2686 9300 16539 0,'0'0'0'0,"-18"0"1256"16,25 21 1585 0,21 38-969-1,-14 32-1264 1,-41 13-311 0,27-104-297-1,-55 78 152-15,-15-48-136 16,7-31 64-1,48-55-216 1,40-10 424 0,81-2-304-1,-66 64-80 1,-21 35 16 0,-21 17 336-1,-22-5-48 16,0-19-16-15,21-21-232 0,7-4-128-1,26 1 152 1,33 6-224 0,-21 30-10771-1,-37-31 2793-15</inkml:trace>
  <inkml:trace contextRef="#ctx0" brushRef="#br3" timeOffset="130967.92">2518 9961 15227 0,'-2'0'1808'0,"-13"6"2793"0,6-3-3169 16,45-5 273-1,123-29-721 16,-15 9-696-15,-144 22-288-16,171-39-1744 16,-54 13-17676-1</inkml:trace>
  <inkml:trace contextRef="#ctx0" brushRef="#br3" timeOffset="131401.17">3069 9366 13258 0,'0'0'0'0,"-21"-16"7162"16,41 14-7386-1,37 28 296 1,-21 22-24 0,-56 40-48-1,20-88 0 1,-81 90 80-16,0-58 200 31,46-28 296-15,33-15-544-1,82-40-256 1,10 3 104 0,-31 41-184-1,-42 39 48 1,-69 51 496-1,-16 8 1376 1,48-31-39 0,25-35-1225-1,53-18-48 1,39-60-1048 0,-23-4-16300-1</inkml:trace>
  <inkml:trace contextRef="#ctx0" brushRef="#br3" timeOffset="131560.84">3235 9595 19396 0,'0'0'672'0,"0"-5"96"16,27-2-304-1,46-18-440 1,-23 11-3625-1,-35-23-7145 1</inkml:trace>
  <inkml:trace contextRef="#ctx0" brushRef="#br3" timeOffset="131769.06">3367 9256 13378 0,'0'0'0'0,"-16"-18"8666"15,14 18-5505 1,4 64-1329 15,15 47-287-15,23 54-1201-1,-40-165-344 1,47 182 16-16,5-54-1585 16,-14-111-22908-1</inkml:trace>
  <inkml:trace contextRef="#ctx0" brushRef="#br3" timeOffset="132284.16">3625 9218 19684 0,'0'0'584'0,"20"3"-648"16,37 27 144 15,-29 27 128-15,-38 1-112-1,-60-4-48 1,70-54-48-16,-70 34 168 16,45-25 200-1,25-7-216 1,32-9-288-1,48-19 288 1,-12 7-176 0,-50 14 24-1,-126 116 24 17,59-61 656-17,31-17 608 1,18-10-455 15,27-3-409-15,44-9-120-1,13-18-160 1,-22-42-2297 0,-26-16-9385-1,-35 37 4176-15</inkml:trace>
  <inkml:trace contextRef="#ctx0" brushRef="#br3" timeOffset="132503.19">3855 9099 11674 0,'-3'-7'6129'0,"-13"-11"-39"0,12 33-3682 16,4 85-63 0,1 74-881-1,34 75-936 1,-35-249-528-1,68 222-264-15,7-55-776 32,-38-147-8026-17,6-59-6570-15</inkml:trace>
  <inkml:trace contextRef="#ctx0" brushRef="#br3" timeOffset="132834.45">4167 9132 20812 0,'-50'-8'4145'16,"40"4"-2113"-1,15 1-2248 1,58-6 352 0,-11-3-200-1,-30 14 80 1,-22-2-16-1,-11 37 160 1,-59 42 72 0,17-5-176-1,41-38-136 1,16-23 88 0,41-8-48-1,36-28 152 1,-7 3-24-1,-21 6-2448 1,-40 34-16932 0</inkml:trace>
  <inkml:trace contextRef="#ctx0" brushRef="#br3" timeOffset="133022.91">4130 9533 12602 0,'-16'0'6073'0,"2"0"-1263"16,17 0-2978 15,62-12-720-31,51-26-624 31,30-13-576-15,-146 51 88-16,120-28-7857 16,-87 39-6018-16</inkml:trace>
  <inkml:trace contextRef="#ctx0" brushRef="#br3" timeOffset="133461.89">4314 9637 16211 0,'-2'0'2312'16,"-1"0"-1207"-1,34 0-553 1,14 0-288 0,-17 10-264-1,-28 31 104 1,0-41-104-1,-65 49-24-15,0-6 96 32,45-38 184-17,19-5-272 1,49-24 16 0,34-2 0-1,-15 10 168 1,-36 13-176-1,-42 27 32 1,-55 30 344 0,3 7 1184-1,47-27-351 1,19-11-761 0,48-11 16-1,34-21-368 1,13-41-9346-1,-73 37-512 1</inkml:trace>
  <inkml:trace contextRef="#ctx0" brushRef="#br3" timeOffset="133760.19">4781 9233 16507 0,'0'-17'4025'0,"3"-31"-1745"15,23 35-1856 1,24 32-175 0,-30 37-346-1,-60 16 314 1,40-72-217 0,-92 51 120-16,19-38 448 15,47-51-112 1,41-45-416 15,51 22-168-15,11 33-616-1,-26 52-8658 1,-44-5 704-16</inkml:trace>
  <inkml:trace contextRef="#ctx0" brushRef="#br3" timeOffset="133928.42">4572 9564 9129 0,'-19'0'10355'16,"16"3"-7691"0,48-3-743-1,62-46-953 1,19 4-688 0,-18 23-224-1,-108 19-56-15,37 14-3537 16,-62 33-12802-1</inkml:trace>
  <inkml:trace contextRef="#ctx0" brushRef="#br3" timeOffset="134090.4">4729 9669 13602 0,'-16'7'4785'16,"3"-1"-984"0,14 22 696-1,14 20-1888 1,28 7-1377-1,42-35-952 1,-85-20-280-16,141-38-1088 16,-83 18-17228-1</inkml:trace>
  <inkml:trace contextRef="#ctx0" brushRef="#br3" timeOffset="134592.75">6192 8916 18555 0,'0'0'0'0,"-53"-2"6594"15,25 110-4706 1,29 31-1424-1,51-10-432 1,-17-44-3344 0,-29-82-12220-1</inkml:trace>
  <inkml:trace contextRef="#ctx0" brushRef="#br3" timeOffset="134935.23">6357 8940 19572 0,'0'-5'1320'0,"5"12"880"16,22 51-575 0,-15 40-1369 15,-45 17-232-15,-39-26 88-1,72-89-112-15,-55 15 200 16,30-68-120-1,30-31-40 1,37 34-248 0,1 47 152-1,-17 81 224 1,-17 5 344 0,9-34-304-1,22-47-576 1,27-47-18332-1</inkml:trace>
  <inkml:trace contextRef="#ctx0" brushRef="#br3" timeOffset="135408.67">6463 9067 18956 0,'0'0'0'0,"-30"-5"5209"15,30-1-3177 1,39-19-2048-1,31 15-8 1,-36 34-232 0,-53 27 224-1,19-51 32-15,-60 75-184 16,12-28 496 0,39-13 64-1,15-20 216 1,61-14-200-1,30-46-336 1,-31-21-392 0,-42-16-4881 15,-28-16-976-15,-12 13 6569-1,-18 45 6073 1,15 32-1936-1,9 40-2888 1,5 59 215 0,15 24-2008-1,26 21 440 1,-8 6-1040 0,-43-33-8666-1,1-59-5585 1</inkml:trace>
  <inkml:trace contextRef="#ctx0" brushRef="#br3" timeOffset="135602.5">6423 9526 17915 0,'-19'18'4625'0,"8"38"736"16,13 5-3376-1,69-9-1529 1,45-35-224-1,12-46-680 1,-128 29 448-16,118-75-15139 16,-91 52 5241-16</inkml:trace>
  <inkml:trace contextRef="#ctx0" brushRef="#br3" timeOffset="135825.24">6895 9010 16987 0,'-7'-3'6442'0,"-4"-6"-4266"16,50 0-976 15,17 32-576-15,-37 35-112-1,-51 42-448 1,32-100-64-16,-74 115 193 15,25-72-3586 1,22-61-12018-16</inkml:trace>
  <inkml:trace contextRef="#ctx0" brushRef="#br3" timeOffset="136123.21">6972 9051 21796 0,'0'0'0'0,"0"-1"2617"16,20-18-473-1,55-25-1968 1,-1 32-192 0,-48 24-1408 15,-26-12 1424-31,-42 59-3201 16,-42 29 3257-1,35-20 1249 1,45-37 279-1,31-21-824 1,55-29-560 0,8-40-368-1,-41-17-7298 1,-26 40-5744 0</inkml:trace>
  <inkml:trace contextRef="#ctx0" brushRef="#br3" timeOffset="136515.43">7174 8781 20028 0,'-2'0'2280'0,"-11"0"1881"16,13 23-1416 0,6 45-2017-1,27 31-584 17,3 56-408-17,-36-155 264-15,9 209-2145 16,-37-38-6616-1,-2-124 5488 1,9-47 6578 0,8-38 143-1,26 4-1967 1,30 27-1001 0,-1 59-80-1,-15 22 176 1,-30-13 392-1,-64-23 296 1,-18-27-575 0,36-58-433 15,56-59-777-15,77-31-20259-1</inkml:trace>
  <inkml:trace contextRef="#ctx0" brushRef="#br3" timeOffset="137076.17">7533 9111 18259 0,'-6'-25'4889'0,"-1"8"-2888"0,12 38-1857 16,19 54-200-1,-27 3 152 1,-52-18 360 0,55-60-456-1,-72 18-16-15,23-51 72 16,49-54-3377 15,61 11-4864-15,0 43 6384-1,-17 23 6810 1,-23 4-1152 0,27-6-1048-1,28-9-2201 1,13 16-528 0,-51 39-3601-1,-81 36-2712 1,-33 4 5865-1,25-38 4673 1,26-28 1232 0,25-8-5537-1,16 0 2168 17,49-8-1888-17,14-49-672 1,-27-3-8570-1,-34 31-5745-15</inkml:trace>
  <inkml:trace contextRef="#ctx0" brushRef="#br3" timeOffset="137248.32">7825 8863 17747 0,'0'0'0'0,"-22"-14"7994"16,16 31-4641-1,-11 66-1529 1,15 46-1704-1,16 50 120 1,-14-179-240 0,34 188-424-16,3-94-6921 15,3-78-9715 1</inkml:trace>
  <inkml:trace contextRef="#ctx0" brushRef="#br3" timeOffset="137475.46">8003 9019 19100 0,'0'-4'3672'0,"-12"-23"417"15,30-1-2544 1,29 16-1145 0,-5 35-400-1,-30 39 64 1,-12-62-64-1,-70 124-408-15,-25-5-2321 16,39-76-4665 0,48-72-8417-1</inkml:trace>
  <inkml:trace contextRef="#ctx0" brushRef="#br3" timeOffset="137624.37">8020 9161 8065 0,'12'-1'5505'0,"26"-2"1121"31,-11 21-2145-16,11 2-3601 1,20-8-848 0,-19-12-8506-1,-36-2-1952-15</inkml:trace>
  <inkml:trace contextRef="#ctx0" brushRef="#br3" timeOffset="137810.68">8252 8714 15931 0,'0'0'0'0,"-16"-11"9954"16,12 22-7241-1,4 77-473 1,13 85-1752 15,18 121-648-15,-31-294 160-1,42 334-6545-15,-30-254-7074 0</inkml:trace>
  <inkml:trace contextRef="#ctx0" brushRef="#br3" timeOffset="138309.57">8525 9060 18267 0,'0'0'0'0,"-31"-15"6394"0,37 8-4914 15,65-29-528 1,15 22-744 0,-50 43-296-1,-36-29 88 1,-22 98 352-16,-75 41-328 31,20-53-344-15,69-86-13843-1,24-16 5441-15</inkml:trace>
  <inkml:trace contextRef="#ctx0" brushRef="#br3" timeOffset="138545.18">8889 8760 15427 0,'-7'-20'6057'15,"4"2"-984"1,3 44-3520-1,0 100-569 1,26 38-848 0,22 18-184-1,-48-182 48 1,35 175-360-16,-25-71-5802 16,-10-106-10401-1</inkml:trace>
  <inkml:trace contextRef="#ctx0" brushRef="#br3" timeOffset="138669.79">8949 9210 15107 0,'-13'-20'5417'16,"-1"-20"-40"-1,42 10-3393 1,101-40-1375 0,41 14-13708-1,-124 54 2705-15</inkml:trace>
  <inkml:trace contextRef="#ctx0" brushRef="#br3" timeOffset="139357.92">9782 8927 14979 0,'-10'-6'3240'0,"-4"-21"521"15,14 21-1944 1,37 37-1681 0,-7 60 80-1,-47-27 688 1,17-64-904 0,-42 40 720-16,-34-28 1376 31,51-35-1751-16,47-54-618 1,56-10-14578 0,-54 67 5977-16</inkml:trace>
  <inkml:trace contextRef="#ctx0" brushRef="#br3" timeOffset="139547.23">10027 8620 16635 0,'-5'-5'4665'0,"-16"-6"1424"15,-5 39-3640 1,15 71-2049 0,18 44-312-1,20 37-560 1,-27-180 472 0,6 164-5561-16,-20-79-6210 15,9-80 4234 1</inkml:trace>
  <inkml:trace contextRef="#ctx0" brushRef="#br3" timeOffset="139767.81">9939 9324 7545 0,'0'0'0'0,"-21"-5"11643"16,-15 41-7971-1,-14 41-2191 1,-10 26-1577 0,9-22-744-1,51-81 840 1,-17 26-5314-16,17-39 3754 15,5-21 2432 1,31 6 729 0,32 3-1209-1,16 7-968 1,9-6-8194 0,-72 11 2384-1</inkml:trace>
  <inkml:trace contextRef="#ctx0" brushRef="#br3" timeOffset="139938.6">10120 9315 12690 0,'0'-1'3065'16,"-26"-7"2200"0,-11 70-2640-1,-4 24-1577 1,8-14-1048 0,0-17-1537-1,33-55 1537 1,-9 26-18171-16</inkml:trace>
  <inkml:trace contextRef="#ctx0" brushRef="#br3" timeOffset="140050.07">10054 9432 11570 0,'0'-3'7410'0,"7"8"-4002"15,35 28-151 1,42-24-2785 0,15-34-3497-1,-58-1-12162 1</inkml:trace>
  <inkml:trace contextRef="#ctx0" brushRef="#br3" timeOffset="140316.26">10419 8784 17531 0,'0'-4'3177'0,"-7"-7"1072"16,-2 45-3281-1,-11 62-608 1,15-8-328 0,27-42 120-1,-22-46-152 1,58 0 304-16,35-40-216 16,13 7-2160-1,-57 54-16444 16</inkml:trace>
  <inkml:trace contextRef="#ctx0" brushRef="#br3" timeOffset="140613.92">10359 9249 18595 0,'0'0'0'0,"-33"14"5490"16,35-14-3874-1,106-3-1000 1,57-52-520-1,9 0-264 1,-174 55 168 0,92-24-1264-16,-98 33-897 15,-97 61 2377 1,-37 24 1257 0,54-1 863-1,78-34-1280 16,78-16-311-15,77-41-505 0,-24-53-17948-1</inkml:trace>
  <inkml:trace contextRef="#ctx0" brushRef="#br3" timeOffset="141157.68">11504 8882 15643 0,'-27'0'6481'0,"-45"26"-2744"0,67-22-2809 15,39-2-752 1,67-24-16 0,-17-7 40-1,-84 29-200 1,13 14-72-16,-74 77 144 31,-43 37 1185-15,64-42-289-1,43-52-800 1,80-30-336 0,60-64-2097-1,-54 13-16851 1</inkml:trace>
  <inkml:trace contextRef="#ctx0" brushRef="#br3" timeOffset="141350.1">11765 9033 17899 0,'-22'0'2777'0,"-33"9"2360"16,34-9-2576 0,44-8-2257-1,56-28-456 16,8 9-1817-15,-87 27 1969-16,65-52-11074 16,-47 32-1409-16</inkml:trace>
  <inkml:trace contextRef="#ctx0" brushRef="#br3" timeOffset="141503.67">11924 8816 11322 0,'-18'-8'6449'16,"-6"-1"433"-1,7 32-3970 1,5 47-1367-1,14 17-1361 1,28 12-296 0,-30-99 112-1,39 77-704-15,-2-79-8130 16,-11-17-5169 0</inkml:trace>
  <inkml:trace contextRef="#ctx0" brushRef="#br3" timeOffset="141694.17">12058 8738 17731 0,'-7'-18'5794'16,"-2"20"-793"-1,-12 69-3537 1,15 50-600 0,52 25-896-1,25 10-304 1,-71-156 336-16,33 150-8874 15,-28-136-3505-15</inkml:trace>
  <inkml:trace contextRef="#ctx0" brushRef="#br3" timeOffset="141944.39">12288 8943 13170 0,'20'-60'7234'0,"18"34"-4113"16,11 38-2313 15,-15 49-408-15,-32 21 88-1,-67-24 392 1,65-58-880-16,-95 20 864 16,27-54 40-1,55-40-872 1,54-14-296-1,43 20-19452 1</inkml:trace>
  <inkml:trace contextRef="#ctx0" brushRef="#br3" timeOffset="142165.92">12562 8669 20636 0,'0'0'0'0,"-23"26"5281"16,-3 37-1632-1,25 47-2377 17,42 37-1072-17,11 28-464 1,-52-175 264 0,47 166-856-16,12-133-11019 15,-41-35 881-15</inkml:trace>
  <inkml:trace contextRef="#ctx0" brushRef="#br3" timeOffset="142352.74">12848 8847 22676 0,'-14'0'1665'0,"-12"0"2472"15,43-8-3761 1,106-36-584-1,7 24-9690 17,-111 6-1065-32</inkml:trace>
  <inkml:trace contextRef="#ctx0" brushRef="#br3" timeOffset="142621.95">12871 9043 17243 0,'0'0'0'0,"-30"13"4249"16,34-9-2016-1,78-33-1657 1,33-26-448 0,-34 35-184-1,-81 20 56 1,20 1 136-16,-74 68-200 16,-58 40 144-1,51-14 1024 1,40-28 112-1,48-35-792 17,58-37-304-17,27-59-2272 1,-36 20-17156 0</inkml:trace>
  <inkml:trace contextRef="#ctx0" brushRef="#br3" timeOffset="142783.03">13138 9062 20132 0,'-20'5'3665'16,"20"-5"-3665"-1,45-3 3080 1,51-30-3168 0,-26-5-7681-1,-50 16-5754 1</inkml:trace>
  <inkml:trace contextRef="#ctx0" brushRef="#br3" timeOffset="142965.7">13301 8807 16987 0,'-4'-5'2449'15,"-8"-13"2808"1,9 31-2665 0,-9 58-719-1,9 33-993 1,16 13-1112-1,-13-117 232 1,38 129 400-16,-15-3-3217 16,-21-67-14330-1</inkml:trace>
  <inkml:trace contextRef="#ctx0" brushRef="#br3" timeOffset="143479.97">13741 9119 14451 0,'0'-18'776'0,"-25"-49"632"0,-14 21 3857 15,27 18-1024 1,39 11-3153 15,30 38-472-15,-57-21-616-16,34 69 160 16,-49 19-120-1,-56-14 145 1,-11-51 151-1,35-77-440 1,81-60-1209 0,69 14-11049-1,-77 87 3352-15</inkml:trace>
  <inkml:trace contextRef="#ctx0" brushRef="#br3" timeOffset="143786.7">13840 8942 8201 0,'0'2'4849'0,"0"14"-192"16,2 1 704-1,22-5-3056 1,39-22-1577 0,3-39-784 15,-66 49 56-31,35-59 56 16,-29-1 56-1,-13 7-24 1,-9 35 152-1,6 38 752 1,-4 71 449 0,15 34-641-1,16 13-632 1,11-7-256 0,-3-59-3841-1,-2-92-14643 1</inkml:trace>
  <inkml:trace contextRef="#ctx0" brushRef="#br3" timeOffset="143977.32">14204 8764 20140 0,'-6'-6'5673'16,"-12"41"-1800"-1,-6 93-2561 1,43 13-1784-1,30 13 984 1,19-3-7137 0,-68-151 6625-16,5 17-13571 0</inkml:trace>
  <inkml:trace contextRef="#ctx0" brushRef="#br3" timeOffset="144290.41">14547 8927 23757 0,'-23'-6'2016'15,"22"-5"-1104"1,77-33-32 0,32 13-784-1,-65 31-32 1,-51 43-128-1,8-43 64-15,-85 75 16 16,-2 3 280 0,51-30 393-1,39-14-633 1,81-27 144 0,34-55-2257-1,-14-24-18331 1</inkml:trace>
  <inkml:trace contextRef="#ctx0" brushRef="#br3" timeOffset="144607.62">14842 8788 11402 0,'-42'-4'11810'16,"17"47"-8217"0,2 47-1680-1,26 19-1537 1,31-10-528-1,-6-39-208 1,-28-60 360-16,11 9-4905 16,-1-74-5098-1,0-16 6587 1,4 4 7329 0,-3 30 1248-1,11 33-3985 1,11 8-1224-1,-6-2-3953 1,-7 0-8002 0</inkml:trace>
  <inkml:trace contextRef="#ctx0" brushRef="#br3" timeOffset="144785.32">14986 8631 14043 0,'0'0'0'0,"-9"-9"9265"15,-3 43-5464 1,-27 90-800 0,21 48-1785-1,22 18-1360 1,-4-190 144 0,54 168 64-16,11-72-3745 15,-12-89-16027 1</inkml:trace>
  <inkml:trace contextRef="#ctx0" brushRef="#br3" timeOffset="145346.78">15224 8753 21388 0,'0'0'0'0,"-20"-22"5761"16,40 1-4905-1,52 17-1136 1,-25 43-4785 0,-59 24 792-1,-52-18 5298 1,64-45-1025-16,-59 25 3824 16,48-18-39-1,26-14-3377 1,52-20-608-1,-27 29-400 1,-55 66-4713 15,-49 13 3753-15,18-38 2240 0,43-40 1176-1,22-6-431 1,44-3-1057-1,-13 15-288 1,-24 27 112 0,-49 18 1096-1,-59-7-200 1,4-22 80 0,33-30-591-1,44-55-393 1,62-25-752-1,21 20-19285 1</inkml:trace>
  <inkml:trace contextRef="#ctx0" brushRef="#br3" timeOffset="145912.51">15483 8785 16499 0,'0'0'0'0,"-14"-24"8082"0,8 23-4153 16,-18 63-2985 0,4 59-776-1,17 11 0 1,3-132-168 0,10 105-16-16,0-67-272 15,-6-43 136 1,6-69-24-1,0-5 144 1,3 34 88 15,29 2 8-15,-2 10-96 0,-10 21 48-1,-3 9-304 1,-14-7-2585-1,3-32-2608 1,8-23 696 0,-7-11 4993-1,-7 6 4593 1,-14 43 248 0,-2 24-2224-1,0 26-1945 1,-2 63 40-1,-2 45-96 1,1 31-672 0,3 7-304 15,11-36 88-15,31-76-4481-1,-14-53-12931-15</inkml:trace>
  <inkml:trace contextRef="#ctx0" brushRef="#br3" timeOffset="146083.48">15918 9531 24085 0,'-7'-9'1576'0,"4"-21"-17683"0</inkml:trace>
  <inkml:trace contextRef="#ctx0" brushRef="#br3" timeOffset="153578.59">1121 10891 15083 0,'-10'19'3681'0,"-4"4"-1889"0,11 10 48 15,37-23-1480 1,45-17-768-1,17-29-7585 1,-96 36 7993-16,81-39-6882 31,-51 19 8851-15,-45 37 4232 0,-35 44-4017-1,-1 29-1696 1,24 0-1104-1,20-38-3345 1,19-39 769 0,18-48 3480-1,-6-19 3025 1,-6 11-953 0,-1 36-360-1,-8 47-1431 1,-14 30-257-1,-19 20-144 1,-30-12 528 15,3-28 336-15,12-37 560 0,21-18-1055-1,25-16 103 1,47-3-240-1,26 1-2081 1,-5 5-14458 0</inkml:trace>
  <inkml:trace contextRef="#ctx0" brushRef="#br3" timeOffset="153828.07">1566 10696 17603 0,'0'0'0'0,"-5"-4"8138"0,-5 3-6858 31,7 23-328-15,11 95-920 0,64 133 177-1,-72-250-209 1,68 268 448-16,-48-54-3225 15,-17-141-5977 1,-27-107-7297 0</inkml:trace>
  <inkml:trace contextRef="#ctx0" brushRef="#br3" timeOffset="153966.23">1616 11242 8281 0,'0'-16'3929'0,"-7"-30"6313"16,2 15-6121-1,21 10-4193 1,59-20 576-1,31-10-7305 1,-80 33-4682 0</inkml:trace>
  <inkml:trace contextRef="#ctx0" brushRef="#br3" timeOffset="154453.06">1981 10798 17867 0,'-4'-4'2185'0,"-10"-12"39"16,11 8-2448-1,28 30 32 1,-1 23 272 0,-34 14-96-1,10-59 16 1,-48 59 168-16,5-31 176 15,30-15-88 1,10-15-512 15,47-23 88-15,21-1 24 0,-4 16-216-1,-33 18 232 1,-35 30 328-1,-52 9 168 1,-5 10 624 0,18-8-135-1,41-23-457 1,10-11 88 0,49-9-560-1,28-12-1256 1,4-26-11315-1,-69 14 4993 1</inkml:trace>
  <inkml:trace contextRef="#ctx0" brushRef="#br3" timeOffset="154658.74">2200 10597 18123 0,'0'0'0'0,"-2"-9"7466"16,-3 6-4945-1,5 37-2361 1,24 76 32 0,25 73-232-1,16 47 280 1,-65-230-240-16,35 217-1801 16,-25-108-6336-1,-17-106-6075 1</inkml:trace>
  <inkml:trace contextRef="#ctx0" brushRef="#br3" timeOffset="154796.6">2358 11031 9754 0,'0'-24'9242'15,"5"-14"-5922"1,41 16-2680 0,32 5-4576-1,-52-8-7299-15</inkml:trace>
  <inkml:trace contextRef="#ctx0" brushRef="#br3" timeOffset="155187.47">2761 10718 20316 0,'0'0'0'0,"-9"6"4097"15,11 54-2753 1,28 25-1048-1,3-16-504 1,-26-43 360 0,-7-26-152 15,-3-7 416-31,-17-75-600 16,25-26 472-1,43 37-344 1,12 54-88-1,12 45-184 1,-45 64 312 0,-53 33 0-1,-37-23 72 1,30-76 128 0,26-21 64-1,32-27-1024 1,52-34-8250-1,-75 32-600 1</inkml:trace>
  <inkml:trace contextRef="#ctx0" brushRef="#br3" timeOffset="155417.21">3169 10462 16563 0,'0'0'0'0,"-17"-16"9210"15,10 16-6873 1,21 69-825 0,23 84-512-1,14 75-704 1,7 17-344 0,-58-245 48-16,50 182-2088 15,-1-147-19421 1</inkml:trace>
  <inkml:trace contextRef="#ctx0" brushRef="#br3" timeOffset="155640.88">3448 10726 19732 0,'0'0'0'0,"-21"-27"6585"15,21 20-5241 1,63-20-1104 0,38-22-2128-1,-37 37-18284 1</inkml:trace>
  <inkml:trace contextRef="#ctx0" brushRef="#br3" timeOffset="155902.78">3539 10808 12698 0,'-35'0'5049'0,"30"4"-1968"16,40-5-1297 0,44-52-1008 15,-3 19-639-15,-46 36-722-1,-30-2 585-15,-13 55-168 16,-53 33 272-1,9 10 705 1,29-5-41 0,32-42 880-1,37-28-1000 1,32-55-592 0,20-55-7649-1,-69 64-4010-15</inkml:trace>
  <inkml:trace contextRef="#ctx0" brushRef="#br3" timeOffset="156097.12">3819 10849 19092 0,'-4'0'2888'16,"1"0"-191"-1,23-8-1473 1,41-10-1096-1,-4-33-4897 1,-32 21-10450-16</inkml:trace>
  <inkml:trace contextRef="#ctx0" brushRef="#br3" timeOffset="156251.92">3958 10458 16683 0,'0'0'3201'0,"-7"0"2336"16,4 53-2000-1,8 94-1705 1,20 80-1312 0,13 23-5585 15,-32-189-9738-31</inkml:trace>
  <inkml:trace contextRef="#ctx0" brushRef="#br3" timeOffset="157202.04">4318 10476 11306 0,'-43'-2'6065'0,"-12"-5"-3328"15,43 4 55 1,53-8-2712-1,58-34 136 1,-1 4-264 0,-98 41 48-1,36-7-1000-15,-58 60 1016 32,-58 42 168-17,18-30 160 1,42-51-264-1,40-16-456 1,50-36 416 0,-25 15-720-1,-30 23 416 1,-34 47 528 0,-22 8 48-1,17-3-48 1,8-29-264-1,21 0 16 1,25-18-128 0,30-5 392-1,-30 29-160 17,-21 46 240-17,-63 35 32 1,-34 4 97-1,15-54 311 1,39-59 704 0,32-41-1128-1,48-17-360 1,29 32 240 0,59 20 432-1,51-1 113 1,12 4-6523-1,-147 2-7448 1</inkml:trace>
  <inkml:trace contextRef="#ctx0" brushRef="#br3" timeOffset="157696.84">5332 10390 17499 0,'-7'-1'4033'0,"-6"-4"-720"16,21 4-2673 0,47-9 56-1,1 8-248 1,-28 56-144 0,-28-54-304-16,-25 119 144 15,-57 2-8 1,9-49-208-1,47-99-17643 1</inkml:trace>
  <inkml:trace contextRef="#ctx0" brushRef="#br3" timeOffset="158032.48">5584 10166 20724 0,'0'0'1928'16,"-3"3"1289"-1,3 84-624 1,14 38-2233 0,-1 5-432-1,-8-11-16 1,-5-119 88 0,-13 61-1097-16,10-65-95 15,3-67 648 1,17-1 656-1,-3 34-80 1,13 15 120 0,6 5-104-1,-1 4-984 17,-21-25-13803-17,-11 25 7465-15</inkml:trace>
  <inkml:trace contextRef="#ctx0" brushRef="#br3" timeOffset="158206.4">5736 10126 13154 0,'0'-15'7866'15,"-3"9"-2761"1,7 47-3016 0,22 91-769-1,7 68-1000 1,-6 9-352-1,-27-209 32-15,32 183-1536 16,13-137-17861 0</inkml:trace>
  <inkml:trace contextRef="#ctx0" brushRef="#br3" timeOffset="158402.96">6026 10160 20876 0,'-3'-2'3225'16,"-12"24"-41"-1,0 95-2496 1,36-6-688 0,1-18-4248-1,-5-78-11924 1</inkml:trace>
  <inkml:trace contextRef="#ctx0" brushRef="#br3" timeOffset="158753.92">6127 10166 15987 0,'2'-3'3289'0,"26"14"647"16,4 62-2079 15,-20 30-1409-16,-41 8-264 1,-33-35-336 0,62-76 152-16,-59 12-64 15,36-62-520 1,31-24 248 0,31 33 240-1,2 44-32 1,-12 50 296-1,-19 7-184 1,-6-18 184 0,22-32-192-1,39-43-3777 1,-14 3-11386 0</inkml:trace>
  <inkml:trace contextRef="#ctx0" brushRef="#br3" timeOffset="159077.28">6332 9984 20916 0,'0'0'2320'15,"-19"3"2626"1,14 67-3746 0,29 59-56-1,3 27-1528 1,12 8 328-1,-39-164 56 1,19 108-1184-16,-16-103-5138 16,-16-72-3784-1,-1-27 9986 1,14 28 8018 0,18 31-3905 15,40-3-3225-16,15 25-936 1,-28 10-16868 0</inkml:trace>
  <inkml:trace contextRef="#ctx0" brushRef="#br3" timeOffset="159561.04">6309 10708 17699 0,'0'0'0'0,"-3"-4"3473"16,36-1-2745 0,32-1-504-1,-25 16-400 1,-39 33 216 0,-1-43-40-1,-71 62 16-15,-7-14 88 31,45-39 256-15,32-16-480 0,66-20 88-1,28-6-344 1,-4 8 152 0,-41 19-192-1,-54 26 336 1,-63 35 240-1,-22 19 320 1,40-4 1705 0,42-15-529-1,40-30-800 1,60-29-480 0,29-57-2280-1,-28-3-15748 1</inkml:trace>
  <inkml:trace contextRef="#ctx0" brushRef="#br3" timeOffset="160074.9">6779 10105 18764 0,'-37'-13'8025'0,"38"7"-7313"15,44 3-1352 1,26 23-6753 0,-42 35 1703-1,-47 12 6051 1,18-67-361 0,-64 65 3864-16,30-40-295 15,39-19-3009 16,49-12-112-15,-1-6-560 0,-35 24-224-1,-46 36-32 1,-7-4 304 0,27-23 96-1,51-7 448 1,25 5-184-1,-21 36-456 1,-39 9 168 0,-71 0 408-1,-32-30 1769 1,17-38 287 0,52-39-1663-1,47-8-745 1,62-23-2041 15,-30 1-15819-15</inkml:trace>
  <inkml:trace contextRef="#ctx0" brushRef="#br3" timeOffset="160417.98">7027 10186 13242 0,'-5'-1'7506'0,"-2"-1"-2705"0,4 68-2785 16,15 35-1544 0,16 25-472-1,-3-3-152 1,-25-123 152 0,4 64-120-16,-4-64-392 15,0-66 16 16,5-10 568-15,3 19 48 0,9 22-152-1,10 4-688 1,-7-5-5985 0,-11-16-10403-1</inkml:trace>
  <inkml:trace contextRef="#ctx0" brushRef="#br3" timeOffset="160589.6">7157 10094 10210 0,'0'-4'2752'0,"0"-20"5330"16,-4 50-2881-1,9 83-1624 1,8 45-2729 0,28 26-848-1,-41-180 0 1,61 148-216-16,-14-23-6425 31,-18-73-11243-31</inkml:trace>
  <inkml:trace contextRef="#ctx0" brushRef="#br3" timeOffset="160840.21">7432 10283 16819 0,'8'-2'2825'0,"17"2"-233"16,-8 70-1560 0,-19 25-655-1,-42-16 79 1,-9-46 200 0,53-33-656-1,-43-3 1360-15,26-66-744 16,34-25-848 15,26 15-3033-15,-3 47-13818-16</inkml:trace>
  <inkml:trace contextRef="#ctx0" brushRef="#br3" timeOffset="161105.01">7582 9989 15499 0,'-6'-4'7457'16,"1"8"-3784"0,5 63-1840-1,19 69 15 1,9 45-1320 0,27 15-664-1,-55-196 136 1,55 171 0-16,-18-51-2761 31,-22-86-18699-15</inkml:trace>
  <inkml:trace contextRef="#ctx0" brushRef="#br3" timeOffset="161366.01">7740 10434 13706 0,'-3'-58'10539'16,"6"21"-7179"-1,31 8-2695 1,33 11-890 0,-28 16-3735-1,-34 52-7163 1,-5-50 11123-16,-58 79-2584 16,-14-13 10521-1,37-41-679 1,28-23-4601-1,52-18-2433 17,88-24-9746-17,-101 37-2297-15</inkml:trace>
  <inkml:trace contextRef="#ctx0" brushRef="#br3" timeOffset="162140.45">8187 9769 20380 0,'-21'-2'5649'0,"23"6"-4697"0,52 22-608 16,15-10-824-1,-34 4-5217 1,-59 23 2504-1,24-43 3193 1,-53 56 1001 0,25-23 2519-1,26-23-1735 1,56-14-865 0,31-16-1312-1,-44 17-4001 1,-63 30 2616-1,-44 22 3378 1,18-22 1728 0,44-18-2465-1,57 12-336 1,35 8-416 0,-47 37-24-1,-62 15 144 1,-60-32 1224 15,1-31 633-15,33-43-969-1,45-50-1320 1,71-25-3265 0,3 32-15843-1</inkml:trace>
  <inkml:trace contextRef="#ctx0" brushRef="#br3" timeOffset="162466.84">8511 9742 18796 0,'0'-2'2488'0,"-5"-3"2905"0,5 43-4129 16,7 88-279-1,28 21-969 1,-9 14-280 15,-26-161 264-31,20 132-48 0,-8-116-945 31,13-90 449-15,10-41 752 0,-9 23 80-1,7 46-224 1,9 29-216-1,-14 45-18612 1</inkml:trace>
  <inkml:trace contextRef="#ctx0" brushRef="#br3" timeOffset="162874.35">8316 10618 21188 0,'-14'18'2497'0,"15"38"87"32,49-6-1904-17,-1-30-552 1,-39-17 80 0,-4-28 320-1,-6 25-528-15,22-78 72 16,21 1-104-1,25 39-24 1,-2 32-328 0,-25 76 416-1,-57 36-104 1,-38-15 304 0,33-58 64-1,21-33-296 1,39-6 1105-1,65-28-1137 1,13-24-6386 15,-117 20-5168-31</inkml:trace>
  <inkml:trace contextRef="#ctx0" brushRef="#br3" timeOffset="162971.79">9211 10758 24237 0,'0'0'0'0,"-5"15"2944"16,5-12-2608 0,9 0-16595-1</inkml:trace>
  <inkml:trace contextRef="#ctx0" brushRef="#br3" timeOffset="167467.98">9722 10157 14883 0,'0'0'0'0,"-7"-25"6393"0,4 17-3128 15,5 41-1361 1,-31 106 745 0,-67 148-1217 15,96-287-1432-16,-142 367 176-15,26-5 8 16,96-187-648 0,67-201-17884-1</inkml:trace>
  <inkml:trace contextRef="#ctx0" brushRef="#br3" timeOffset="168309.47">9983 10490 15859 0,'0'-1'2384'0,"-11"-5"1801"0,20 36-2224 15,19 51-721 1,-7-10-1040 0,-12-37 0-1,-9-34-200 1,1 6 504-16,5-68-464 16,32-53 144 15,9 9-224-16,-11 68-48 1,-19 73 16 0,-18 77 176-1,-35 1-48 1,-10-28-144 0,10-36 136-1,17-46 104 1,16-26-160-1,33-17 32 1,15 25-136 0,3 38-64-1,-28 43 120 1,-39 28 144 15,-47-8-64-15,-33-11 64-1,-15-29 16 1,39-46 696 0,60-10 137-1,51-18-729 1,75-1-376 0,38 10 152-1,25-16 112 1,17-26-6834-1,-152 42-5568-15</inkml:trace>
  <inkml:trace contextRef="#ctx0" brushRef="#br3" timeOffset="168680.44">10454 10450 14219 0,'-18'-4'6033'0,"-30"-19"-712"16,49 12-3905 0,74-11-1416-1,17 5 16 1,-49 11-200 0,-43 6 184-1,-11 19-88-15,-75 64 248 16,-16 9 360-1,66-57 281 1,41-20-657 0,68-18 160-1,30-31-336 1,-13-4-1225 0,-57 21-9001 15,-31 17 400-31</inkml:trace>
  <inkml:trace contextRef="#ctx0" brushRef="#br3" timeOffset="168985.77">10309 10755 14059 0,'-5'0'3184'16,"-13"7"2081"0,41-2-3328-1,73-14-993 1,40-39-520-1,20 3-424 1,-156 45 0 0,111-32-536-16,-90 23-4945 15,-59 32 2184 1,-38 14 3881 0,-12 21 2297 15,35 1-169-16,35-16-2112 1,20-6-680 0,17-21-1592-1,11-26-16380 1</inkml:trace>
  <inkml:trace contextRef="#ctx0" brushRef="#br3" timeOffset="169402.36">10651 10784 8569 0,'0'-6'5337'16,"1"-10"-696"-1,24 8-3560 1,16 24-689 0,-21 22-184-1,-37 14 352 1,17-52-560 0,-75 62 280-16,-6-18 8 31,42-34 888-16,34-10-432 1,54-19-656 0,33-10-23-1,6 7-106 1,-39 20-23 0,-31 22-104-1,-57 28 320 1,-47 17 433-1,20 3 743 1,49-20-120 0,46-25-808-1,65-15-384 1,22-46-848 0,-8-32-17892-1</inkml:trace>
  <inkml:trace contextRef="#ctx0" brushRef="#br3" timeOffset="169707.87">11100 10568 13786 0,'0'-3'2305'0,"0"-13"696"0,19 16-2921 16,8 36 216-1,-17 2 64 1,-38-3 1632 0,28-35-1992-1,-63 21 1512-15,3-35-143 16,36-32-697 0,39-12-672 15,33 27-488-16,-4 34-4465 1,-36 30-8266-16</inkml:trace>
  <inkml:trace contextRef="#ctx0" brushRef="#br3" timeOffset="169879.38">10931 10849 15195 0,'-2'0'2040'0,"-20"9"4562"16,25-6-4394-1,63-11-1768 1,54-28-320 0,23-18-24-1,-143 54-96 1,109-37-2096-16,-73 15-17909 16</inkml:trace>
  <inkml:trace contextRef="#ctx0" brushRef="#br3" timeOffset="170077.42">11307 10166 17195 0,'0'0'0'15,"-8"-11"8306"1,1 55-5041 0,7 104-1777-1,39 76 336 1,49 35-1760-1,-88-259-64 1,94 296-3944-16,-61-147-14732 16</inkml:trace>
  <inkml:trace contextRef="#ctx0" brushRef="#br3" timeOffset="170691.42">12058 10328 14499 0,'-19'-10'6625'0,"-1"-12"-4937"16,35-25-1288-1,42-5 49 1,4 26 543 0,-9 60-312-1,-52-34-680 1,23 101 824-16,-42 44-680 16,-21-18-288-1,15-69-6737 1,20-45-4082-1</inkml:trace>
  <inkml:trace contextRef="#ctx0" brushRef="#br3" timeOffset="170825.82">12025 10467 18147 0,'0'0'0'0,"-8"-6"4465"15,30-5-3889 1,57-6-440-1,-23 20-3936 1,-56 1-12108 0</inkml:trace>
  <inkml:trace contextRef="#ctx0" brushRef="#br3" timeOffset="170996.9">11885 10756 17427 0,'0'0'0'0,"-29"2"6138"16,32 8-3786 15,84-22-1192-15,80-52-776-1,14-2-2776 1,-94 34-14068-16</inkml:trace>
  <inkml:trace contextRef="#ctx0" brushRef="#br3" timeOffset="171250.91">12494 10334 14563 0,'-15'-5'5769'0,"-3"-16"-2416"16,75-30-1889 0,45 12-640-1,-43 55-712 1,-45 43 752 15,-14-59-864-31,-61 114 640 16,-41 7-568-1,32-45-1016 1,54-78-17964 0</inkml:trace>
  <inkml:trace contextRef="#ctx0" brushRef="#br3" timeOffset="171488.83">12751 9987 19044 0,'0'-3'3992'0,"-3"4"209"16,-3 101-2360 0,8 58-1017-1,32 24-752 1,13-2-272 15,-47-182 200-31,42 79-3977 16,-3-52-16067-16</inkml:trace>
  <inkml:trace contextRef="#ctx0" brushRef="#br3" timeOffset="171707.86">12954 10263 18291 0,'0'0'0'0,"7"-34"3673"16,39-17-1320 0,13 33-1529-1,-15 47 176 1,-44 72 24 0,0-101-1024-1,-68 146 224-15,-3-38-384 16,55-97-3080 15,16-35-11500-31</inkml:trace>
  <inkml:trace contextRef="#ctx0" brushRef="#br3" timeOffset="171932.83">13169 9898 16531 0,'0'-12'2088'16,"-4"-14"5618"-1,2 31-5041 1,10 72-1433 0,22 48-1464-1,21 71 1880 1,-51-196-1648 0,51 238 248-16,-11-38-384 15,2-134-1512 1,-28-87-18692-1</inkml:trace>
  <inkml:trace contextRef="#ctx0" brushRef="#br3" timeOffset="172065.95">13313 10306 20612 0,'-5'-10'3649'15,"2"-1"-1769"1,72-23-1792-1,73-7-15531 1</inkml:trace>
  <inkml:trace contextRef="#ctx0" brushRef="#br3" timeOffset="172644">14010 10169 21044 0,'-50'-19'4377'0,"47"7"-2337"31,83-53-1440-15,51 3-343 0,-38 38-185-1,-73 60 184 1,-20-36-256-16,-82 151 176 15,-66 42-312 1,40-35-216 0,84-120-3097-1,81-109-14907 1</inkml:trace>
  <inkml:trace contextRef="#ctx0" brushRef="#br3" timeOffset="172752.89">14128 10319 7185 0,'0'0'0'0,"24"5"9986"16,-11 61-6649-1,13 8-2945 1,24-38-456 15,6-36-13539-15</inkml:trace>
  <inkml:trace contextRef="#ctx0" brushRef="#br3" timeOffset="173091.49">14303 10337 17603 0,'-18'-3'4345'0,"1"-8"-352"16,31 3-3345 0,49-26-504-1,-6 4-376 1,-32-22-2504 0,-25 52 2736-1,7-62-3945-15,-42-24 3241 16,13-9 1360-1,8 37 2448 17,11 52 137-17,3 84-2001 1,6 63-399 0,39 5-753-1,-15 0-240 1,-60 9-3593-1,-17-75-13099 1</inkml:trace>
  <inkml:trace contextRef="#ctx0" brushRef="#br3" timeOffset="173277.5">14159 10717 15659 0,'-3'0'2576'0,"-14"0"3218"16,46-21-4562-1,68-45-760 1,7 16-192-1,-39 67 192 1,-65-17-472 0,27 81 928-1,-26 39-680 1,1-22-216 0,37-64-4256-1,-3-40-11524-15</inkml:trace>
  <inkml:trace contextRef="#ctx0" brushRef="#br3" timeOffset="173604.84">14710 10137 19524 0,'-56'-15'5177'0,"49"3"-3449"16,74-47-1568-1,42 21-216 1,-54 36-248 15,-75 69-64-15,20-67 368-16,-106 111 296 16,0-7-136-1,48-37 488 1,53-29-152-1,73-26 48 1,58-38-648 0,6-48-7465-1,-99 54-3874-15</inkml:trace>
  <inkml:trace contextRef="#ctx0" brushRef="#br3" timeOffset="173921.86">15018 9766 18772 0,'0'0'0'0,"-23"-17"6481"16,17 37-4697 0,9 67-904 15,33 35-463-15,9 22-513-1,-45-144 96 1,25 141-1681-16,-23-74-4824 15,-2-91 2032 1,0-49 5313 0,-3 3 3425-1,20 13-1224 1,44 9-2505 0,25 27-744-1,-24 65-8714 1,-61-23-224-1</inkml:trace>
  <inkml:trace contextRef="#ctx0" brushRef="#br3" timeOffset="174176.18">15048 10474 16035 0,'0'0'0'0,"-10"25"2464"16,42 0 185-1,34 17-1585 1,-21 30-696-1,-45 8 793 1,0-80-1161 0,-72 74 1680-16,-38-29 224 15,10-49-271 1,60-61-673 0,76-57-936-1,58 2-3897 1,-38 75-13723-1</inkml:trace>
  <inkml:trace contextRef="#ctx0" brushRef="#br3" timeOffset="174708.86">15460 9968 21364 0,'-20'-10'3561'16,"10"3"-2585"0,63-12-1008-1,17 16-600 1,-44 39-464 0,-32 12 848-1,6-48 248 1,-61 48 368-16,26-21 120 15,33-18-200 1,55-5-120 0,-6 6-1304 15,-34 37-4362-15,-52 5 4498-1,-14-6 3169 1,40-33-145-1,46-3-912 1,39 23-872 0,-25 22-184-1,-41 15 0 1,-72-6 441 0,-7-50 1207-1,25-62-344 1,41-36-1392-1,65 7-3593 1,-17 64-12090 0</inkml:trace>
  <inkml:trace contextRef="#ctx0" brushRef="#br3" timeOffset="175020.37">15674 10020 18315 0,'0'0'1913'16,"-3"-2"2248"-16,10 35-3185 16,14 58-512-1,6 23-520 1,-15-8 16 0,-12-106 40-1,-6 55-72-15,3-69 56 16,6-45-200-1,13-4 344 1,-2 28-224 0,-2 10-1392 15,5-13-8082-15,-13 21 1192-16</inkml:trace>
  <inkml:trace contextRef="#ctx0" brushRef="#br3" timeOffset="175174.24">15789 9892 15011 0,'0'-4'2464'0,"-9"-12"4738"16,6 43-4418-1,15 79-1031 1,43 67-913 0,25 20-904-1,-80-193 64 1,66 198-3241-16,-55-123-13386 15</inkml:trace>
  <inkml:trace contextRef="#ctx0" brushRef="#br3" timeOffset="175444">16220 10067 17395 0,'3'0'1272'15,"12"38"241"1,-11 33-601 0,-26-13 424-1,-53-13 97 1,17-39-33 0,58-6-1400-16,-33-61 768 15,32-16-656 1,41 9-1128-1,-7 47-15900 1</inkml:trace>
  <inkml:trace contextRef="#ctx0" brushRef="#br3" timeOffset="175684.84">16302 9793 16819 0,'0'-3'2177'15,"0"-2"3424"1,7 39-2449 0,26 73-1567-1,3 53-881 1,17 14-488 0,-53-174-216-1,50 159-128-15,-20-91-1640 16,-1-94-10003-1,-28 2 1921 1</inkml:trace>
  <inkml:trace contextRef="#ctx0" brushRef="#br3" timeOffset="175828.17">16484 10047 15203 0,'0'-11'1696'0,"-6"-35"2001"31,46 7-2993-15,29 17-976-1,-22 41-4305 1,-43 33-8514 0</inkml:trace>
  <inkml:trace contextRef="#ctx0" brushRef="#br3" timeOffset="175939.93">16537 10137 10658 0,'-47'51'7937'16,"28"-21"-3792"0,43-27-1688-1,72-50-1969 1,21-15-3233-1,-63 37-12426 1</inkml:trace>
  <inkml:trace contextRef="#ctx0" brushRef="#br3" timeOffset="176543.14">16826 9757 17091 0,'-3'-5'3049'0,"-6"-16"63"16,50 12-3016-1,19 27-336 1,-32 36-296 0,-29 5 152-1,1-59 384 1,-40 39 160-16,15-19 464 31,28-20-272-15,46-11 105-1,-5 3-946 1,-36 27-7048 0,-26 32 3032-1,-15-6 5337 1,30-22 2529 0,41-2-977-1,27 3-1640 1,-21 15-664-1,-40 4 393 1,-78-4 1111 0,-18-17 800-1,39-29-783 17,46-53-1169-17,70-23-1488 1,-22 25-18669-16</inkml:trace>
  <inkml:trace contextRef="#ctx0" brushRef="#br3" timeOffset="176858.32">17134 9613 15875 0,'0'-3'1920'0,"2"-20"2513"16,23 39-2216-1,22 63-1129 1,-8 57-696 0,-10 19-232-1,-29-155-160 1,4 120-160-16,-7-99 720 31,0-75-360-15,39-50-24-1,18 8-72 1,9 39-120 0,-24 44-720-1,-36 46-16708 1</inkml:trace>
  <inkml:trace contextRef="#ctx0" brushRef="#br3" timeOffset="177215.25">17070 10340 15819 0,'0'17'2208'0,"-3"52"953"15,28-17-800 1,13-9-1761 15,-18-38-304-15,-7-18 344-1,-13 13-640-15,25-71 232 16,27 2-328 0,-5 42 72-1,-10 23-120 1,-24 58 184 0,-17 8 288-1,-10-30 168 1,14-19-272-1,50-11-240 1,41-40-16788 0</inkml:trace>
  <inkml:trace contextRef="#ctx0" brushRef="#br3" timeOffset="177349.76">17671 10542 24045 0,'-8'7'2096'15,"0"-2"-752"1,31-7-1384 0,1-8-16147-16</inkml:trace>
  <inkml:trace contextRef="#ctx0" brushRef="#br3" timeOffset="205083.4">8675 11964 13082 0,'-44'-10'4153'0,"-13"-15"920"15,40 14-2728 1,18 31-2657-1,45 39 464 1,57-28-40 0,-103-31-112-1,126-2 72-15,-36-34 8 32,-61 19 288-17,-26-2 120 1,-30-20 56-1,-44-3-528 1,-8 13 112 0,-11 36 256-1,17 72-320 1,45 30 312 0,51-16-624-1,38-23 480 1,34-37-16-1,14-33-2008 1,-54-18-14420 0</inkml:trace>
  <inkml:trace contextRef="#ctx0" brushRef="#br3" timeOffset="205231.65">9155 12190 19172 0,'-4'0'872'0,"-9"26"-168"16,14-9-5297-1,12-17-4569-15</inkml:trace>
  <inkml:trace contextRef="#ctx0" brushRef="#br3" timeOffset="205756.42">9440 11841 16155 0,'-34'-20'4521'0,"-29"9"-1728"15,16 65-2441 17,21 36-336-17,30 4-112 1,40-49 80-1,-44-45 16-15,46-18-40 16,-8-48 112 0,-3-14 48-1,-28 55 16 1,-7 46-464 0,-15 87 464-1,-1 45 240 1,6 8-336-1,-16 4 40 1,-15-79 128 0,2-77 304-1,3-76-296 17,20-54-152-17,14 31 488 1,2 77-120-1,24 13-448 1,43 8 88 0,25 1-32-1,6-13-18004 1</inkml:trace>
  <inkml:trace contextRef="#ctx0" brushRef="#br3" timeOffset="205898.93">9684 12183 19188 0,'0'0'0'0,"-16"-4"4537"0,5-2-3545 15,23 0-3281 1,27-18-11946 0</inkml:trace>
  <inkml:trace contextRef="#ctx0" brushRef="#br3" timeOffset="206092.77">9983 11644 18411 0,'0'0'0'0,"5"-36"4441"16,24 29-2352-1,28 71-97 1,20 101 49-1,-29 103-2281 1,-48-268 240 0,-49 314-4841-16,23-248-8210 15</inkml:trace>
  <inkml:trace contextRef="#ctx0" brushRef="#br3" timeOffset="207234.9">10920 11930 11450 0,'-13'-1'1488'0,"-36"-21"3785"0,22 5-672 16,26 14-3632 15,61 14-801-16,47 0 64 1,-107-11-232-16,116 12-32 16,-60 11-3953-1,-56 12-10538 1</inkml:trace>
  <inkml:trace contextRef="#ctx0" brushRef="#br3" timeOffset="207521.68">11057 12011 7249 0,'-30'17'4713'15,"-25"28"-984"1,32 41-72-1,0 26-1873 1,-2 37-1344 0,-18-22-176-1,43-127-264 1,-58 61 168-16,10-57 600 16,24-65-488 15,22 4 177-16,30 14 367 1,48 33-296 0,21 20-352-1,11 30-144 1,-21-1-1905 0,-58-29-17227-1</inkml:trace>
  <inkml:trace contextRef="#ctx0" brushRef="#br3" timeOffset="207826.4">11149 12420 10658 0,'-12'-33'5545'0,"3"18"-408"16,9 10-4313-1,0 57-136 1,-3 20-248 0,-13-16-231 15,16-56-209-31,-14 14 720 15,11-46-400 1,51-90-416 0,21-7 96-1,-33 88-168 1,-13 56 192 0,-8 62 632-1,-10 30-696 1,-2-36-48-1,0-45-4297 1,-6-47-6297 0</inkml:trace>
  <inkml:trace contextRef="#ctx0" brushRef="#br3" timeOffset="208026.16">11500 12048 19044 0,'-36'-45'6585'16,"19"7"-3792"0,14 37-3274-1,19 70-455 1,-9 59-19564 0</inkml:trace>
  <inkml:trace contextRef="#ctx0" brushRef="#br3" timeOffset="208167.45">11478 12311 8761 0,'-7'18'6666'0,"-6"28"-1873"16,13 12-3009-1,2 12-1512 1,-1-3-384 0,26-52-13475 15</inkml:trace>
  <inkml:trace contextRef="#ctx0" brushRef="#br3" timeOffset="208330.53">11690 12259 18147 0,'0'0'2289'0,"-7"-5"3144"16,32-2-4049-1,73-24-1352 1,-11 21-296-1,-24 10-4769 1,-44 22-10778 0</inkml:trace>
  <inkml:trace contextRef="#ctx0" brushRef="#br3" timeOffset="208496.35">11799 12106 17187 0,'0'0'0'0,"-39"29"5969"15,17 40-2304 1,27 30-3361 0,30 46-264-1,-8 18-3200 1,-15-102-12732-16</inkml:trace>
  <inkml:trace contextRef="#ctx0" brushRef="#br3" timeOffset="208666.35">11997 12617 20156 0,'-5'0'4409'0,"11"0"-1401"16,95 0-3168 0,8 23-15643-1</inkml:trace>
  <inkml:trace contextRef="#ctx0" brushRef="#br3" timeOffset="209136.34">12931 11916 12730 0,'5'-36'1881'16,"11"-51"3264"-1,-25 51-1040 1,-57 48-3553 0,-57 120 120-1,1 87 584 1,122-219-1256-16,-64 204 408 15,81-77-424 1,61-69 40 0,33-53 8-1,-7-32-2032 1,-54-23-16748 0</inkml:trace>
  <inkml:trace contextRef="#ctx0" brushRef="#br3" timeOffset="209352.32">12847 12344 9466 0,'-53'-1'6425'16,"30"-4"304"0,24-4-4976-1,94-61-1617 1,15 20-232 0,-40 43-56-1,-70 7 152-15,14 64 152 16,-69 95 880-1,7-1-576 1,45-34-768 0,49-88-14995-1</inkml:trace>
  <inkml:trace contextRef="#ctx0" brushRef="#br3" timeOffset="209615.79">13326 11956 15723 0,'-15'-57'5193'16,"-1"-37"1016"-1,7 79-4312 1,9 58-1761 0,4 94 72-1,-24 116-24 1,20-253-184-16,-40 271 16 15,13-122-32 1,16-112-152 0,32-74-3057-1,25-69-15547 1</inkml:trace>
  <inkml:trace contextRef="#ctx0" brushRef="#br3" timeOffset="209803.7">13388 11937 14899 0,'1'-19'1552'0,"14"-37"4889"15,12 48-4616 17,25 59-1697-17,-22 41-296 1,-29-12 376 0,-1-80-208-16,-76 73 32 15,-14-38-136 1,54-54-15804-1</inkml:trace>
  <inkml:trace contextRef="#ctx0" brushRef="#br3" timeOffset="210248.61">13711 11915 16979 0,'0'0'0'0,"0"-6"5817"15,27-14-3128 1,38 3-2361 15,11 11-272-15,-32 9-336-1,-44-3 280 1,21 20-2184-16,-52 7 767 16,-16 22 1537-1,1 30 384 1,22 7-144-1,-9 28-96 1,-29 38-208 0,-13 7 0-1,12-113-80 1,38-70 113 0,25-39 119-1,26 15-32 1,22 33 1224 15,17 10-736-15,21 5-696-1,30 20-184 1,-21-15-15763 0</inkml:trace>
  <inkml:trace contextRef="#ctx0" brushRef="#br3" timeOffset="210567.67">14122 12100 13706 0,'-14'-81'4601'0,"-18"19"1865"0,22 53-5266 16,-38 97-832 0,-8 84 688-1,26 53-712 1,30-225-344-16,14 168 56 31,56-145 16-15,36-97 257-1,-23-75-65 1,-40-15-128 0,-39 39-16-1,-35 68-176 1,17 59-561-1,11 44-18739 1</inkml:trace>
  <inkml:trace contextRef="#ctx0" brushRef="#br3" timeOffset="210785.51">14541 11990 17827 0,'-24'4'2617'0,"-33"50"2400"15,20 52-4297 1,29 36-648 15,13 18-96-15,28-105-896 0,-33-55 920-16,40-35-9722 15,-24 12 696-15</inkml:trace>
  <inkml:trace contextRef="#ctx0" brushRef="#br3" timeOffset="210956.29">14670 11959 14107 0,'12'-31'3672'0,"13"-3"1657"15,-9 42-1936 1,7 66-1784 0,-10 98-457-1,-69 158-1232 16,56-330 80-31,-129 338-1177 16,29-179-15258-16</inkml:trace>
  <inkml:trace contextRef="#ctx0" brushRef="#br3" timeOffset="211363.21">10740 13265 15523 0,'-4'0'1512'0,"13"0"273"0,106-36 55 15,5 17-1912 1,-50 13-5433 0,-64 6-2793-16</inkml:trace>
  <inkml:trace contextRef="#ctx0" brushRef="#br3" timeOffset="211628.26">10996 13222 6561 0,'0'0'0'0,"-69"35"7377"16,26 22-3416-1,6 65-2672 1,3 2-969-1,-25 16-208 17,59-140-112-32,-90 136 72 15,-9-67-96 1,45-72 600 0,42-60-352-1,47 6-272 1,38 39 824-1,38 32 80 1,-1 22-720 0,-25 5-88-1,-32-13-2456 1,-36-31-11227 0</inkml:trace>
  <inkml:trace contextRef="#ctx0" brushRef="#br3" timeOffset="211907.23">11005 13750 9345 0,'0'0'0'0,"-10"-37"8362"15,7 29-4025 17,-3 54-3913-17,-4 45 64 1,-1-11-208 0,11-80-280-1,-9 33 289-15,6-38 575 16,26-92-920-1,28-10-232 1,-19 54 200 0,-11 60-497-1,-12 71 698 1,-8 2-73 0,15-35-497-1,-5-40-12769 1</inkml:trace>
  <inkml:trace contextRef="#ctx0" brushRef="#br3" timeOffset="212078.14">11348 13461 17451 0,'0'0'0'16,"-36"-36"7058"-1,23 23-5882 1,18 54-1328-1,0 58-2169 1,-22-30-16915 0</inkml:trace>
  <inkml:trace contextRef="#ctx0" brushRef="#br3" timeOffset="212224.07">11282 13805 12010 0,'-4'3'1896'0,"-9"28"1849"15,13-7-2248 1,17 20-1313-1,9-1-1721 1,-9-22-9489 0</inkml:trace>
  <inkml:trace contextRef="#ctx0" brushRef="#br3" timeOffset="212412.47">11491 13759 14923 0,'0'-2'3416'15,"39"-32"1457"1,68-13-4016 0,10 30-761-1,-21 34-160 1,-55 15-2321 0,-41-32 2385-1,1 15-13387-15</inkml:trace>
  <inkml:trace contextRef="#ctx0" brushRef="#br3" timeOffset="212559.64">11745 13536 14483 0,'-5'-9'3408'15,"0"1"225"1,5 44-2041 0,4 49-815-1,11 39-625 1,-6 25-1657-1,-9-149 1505-15,20 56-14011 0</inkml:trace>
  <inkml:trace contextRef="#ctx0" brushRef="#br3" timeOffset="212714.32">11989 13891 17475 0,'0'0'1993'0,"-5"-4"815"16,40 0-959-1,90-4-1713 1,12-3-14019 0</inkml:trace>
  <inkml:trace contextRef="#ctx0" brushRef="#br3" timeOffset="214344.12">13114 13458 19300 0,'-3'-22'2272'16,"-22"-69"2025"-1,17 61-3505 1,8 62-1568 0,-9 46-15307-1</inkml:trace>
  <inkml:trace contextRef="#ctx0" brushRef="#br3" timeOffset="-214386.89">12513 13276 13802 0,'-24'11'1273'0,"16"20"975"16,69-15-103 15,82-11-745-15,19-29-1072-1,-8 5-392 1,-154 19 64-16,90-6 56 16,-87 14-2456-1,-39 24-11515 1</inkml:trace>
  <inkml:trace contextRef="#ctx0" brushRef="#br3" timeOffset="-214152.75">12831 13378 10858 0,'-7'0'3201'0,"-2"-6"2088"16,6 5-2985-1,-5 60-215 1,2 54-1289 15,2 17-608-15,4-130-192-16,0 107 56 15,7-40-240 1,27-51-16196 0</inkml:trace>
  <inkml:trace contextRef="#ctx0" brushRef="#br3" timeOffset="-213917.15">13119 13423 17243 0,'-13'-26'1929'0,"-12"-46"3272"15,14 51-2985 1,16 21-2608 15,23 54 152-15,-18 29-3769-1,-10-42-10130-15</inkml:trace>
  <inkml:trace contextRef="#ctx0" brushRef="#br3" timeOffset="-213803.52">13090 13646 10842 0,'0'2'960'0,"-6"21"1433"16,3-7 503-1,3 40-2240 1,3 4-304-1,7-16-10810 1</inkml:trace>
  <inkml:trace contextRef="#ctx0" brushRef="#br3" timeOffset="-213261.23">13230 13619 15899 0,'-10'-15'4609'16,"5"12"-1112"0,2 53-3265-1,3 43-128 1,0 0-264 0,0-47 160-1,0-46 0-15,-2 0 632 16,2-49-560-1,45-66-168 1,6 10-32 0,-19 64 8-1,-18 41-280 1,-7 79 456 15,-13 27 40-15,-8-28 56-1,8-57-112 1,6-36 376 0,28-73-448-1,24-15-64 1,-20 47 40 0,-28 52-368-1,0 31 216 1,4 47 440-1,9 13-272 1,26-32-6682 0,-30-55-3336-1</inkml:trace>
  <inkml:trace contextRef="#ctx0" brushRef="#br3" timeOffset="-212716.19">13631 13676 14827 0,'-4'-1'2384'0,"-3"-1"1489"16,14 2-3097 0,56-2-168-1,3-14-280 1,-31-6-232 0,-35 22-96-16,5-32 224 15,-40 13-232 1,-22 19 48-1,9 44 144 1,32 17 345 0,21 0-265-1,42 0 40 1,8-29-16 15,5-43-1929-15,-16-54-5128-1,-31-11 6161 1,-10 25 2704 0,-3 39 881-1,-3 40-2465 1,-5 48-16 0,8 2-328-1,0-23-64 1,0-42 1016-1,-2-52-399 1,44-65-281 0,19-14-416-1,8 43-176 17,-12 53-5281-17,-41 22-5138-15</inkml:trace>
  <inkml:trace contextRef="#ctx0" brushRef="#br3" timeOffset="-212521.9">14257 13371 15099 0,'-9'-21'5857'0,"-24"37"-3745"15,-4 75-1223 1,21 17-353-1,13 25-256 1,30-20-776 0,-27-113 496-16,42 8-15292 15</inkml:trace>
  <inkml:trace contextRef="#ctx0" brushRef="#br3" timeOffset="-212310.57">14477 13218 14187 0,'0'0'0'16,"0"-18"6321"0,0 47-1792-1,6 87-2001 1,-24 79-2056 0,-46 93-536-1,64-288 64 1,-129 256-4424-16,91-203-8275 0</inkml:trace>
  <inkml:trace contextRef="#ctx0" brushRef="#br3" timeOffset="-211607.95">10498 14732 15715 0,'0'0'0'0,"-30"-35"5329"0,51 2-3345 16,106-4-1599 15,31 18-313-16,-58 18-281 1,-100 1 209 0,25 12-1272-16,-71 12-392 15,-37 3 1504 1,6 18 792 0,31 31-128-1,31 56 264 1,5 26-520-1,-35-14 16 1,-31-19-80 0,-4-66 88-1,23-63-16 1,45-75-232 0,33 29-208 15,15 31 64-16,64 14 424 1,-17 2-127 0,59-7-105-1,-6 14-15588 1</inkml:trace>
  <inkml:trace contextRef="#ctx0" brushRef="#br3" timeOffset="-211303.73">10884 14983 14002 0,'0'-6'2737'0,"-10"-17"2760"0,10 50-4881 15,9 78-320 1,-8 9 105 0,-24-17-153 15,23-97-248-31,-15 19 936 0,12-60-712 31,42-95-448-15,16 40 112-1,-20 69-368 1,-15 76 152 0,-17 57 392-1,5-22-120 1,14-49-336-1,9-37-15124 1</inkml:trace>
  <inkml:trace contextRef="#ctx0" brushRef="#br3" timeOffset="-211157.18">11196 14781 16011 0,'-10'-59'4497'0,"-4"34"-1857"31,18 39-3176-15,3 68-2056 0,-7-25-13180-16</inkml:trace>
  <inkml:trace contextRef="#ctx0" brushRef="#br3" timeOffset="-211009.15">11208 15054 10002 0,'0'0'6153'0,"-16"40"-4217"15,16 17 257 1,8 33-1969 0,0-12-440-1,0-61-11499 1</inkml:trace>
  <inkml:trace contextRef="#ctx0" brushRef="#br3" timeOffset="-210793.1">11362 15023 18675 0,'0'0'0'0,"-4"-7"3961"16,30-3-1960 0,68-15-1753-1,5 21-248 1,6 4-40-1,-105 0 40 1,37 0-4729-16,-26 15-9858 16</inkml:trace>
  <inkml:trace contextRef="#ctx0" brushRef="#br3" timeOffset="-210620.54">11583 14769 17083 0,'-5'4'1761'0,"-22"50"2431"31,17 58-3127-15,12 31-1065-1,16 38-248 1,13-82-14820 0</inkml:trace>
  <inkml:trace contextRef="#ctx0" brushRef="#br3" timeOffset="-210419.07">11860 15182 16267 0,'-7'-6'4065'0,"6"5"-1841"16,77 1-407-1,77-26-1705 1,27-7-18196 15</inkml:trace>
  <inkml:trace contextRef="#ctx0" brushRef="#br3" timeOffset="-210120.53">12515 14544 17275 0,'0'0'0'0,"-9"-40"4441"16,9 48-2496-1,5 105-1137 1,-5 69-296 15,-6 19-256-15,6-201-256-1,-3 174-208-15,-13-167-12731 16,22-10 4897-16</inkml:trace>
  <inkml:trace contextRef="#ctx0" brushRef="#br3" timeOffset="-209902.11">12603 14573 16027 0,'0'0'0'0,"19"-36"4465"16,24 14-2641-1,26 53-1792 1,-35 51 320 0,-62 33 272-1,28-115-624 1,-114 105 441-16,15-71-121 31,69-52-336-15,76-55-14251-1</inkml:trace>
  <inkml:trace contextRef="#ctx0" brushRef="#br3" timeOffset="-209436.14">12898 14621 16451 0,'0'-5'2825'0,"-7"-4"1816"15,7 47-4529 1,7 71 56 0,3 20 8-1,13-26-176 1,-23-103 0-1,15 32-56 1,-9-30 376 0,15-77 128-1,15-65-392 1,-1 24-72 0,-26 91-72-1,-8 54-288 1,6 87 840-1,20 15 368 1,18-38-560 0,4-71 144-1,9-83 808 1,28-87-735 0,-11 23-561-1,-12 55-801 1,3 49-18419 15</inkml:trace>
  <inkml:trace contextRef="#ctx0" brushRef="#br3" timeOffset="-209219.8">13893 14641 13146 0,'0'-2'3737'0,"-14"-9"3025"15,-36 59-5538 1,-11 62-1024 0,7 24-104-1,10-2-40 1,44-132-56 0,-9 48-1408-16,10-85-15148 15</inkml:trace>
  <inkml:trace contextRef="#ctx0" brushRef="#br3" timeOffset="-208849.95">13786 14769 11466 0,'2'-41'3721'16,"4"-1"1512"-1,-1 54-3745 1,10 68 49 0,-2 14-1121-1,14-8-304 1,-27-86-112-16,19 49 72 15,0-50 240 1,31-82-72 0,11-52-144-1,1-23-88 1,-31 57 120 0,-25 93-352-1,-4 63 144 1,-11 67 1144 15,9-5-256-15,21-14-648-1,7-17-416 1,9-9-6289 0,-23-65-4674-16</inkml:trace>
  <inkml:trace contextRef="#ctx0" brushRef="#br3" timeOffset="-208475.87">14423 14403 20316 0,'-6'-6'2800'0,"-7"16"-1559"15,-23 112-433 1,6 64-216-1,14 22 152 1,28-34-672 0,-12-174-72-16,60 79-184 15,41-101-16539 1</inkml:trace>
  <inkml:trace contextRef="#ctx0" brushRef="#br3" timeOffset="-208257.65">14717 14471 18651 0,'5'-2'1569'16,"31"-1"807"0,19 52-1039-1,-17 64 1015 1,-26 66-1512-1,-69 46-912 1,57-225 72-16,-89 151-16 16,37-73-1152-1,52-46-17676 1</inkml:trace>
  <inkml:trace contextRef="#ctx0" brushRef="#br3" timeOffset="-208119.83">15166 15130 16371 0,'0'-1'1376'15,"0"-2"1273"1,-6 13-15156 0</inkml:trace>
  <inkml:trace contextRef="#ctx0" brushRef="#br3" timeOffset="-201699.32">9897 12808 12178 0,'0'0'0'0,"-6"-18"4249"16,6-22 1128-1,0 26-3016 1,0 12-1657 0,-3 105 216-1,3-103-920 1,-26 277 944-16,7 131 256 31,14 63-695-31,27-89-345 31,-4-150 384-15,-6-80-392 0,-14-70-96-1,-2-71 40 1,1-11-8 0,3 0-88-1,-13-23-5257 1,7 18-11651-1</inkml:trace>
  <inkml:trace contextRef="#ctx0" brushRef="#br3" timeOffset="-201311.56">9693 14781 11322 0,'-41'-44'5577'0,"32"25"-2008"15,5 12-1281 1,34 27-231-1,29 58-281 1,9 15-1200 0,-68-93-576-16,53 61 160 15,-7-53 697 1,14-78-305 0,26-43-608-1,-9 1-20149 16</inkml:trace>
  <inkml:trace contextRef="#ctx0" brushRef="#br3" timeOffset="-200919.35">10025 12425 15219 0,'-30'-10'2176'0,"-23"82"-1520"16,-31 42 689 0,8 10-1121-1,30-48-592 1,42-73-12483-1</inkml:trace>
  <inkml:trace contextRef="#ctx0" brushRef="#br3" timeOffset="-200812.02">9958 12507 17627 0,'0'0'0'0,"20"16"2905"16,19 36-761-1,25 6-1407 16,-1 27-14989-31</inkml:trace>
  <inkml:trace contextRef="#ctx0" brushRef="#br3" timeOffset="-199239.4">9671 16265 13522 0,'-20'-6'3593'0,"38"4"-1536"16,80 15-121-1,53-20-1344 17,-26 3-936-17,-50 38-8866 1,-75-34 9210-16,3 6-7506 0</inkml:trace>
  <inkml:trace contextRef="#ctx0" brushRef="#br3" timeOffset="-198901.54">9964 16272 7401 0,'-53'-21'8778'15,"23"7"-3849"1,23 45-4281 0,11 84-216-1,6 31-448 1,-10 39-216 0,0-185 232-1,-26 146 184-15,-5-63 88 16,-15-35-392-1,11-67-920 17,-19-110 248-17,32 64 1416 1,11 46 840 0,16 19-744-1,66-2 289 1,44-8-465-1,-2 11-728 1,-29 32-6026 0,-58-16-6496-1</inkml:trace>
  <inkml:trace contextRef="#ctx0" brushRef="#br3" timeOffset="-198518.25">10100 16662 10978 0,'0'-27'3433'0,"-3"-7"1848"15,3 26-3585 17,0 60-432-17,-3 59-720 1,-3-24-231 0,6-87-313-16,-7 39 536 15,5-19 264 1,2-40-664-1,45-79 64 1,15-10 80 0,-23 48-192-1,-29 63-288 1,0 71 720 0,-8 13-688-1,2-24 128 1,11-21-472-1,1-24-17772 17</inkml:trace>
  <inkml:trace contextRef="#ctx0" brushRef="#br3" timeOffset="-198323.35">10472 16400 18435 0,'-43'-36'5330'0,"33"28"-3394"0,10 22-2456 15,20 71-5217 1,-20-83-4906-1</inkml:trace>
  <inkml:trace contextRef="#ctx0" brushRef="#br3" timeOffset="-198139.93">10494 16693 15499 0,'-5'0'1248'16,"-26"43"1145"-1,14 27-233 1,17-6-1768-1,2-11 8 1,13-11-4569 0,-10-42-5801-16</inkml:trace>
  <inkml:trace contextRef="#ctx0" brushRef="#br3" timeOffset="-197952.41">10586 16683 19484 0,'0'0'0'16,"-17"-11"4201"0,20 11-2385-1,63-8-1520 1,27 16-264 0,-31 27-608-1,-62-35 576 1,26 24-6962-16,-24-15-5224 0</inkml:trace>
  <inkml:trace contextRef="#ctx0" brushRef="#br3" timeOffset="-197749.77">10748 16549 12202 0,'-4'-36'6153'16,"-2"28"-823"0,4 28-4338-1,-6 77 512 1,3 62-1512-1,5-49 568 17,0-110-560-32,11 117-7897 15,-7-93-2938-15</inkml:trace>
  <inkml:trace contextRef="#ctx0" brushRef="#br3" timeOffset="-197421.31">10980 16900 19684 0,'-7'0'2264'16,"-7"0"-1376"-1,27 13 281 1,74 6-89-1,60-22-2400 1,-61-1-14436-16</inkml:trace>
  <inkml:trace contextRef="#ctx0" brushRef="#br3" timeOffset="-196622.38">11787 16084 9145 0,'-3'-10'1529'0,"3"-63"4136"16,2 3-512 0,2 61-1912-1,-8 97-2057 1,-13 134-416-1,17-222-768-15,0 261-24 16,0-55-120 0,9-112-1336-1,12-102-8730 1,-5-36-2257 0</inkml:trace>
  <inkml:trace contextRef="#ctx0" brushRef="#br3" timeOffset="-196450.89">11825 16558 7513 0,'-3'-62'8946'16,"-13"25"-1304"-1,16 30-5426 1,44 0-1816 0,56-8-240 15,-8 29-536-15,-92-14 376-16,52 30-5969 15,-48-27-7114-15</inkml:trace>
  <inkml:trace contextRef="#ctx0" brushRef="#br3" timeOffset="-196251">12114 16077 9850 0,'0'-28'3576'0,"-12"-72"4378"16,1 71-2585 0,0 59-4233-1,-18 131-223 1,22 101-857-1,7-262-56 1,3 286-120-16,37-102-296 31,1-150-3241-15,9-50-14475-16</inkml:trace>
  <inkml:trace contextRef="#ctx0" brushRef="#br3" timeOffset="-195826.04">12341 16150 15339 0,'-12'-35'5193'16,"-6"4"520"-1,15 60-4849 1,5 110-296 0,38 37-344-1,11-56-256 1,-51-120 32-1,29 59-208-15,-20-51 697 16,2-55 655 15,29-71-1024-15,0 13-168 0,-25 90-208-1,-7 39 104 1,8 42 136-1,23-19 96 1,-2-31-8 0,-11-39 280-1,19-51-96 1,14-49-320 0,-13 20-1825-1,21 19-13338 1,-44 69 7353-1</inkml:trace>
  <inkml:trace contextRef="#ctx0" brushRef="#br3" timeOffset="-195578.38">13064 16094 13498 0,'0'-3'2145'16,"-33"-22"3808"-16,-8 17-2760 15,-16 90-1585 1,1 59-88 0,34 2-999-1,22-143-521 1,21 117-48-16,28-40 48 16,13-43-296-1,1-22-8386 1,-49-12-2497-1</inkml:trace>
  <inkml:trace contextRef="#ctx0" brushRef="#br3" timeOffset="-195259.13">13225 16070 19844 0,'0'-14'2280'15,"-12"-24"2329"1,15 34-3513-1,35 76-415 1,-14 123 55 0,-16 53-648-1,-8-248-88 1,-8 239-72-16,-20-144 1280 16,-9-15 40-1,3-49-199 1,22-28-1049-1,5-10 0 1,16-13-2361 15,21-7-15827-31</inkml:trace>
  <inkml:trace contextRef="#ctx0" brushRef="#br3" timeOffset="-194652.58">13844 15869 21212 0,'-5'-19'1768'0,"-7"-8"249"16,9 42-1977-1,-7 91 232 1,-30 36-264 0,-18-23 176-1,58-119-184 1,-45 62-24 0,36-45 360-1,15-34-192 1,33-27-176-1,-2 19-64 1,-13 29-216 0,-18 76 344-1,-49 40 64 1,10-39-72 0,26-65-32-1,7-19 16 1,25-26-64-1,0 9 0 1,-20 18-248 0,-5 43 416 15,0 61 208-15,12 30 8-1,56-33-344 1,-10-63 432-1,-19-21-1608 1,-23-6-15028-16</inkml:trace>
  <inkml:trace contextRef="#ctx0" brushRef="#br3" timeOffset="-194000.84">10009 17685 16979 0,'-28'-8'3785'0,"-35"-8"-2401"15,27 18-336 1,44 43-1128-1,74 32-24 1,37 12-16 0,-119-89 120-1,100 60 649-15,-67-45-257 16,-30-2-24 15,-24-5-72-15,-10 2 120-1,1-2-1056 1,18 17 280 0,10 31-681-1,28 38 545 1,14 28-96 0,0-12-80-1,-7-22 720 1,-26-38-224-1,-40-16 160 1,-42-2 1240 0,12-20-1512-1,34-2-15739 1</inkml:trace>
  <inkml:trace contextRef="#ctx0" brushRef="#br0" timeOffset="-191990.53">10599 12962 13570 0,'0'0'0'0,"29"-25"1465"0,47-5 1119 16,-6 23-1824 15,16 65-784-16,23-22 433 1,-109-36-409-16,131-22 696 16,7-59 904-1,-21-5-960 1,-20 47-504 0,-8 30-64-1,13 22 48 1,21 11 320-1,4-9 424 1,2-5-223 0,-10 16-761-1,-16 22 392 1,9-7-80 0,-15-43 128 15,18-27 40-16,8-6 72 1,-29 36-488 0,-9 26-136-1,-3 18 192 1,8-9 0 0,35-23 280-1,27-5-432 1,5-12 288-1,-10-11-232 1,-42 8 0 0,7 3 40-1,1 4-1712 1,-64 15-13108 0</inkml:trace>
  <inkml:trace contextRef="#ctx0" brushRef="#br0" timeOffset="-191113.92">10434 14363 13890 0,'0'-8'1473'0,"26"35"-1161"16,49 42 1376-1,58 4-376 1,15-57 241 0,-11-44-329-1,-137 28-1224-15,129-64 528 16,-4-4-400 0,20-26-8-1,0 16-120 16,-15 54-80-15,-6 45 368 0,10 31-144-1,17 9-104 1,20-24 448 0,-12-46 225-1,-16-48-81 1,-2-6-536-1,-27 17 88 1,-33 14-160 0,-28 26-256-1,13 35 80 1,36 28 304 0,61-14 320 15,42-42-96-16,-5-52-16 1,-51 16-304 0,-76 22-808-1,-112 51-19348 1</inkml:trace>
  <inkml:trace contextRef="#ctx0" brushRef="#br0" timeOffset="-190552.23">10712 15632 12554 0,'-17'-23'2417'0,"-21"-57"-217"15,35 64 1 1,17 18-1353 0,74 27 440-1,45 10-320 1,-133-39-968-1,158 17 552-15,-5-18-344 16,-6-34 241 0,6-18-161-1,-10-11-120 1,-30-2-112 0,-46 39-128-1,-4 21-64 1,10 12 200 15,10 19 240-15,29 30 224-1,28 17-328 1,29-36-144 0,17-47 64-1,-20-43-176 1,-33 9 104-1,-64 4-14403 1</inkml:trace>
  <inkml:trace contextRef="#ctx0" brushRef="#br0" timeOffset="-189420.49">10319 12383 11986 0,'3'-31'2721'0,"4"-9"663"0,-14 21-1095 31,-47 1-705-15,-38 8-1416-1,-53 18-24 1,145-8-144-16,-170 18 80 16,11 7 40-1,40-2-288 1,45 31 8-1,30 18 16 1,5 29-184 0,-16 79 160-1,-9 119-24 1,1 96 696 0,1-24-464-1,14-16 528 1,2 22 16 15,-1 18-368-15,12-14 273-1,27-80 223 1,14-9-672 0,22 11-192-1,-1-20 16 1,-7-62 200-1,0-65 272 1,-4-9-320 0,3 36-240-1,-12-14 168 1,-7-46-56 0,0-34-144-1,-6-8 104 1,3-20 0 15,3-23 32-15,0-21 136-1,0-14 32 1,15-4 512 0,36-26 24-1,27 7-280 1,34 8-248-1,43-8 0 1,46-21 88 0,13-18-32-1,-26 29 512 1,-47 21-352 0,-49 1-360-1,-45-3 176 1,-39-8-2400 15,-18-20-14828-31</inkml:trace>
  <inkml:trace contextRef="#ctx0" brushRef="#br0" timeOffset="-189140.35">10184 17192 16795 0,'-4'0'2113'0,"-10"-7"-865"15,9 1-1296 1,18 29 1160 0,34 25 1000-1,13 17-1375 1,-60-65-737 0,69 48 272-16,-11-16-256 15,-31-12 752 1,-27 46 152-1,-74 52-1136 17,-46 38-1528-17,13-55-15788-15</inkml:trace>
  <inkml:trace contextRef="#ctx0" brushRef="#br0" timeOffset="-188525.5">10518 12144 10778 0,'3'-25'2136'0,"-2"-3"417"16,-21 23-873-1,-33 44-1480 1,-20 80 760 0,-36 151 1609-1,109-270-2569 1,-130 400 2512-16,9 158-311 15,49 41-1617 17,67-29 880-17,70-153-1040 1,-1-103 353 0,-23-87-353-1,-6-63-352 1,-19-100-72-1,-15-64 0 1,2 0-432 0,2 16-17556-1</inkml:trace>
  <inkml:trace contextRef="#ctx0" brushRef="#br0" timeOffset="-184713.58">15233 14805 16523 0,'-40'-11'4609'0,"28"-5"272"31,12 12-3497-15,49 4-720-1,57-8-367 1,20-11-233 0,-126 19-64-16,78-5 16 15,-65 11-2297 1,-44 51-16939 0</inkml:trace>
  <inkml:trace contextRef="#ctx0" brushRef="#br0" timeOffset="-184547.51">15217 14923 17843 0,'-20'0'4017'0,"9"0"552"15,32-2-3113 1,68 2-471 15,22 0-673-15,7 4-488-1,-118-4 176-15,66-5-5505 16,-45-4-9611-16</inkml:trace>
  <inkml:trace contextRef="#ctx0" brushRef="#br0" timeOffset="-184243">15566 14607 16939 0,'0'0'0'0,"-34"-3"8186"15,31-1-4937 1,20 23-2665 0,39 26-368-1,16 4-232 1,-72-49 16 0,47 70 24-1,-20-7-128 1,-20 9 304-1,-42 26 344 1,-13-3-832 0,41-52-23589-1</inkml:trace>
  <inkml:trace contextRef="#ctx0" brushRef="#br3" timeOffset="-174422.34">1518 12537 10850 0,'0'0'3032'0,"-8"-4"3610"16,-4-4-3994-1,5-6-2415 1,13-3-73 0,18 10 472-1,-24 7-632 1,25 22 384 0,-11 33-440-1,-12 25-168 1,-12 4-5498-1,4-51-7648-15</inkml:trace>
  <inkml:trace contextRef="#ctx0" brushRef="#br3" timeOffset="-174288.6">1475 12662 12594 0,'0'0'0'0,"0"0"0"16,0 0 8338-1,9-2-7514 1,14 1-264-1,33 1-3024 1,-24 10-11299 0</inkml:trace>
  <inkml:trace contextRef="#ctx0" brushRef="#br3" timeOffset="-174093.25">1311 12919 12314 0,'0'0'0'16,"0"9"6730"-1,-4-3-3602 1,15 3-1063 0,46-6-1161-1,91-21-488 1,-148 18-416 0,221-55-7274-16,-176 37-3752 0</inkml:trace>
  <inkml:trace contextRef="#ctx0" brushRef="#br3" timeOffset="-173842.3">1881 12660 15171 0,'-5'-17'6089'0,"1"-9"-3784"31,11 17-2049-15,35 9-128-1,-2 11-24 1,-28 36 48 0,-12-47-152-16,-32 81 288 15,-30 12-2313 1,28-48-16267 0</inkml:trace>
  <inkml:trace contextRef="#ctx0" brushRef="#br3" timeOffset="-173653.88">2073 12374 16283 0,'0'3'6153'16,"-4"20"-4008"15,4 28-937-15,15 65-912-1,-5 82-5569 1,-12-141-6314-16</inkml:trace>
  <inkml:trace contextRef="#ctx0" brushRef="#br3" timeOffset="-173386.14">1762 13608 15043 0,'0'-4'2376'0,"-4"-11"2897"31,-6 6-3048-16,-15 30-2353 1,-35 46 32 0,22-17-2185-1,38-50 2281-15,-37 46-17643 16</inkml:trace>
  <inkml:trace contextRef="#ctx0" brushRef="#br3" timeOffset="-173235.46">1721 13561 11362 0,'0'0'0'0,"41"10"4705"16,36 21-1488 0,17-6-2161-1,1 2-1400 1,-31 34-16532 0</inkml:trace>
  <inkml:trace contextRef="#ctx0" brushRef="#br3" timeOffset="-172745.53">1820 13707 8825 0,'-11'-22'6034'15,"-10"-11"-849"1,11 11-2657-1,10 3-1591 1,3 9-225 0,4 9 48-1,-7 1-760-15,4 8 464 16,9 14-248 0,-2 37-248 15,0 32 200-16,-3 34 152 1,-8 30-224 0,2 11-240-1,2 11 0 1,5 36 216 0,6 84 1392-1,-4 83-1536 1,2 35-152-1,4 22 168 1,12 17 376 0,-10 29-656-1,-10-64-4857 1,-4-289-12475 0</inkml:trace>
  <inkml:trace contextRef="#ctx0" brushRef="#br3" timeOffset="-172005.58">1254 17490 2976 0,'0'2'4081'0,"-11"9"2248"15,2 2-4544 1,3-1-1561 0,8-9 104-1,16-5-248 1,-18 2-80-16,29 3 312 15,-16 33 232 1,-14 37-1048 0,-30 12-7106-1,11-30-591 1</inkml:trace>
  <inkml:trace contextRef="#ctx0" brushRef="#br3" timeOffset="-171888.25">1183 17742 920 0,'4'-1'1576'0,"7"-2"3225"31,11 2-2632-15,25 1-945 0,9 5-1656-1,-8 2-8826 1</inkml:trace>
  <inkml:trace contextRef="#ctx0" brushRef="#br3" timeOffset="-171591.81">1475 17312 6313 0,'-3'0'5913'0,"-11"0"-3600"15,2 23-1865 1,7 33-88 0,29 111-120-1,2-19-216 1,-26-148-24-1,11 56-128 1,-13-72-104 0,-12-36 528-1,16-9-184 1,26 4-200 0,8 12-7186-1,-17 42-167 1</inkml:trace>
  <inkml:trace contextRef="#ctx0" brushRef="#br3" timeOffset="-171342.52">1430 17951 5433 0,'0'0'0'0,"-7"13"5017"16,-6 14-2961 0,8-12-856-1,8-4 849 16,31-22-433-15,-34 11-1616 0,42-33 272-16,4 6 752 15,-15 37 577 1,-4 48-1753 0,-3 40-7010-1,-11-69-1664-15</inkml:trace>
  <inkml:trace contextRef="#ctx0" brushRef="#br3" timeOffset="-170723.48">1026 13657 13786 0,'-4'3'3177'0,"-8"10"800"16,-2-2-2649-1,7-5-1360 1,17-13 224-1,29-12-384 1,-39 19 192 0,53-13 192-16,-12 41 0 15,-16 61 144 1,-22 33-3128 0,-6-22-14212-1</inkml:trace>
  <inkml:trace contextRef="#ctx0" brushRef="#br3" timeOffset="-170531.72">1006 13932 13642 0,'0'0'2057'16,"-11"0"3056"0,4 0-3817-1,7-4-1056 1,27-8-1096-1,23 3-10978 1,-37 7 4992-16</inkml:trace>
  <inkml:trace contextRef="#ctx0" brushRef="#br3" timeOffset="-170359.85">919 14233 11882 0,'0'0'5121'0,"0"-5"-464"31,1 0-1584-15,34-5-569-1,36-8-1840 1,35-2-3064 0,-106 20 2400-16,61-11-17156 0</inkml:trace>
  <inkml:trace contextRef="#ctx0" brushRef="#br3" timeOffset="-167623.27">3696 13482 7049 0,'-4'-10'2873'0,"-4"-25"1584"16,5 9-1017-1,3 9-775 1,0 13-1721 0,0 11-104-1,0-7-840 1,4 54 1233-16,1 22-625 15,1 89-264 1,-6 62 384 15,0 51-392-15,14 36-280 0,5-42 56-1,-5 8 256 1,-5-10 64-1,-2-15-128 1,3-15-200 0,0-25-80-1,1-21-48 1,5-16 344 0,-3-14-616-1,5 16 152 1,-3-65 512-1,4 9-208 1,2 19-312 15,-3-24 112-15,-10-16 56 0,3-17 144-1,-1-42-280 1,-5-14 192-1,-2-24 0 1,-3-3 280 0,0-3-352-1,0 0 0 1,-11 0 1857 0,-23-7-1601-1,-25-37-264 1,-19-17 296-1,-9-1-336 1,16 12-256 15,39 16-4681-15,24 15-10459-16</inkml:trace>
  <inkml:trace contextRef="#ctx0" brushRef="#br3" timeOffset="-167183.08">4323 17211 10714 0,'0'-3'1360'0,"0"-15"2081"0,-2 3 2632 16,-5 30-3096 0,-30 68-1441-1,-46 73-1312 1,83-156-224-1,-130 202-8674-15,93-157-2496 16</inkml:trace>
  <inkml:trace contextRef="#ctx0" brushRef="#br3" timeOffset="-165789.52">3370 12275 14547 0,'-21'-13'6177'0,"10"11"-1240"15,13 2-3969 17,24 52-688-17,5 26-472 1,-17-17-6633-1,-14-61 6825-15,2 14-14443 0</inkml:trace>
  <inkml:trace contextRef="#ctx0" brushRef="#br3" timeOffset="-165116.28">3476 12158 10506 0,'0'0'0'0,"13"-38"6497"15,25 21-4248 1,4 34-353-1,-14 46-1096 1,-45 36-112 0,17-99-688-1,-62 101 40-15,-6-31 256 32,40-68 104-17,20-52-303 1,36-7-81-1,10 27-313 1,11 23 305 0,-25 35 8-1,-11 23 40 1,-12-8 177 0,-34 7-281-1,3-15 120 1,20-28 144-1,10-3-456 1,10-19-49 0,8 5 185 15,0 13 264-15,-5 23-56-1,-16 11 33 1,-53 27-41-1,-16 23-120 1,-15-18 72 0,34-48 296-1,43-16-232 1,15-6-208 0,55-24 208-1,42-26 240 1,3-11-416-1,3 12 184 1,-34 32-1377 0,-56 32-8121 15,-32-3-408-31</inkml:trace>
  <inkml:trace contextRef="#ctx0" brushRef="#br3" timeOffset="-164913.52">3559 12858 12570 0,'-4'0'2473'0,"-14"-13"3080"0,22-13-3681 16,51-31-1648-1,19 12 16 1,-27 40 297 0,-47 5-537-1,36 35 904-15,-15 42-352 16,-6 22-496-1,-2-22-2913 1,-3-58-14170 0</inkml:trace>
  <inkml:trace contextRef="#ctx0" brushRef="#br3" timeOffset="-164537.89">3838 12265 19436 0,'-17'-4'3760'16,"9"-11"-223"-1,33-12-3209 1,35 20-456 0,-24 54 24-1,-53 63-136 1,17-110 240-16,-72 132-744 15,23-74-1913 1,42-60-135 0,25-57 1560-1,20 26 1600 1,14 30 1296 15,6 14 80-15,-3-2-1496-1,-11-20-3328 1,-28-7-10875-16</inkml:trace>
  <inkml:trace contextRef="#ctx0" brushRef="#br3" timeOffset="-164224.91">4055 11909 17339 0,'0'0'0'0,"-15"-7"8786"15,15 69-7434 1,17 17-984 0,26 51-328-1,4 90-672 1,-47-220 632 0,4 87-1200-1,-17-84 904 1,-10-96-112-1,20 10 672 1,16 38 112 0,32-7-120-1,25 6-432 1,-33 38-2657 0,-31 46-15242-1</inkml:trace>
  <inkml:trace contextRef="#ctx0" brushRef="#br3" timeOffset="-164026.5">4002 12627 15315 0,'0'0'0'16,"-13"0"7641"-1,19 42-4368 1,37 43-2113-1,7-2-1472 1,-13-8-5681 0,-14-47-12179-1</inkml:trace>
  <inkml:trace contextRef="#ctx0" brushRef="#br3" timeOffset="-163681.86">4161 12552 16859 0,'0'-9'5121'15,"0"6"-3576"1,25 29-265 0,0 27-976-1,-22 33-176 1,-52 24-72 15,49-110-56-31,-57 56 192 16,23-54 120-1,25-64-408 1,36 13-176 0,14 34 360-1,-4 36-16 1,-13 32 80 0,6-8 8-1,-4-33-856 1,25-60-9586-1,-10-7-2993 1</inkml:trace>
  <inkml:trace contextRef="#ctx0" brushRef="#br3" timeOffset="-163381.6">4506 12048 21948 0,'-6'0'3105'16,"-25"25"-921"-1,5 74-2096 1,3 26-288 0,-12 29-752-1,15-111-4433 1,20-43 5385-16,3-33-4945 16,19-28 4569-1,-4 51 2888 1,17 24-623-1,8 19-1273 1,-4-14-544 0,-14-16-5513-1,-17-3-5482 1</inkml:trace>
  <inkml:trace contextRef="#ctx0" brushRef="#br3" timeOffset="-163203.17">4505 12296 14275 0,'0'0'0'0,"-5"-5"8337"16,7 2-6880 0,31-3-361-1,21-19-400 1,1 3-1208 0,-55 22 512-1,23-31-5169-15,-5-21-5810 16,-16 32 4810-16</inkml:trace>
  <inkml:trace contextRef="#ctx0" brushRef="#br3" timeOffset="-163029.54">4644 11866 8753 0,'0'0'0'0,"-17"-61"12147"15,12 52-7274 1,5 46-3785 0,10 78-32 15,27 47-639-16,19 55-746 1,-56-217 329-16,48 220-6945 16,-29-123-9098-1</inkml:trace>
  <inkml:trace contextRef="#ctx0" brushRef="#br3" timeOffset="-162729.72">4655 12650 15099 0,'-15'-17'4609'0,"3"-18"-1601"15,28 14-2183 1,19 16-121 0,18 47 136-1,-9 33-312 1,-44-75-528 0,24 94 216-16,-56-4 240 31,-48-51 488-16,-13-39 169 1,34-58-753 0,49-21 136-1,44 5-464 1,31 26-4025 0,12 29-14403-1</inkml:trace>
  <inkml:trace contextRef="#ctx0" brushRef="#br3" timeOffset="-162553.64">5388 12754 14987 0,'0'0'0'0,"-38"22"11818"31,34-22-14322-16,4-1-14204-15</inkml:trace>
  <inkml:trace contextRef="#ctx0" brushRef="#br3" timeOffset="-160663.06">14587 12848 5553 0,'-13'0'6185'16,"-20"0"-1384"0,8-8 168-1,19-5-2048 1,87-39-2153 0,77-54-488-1,-158 106-280-15,183-91 40 16,-96 80-448-1,-61 42-2345 1,-52 26-12178 0</inkml:trace>
  <inkml:trace contextRef="#ctx0" brushRef="#br3" timeOffset="-160486.05">14599 13047 13330 0,'-28'0'2953'0,"13"-2"2608"16,47-46-2784 15,122-83-2345-15,69-8-416-1,-49 96-15195 1</inkml:trace>
  <inkml:trace contextRef="#ctx0" brushRef="#br3" timeOffset="-160171.34">14397 13986 15603 0,'0'0'0'0,"-5"-25"4601"16,99-67-3953-1,50 2-432 1,-2 29-792-1,-62 58-5177 1,-78 21-2657-16</inkml:trace>
  <inkml:trace contextRef="#ctx0" brushRef="#br3" timeOffset="-160015.5">14392 14223 19252 0,'-11'-4'1120'0,"44"-29"-208"15,99-58-416 17,39-1-1016-17,-62 57-12667 1</inkml:trace>
  <inkml:trace contextRef="#ctx0" brushRef="#br3" timeOffset="-159514.1">14651 15620 15347 0,'0'0'0'0,"0"-21"3817"0,56-44-3129 15,46-1-424 1,14 11-640-1,-56 49-3057 17,-44 33-7681-32</inkml:trace>
  <inkml:trace contextRef="#ctx0" brushRef="#br3" timeOffset="-159389.2">14723 15705 17851 0,'0'-1'1585'0,"27"-35"-617"15,96-44-776 1,56-8-13539 0</inkml:trace>
  <inkml:trace contextRef="#ctx0" brushRef="#br2" timeOffset="-154902.58">10366 17283 11842 0,'0'0'0'0,"-17"-10"5409"15,13 4-4969 1,63 29 753 0,36 11-25-1,18-12 160 1,-113-22-1328-1,98 2 624-15,-18-38-176 16,-6-27-80 0,-7 2-176-1,-6 42-8 17,0 36 705-17,17 44-481 1,16-4-360-1,5-30 168 1,-12-17 24 0,-17-11 352-1,-24-27-256 1,0-32-104 0,-5 16-216-1,-2 28 64 1,8 38 128-1,15 33-272 1,14 6 96 0,11-37 184-1,-3-20 288 17,1-22-104-17,-1-10-224 1,4-5-16-1,16-19-40 1,8-7-328 0,-51 21-16147-1</inkml:trace>
  <inkml:trace contextRef="#ctx0" brushRef="#br2" timeOffset="-154566.25">12590 17506 16091 0,'-14'3'768'0,"-24"10"2745"16,20-4-1633-1,46-28-1456 1,70-57 72 0,38-46 777-1,-136 122-1273 1,132-126 848-16,-23 36-608 16,-48 53-112-1,-42 27-1296 1,-42 77-17052-1</inkml:trace>
  <inkml:trace contextRef="#ctx0" brushRef="#br2" timeOffset="-154353.89">12771 17567 6473 0,'0'0'0'0,"-25"36"5825"16,11-4-3624 15,33-36 3008-15,65-57-2609-1,57-44-551 1,-141 105-2049 0,150-119 1856-16,-20 11-1528 15,-40 51-384 1,-62 45-360 0,-26 47-15803-1</inkml:trace>
  <inkml:trace contextRef="#ctx0" brushRef="#br2" timeOffset="-147391.4">1386 13624 11442 0,'-3'0'824'0,"-14"26"-648"16,-12 57-144 0,20 67 408-1,25 71-600 1,34 18 200-1,-50-239-40 1,62 203 184-16,-12-69 400 16,-25-96-9377-1</inkml:trace>
  <inkml:trace contextRef="#ctx0" brushRef="#br2" timeOffset="-146850.62">1396 13739 11810 0,'-2'-2'920'16,"-23"-14"769"0,4-1-1225-1,-4-2-720 1,25-1 168 0,68-5 336-1,-68 25-248 1,243-67 616-16,105-8 48 15,-33 5-40 1,197-46-80 0,-139 9-384 15,-5-20 64-15,-63 65 48-1,-106 65-232 1,-76 22 48-1,-30-3 32 1,-32-5-304 0,-32 22 256-1,-17 23-152 1,-12 38 160 0,0 73 32-1,-12 41-352 1,0 36 320-1,12-70 232 1,0-92-168 0,-4-52-96 15,-9-8-8129-15,-1-28 1127-16</inkml:trace>
  <inkml:trace contextRef="#ctx0" brushRef="#br2" timeOffset="-146469.16">1977 14654 9834 0,'-46'0'3104'0,"-82"10"-975"0,64 10-137 16,78-17-2064 0,100-15 584-1,125-16-40 17,-239 28-472-32,487-60 793 15,-11-26-145 1,-52 11 48-1,-32 18-216 1,-125 14-192 0,-107-12 24-1,-92 28-96 1,-50 19-152 0,-41 0-7962-1,-1 8-583-15</inkml:trace>
  <inkml:trace contextRef="#ctx0" brushRef="#br2" timeOffset="-146140.6">3839 14711 12186 0,'0'0'0'0,"-24"7"3801"16,26-9-3097 0,123-82 728-1,98-96-247 1,2-11 247 0,-225 191-1432-1,179-135 888-15,-74 67-920 16,-71 55-136-1,-43 25-496 1,-95 97-2025 0,-67 78-11130-1</inkml:trace>
  <inkml:trace contextRef="#ctx0" brushRef="#br2" timeOffset="-145875.28">4067 14795 1944 0,'-49'60'4753'16,"-22"43"-1400"-1,52-78 47 1,19-25-3400 0,55-47 2665-1,76-64-2249 1,-131 111-416-16,190-150 1592 16,10 23-743-1,-22 33-425 1,-60 30-176-1,-60 14 16 1,-34 39-352 0,-38 15-1089-1,-69 73-12089 17</inkml:trace>
  <inkml:trace contextRef="#ctx0" brushRef="#br0" timeOffset="-68313.38">8848 4134 12378 0,'-6'-5'4337'0,"-7"-8"352"16,-4 10-2104-1,-15 40-1041 1,-11 37-416 0,3 54-48-1,40-128-1080 1,-20 135 665 0,26-29-393-1,38-55-304 1,32-71-2041-1,-22 1-16451-15</inkml:trace>
  <inkml:trace contextRef="#ctx0" brushRef="#br0" timeOffset="-67224.17">16256 4216 10202 0,'0'-3'3744'0,"0"3"-3744"32,0 0 0-17,2 0 9835 1,9 3-7803-1,25 23-968 1,-36-26-1064-16,43 70 1217 16,-18 40-153-1,-59 49-688 1,-78 17-456 0,-28-36-20453-1</inkml:trace>
  <inkml:trace contextRef="#ctx0" brushRef="#br0" timeOffset="-54310.78">5255 4790 12082 0,'0'0'1216'0,"1"3"433"16,14-3 1175 0,21-3-1551-1,-2-2-545 1,-10 4-248 0,-24 1-480-1,13 0 776 1,-5-2 464-1,7-14 313 1,6-3-569 0,6 7-568-1,27 22 192 1,10 15-496 0,15-16 32-1,-16-9-48 1,-12-4 152-1,-14-11-192 1,-11-2 64 0,2-5-112-1,1 21-48 1,7 24 200 0,14 0-192 15,6-13 120-16,0 4-120 1,-6-7 24 0,-14 1 120-1,1-4-168 1,-19-2 40 0,4-2 72-1,5-7 88 1,7 5-168-1,4 2 48 1,9 0 272 0,0 0-344-1,-4 2-24 1,0 4 176 0,14-6-136 15,-12-3 80-16,-7-2-120 1,5 1 72 0,8 3-48-1,-3 3 96 1,9 4-96 0,-14-2 48-1,3-4 0 1,-3-24-4817-1,-6 12-12570 1</inkml:trace>
  <inkml:trace contextRef="#ctx0" brushRef="#br0" timeOffset="-103817.88">18630 13276 11026 0,'-27'-8'1536'0,"-9"-7"1937"15,10 3 1080 1,16 6-1777 0,10 3-1903-1,19 0 295 1,-19 3-1168 0,47-14 648-16,10 4-272 15,15 6-272 1,25-2 168-1,17-5-216 1,18 7 16 0,16 0 0-1,26-1-112 17,-36-2 152-17,-48-3-136 1,-33-1-8-1,-30 3 88 1,-21 6 608 0,-6 2-664-1,0 0 0 1,0 0 0 0,0 0 0-1,1 21 1537 1,11 60-1481-1,-1 67 112 1,5 26-88 0,6 15 192-1,-4 17 264 17,0-5-752-17,3-17 792 1,-5-59-520-1,-8-35 8 1,-2-27 16 0,-3-39 8-1,-2-16-160 1,-1-8 72 0,0 3 120-1,0-3-120 1,0 0 0-1,0 0 0 1,-28 4 264 0,-94 24 624 15,-79-4-728-15,-105 27-128-1,-103-7-4753 1,229-40-14043-16</inkml:trace>
  <inkml:trace contextRef="#ctx0" brushRef="#br0" timeOffset="-102888.86">19944 13114 14659 0,'-39'-41'1784'0,"31"23"1569"16,9-4 47-1,39-3-1903 1,52-11-201 0,71-7-552-1,-163 43-744-15,232-34 248 16,29 12-168 0,47 15 72-1,46 5-112 1,39-11-96-1,68-9 56 1,23-6-88 0,49-7 456-1,26-3-736 17,45 4 672-17,7-17-592 1,-12 25 144-1,-5 6 56 1,-37 6-128 0,-43 8 152-1,-57 1-752 1,-54 12 880 0,-97 26-280-1,-88-21 272 1,-108 14 72-1,-93-21-472 1,-38 6 208 0,-88 27-15523-1</inkml:trace>
  <inkml:trace contextRef="#ctx0" brushRef="#br0" timeOffset="-102284.74">20137 14908 18235 0,'-33'-33'2833'0,"34"15"-2329"16,130 18-336-1,111-12-72 1,77-4 112 0,96 5-232-1,-415 11 24-15,478-25 32 16,66-14 568 0,46 3 585-1,85 20-529 1,91-2-456-1,49 9 88 1,5 6 104 0,-56 15-504-1,-74 11 608 1,-83-19-944 15,-113-4 1168-15,-152 2-624-1,-180 33-8 1,-117-9-19380 0</inkml:trace>
  <inkml:trace contextRef="#ctx0" brushRef="#br0" timeOffset="-100094.68">18774 13798 15715 0,'0'0'0'0,"-33"-35"5937"16,26 25-2856-1,4 36-2465 1,5 108 696-1,11 35-264 1,-13-169-1048 0,4 146 649-16,-4-59-529 15,1-70-88 1,7-23-697 0,14-12-14730-1</inkml:trace>
  <inkml:trace contextRef="#ctx0" brushRef="#br1" timeOffset="-96156.93">24727 12793 14915 0,'-17'-36'2984'0,"-14"19"-1239"0,9 114 1287 16,-25 159-135 15,1 137-1481-15,-13 29-816-1,59-422-600-15,-50 386 32 16,10-136-16-1,3-119-672 1,0-140-17252 0</inkml:trace>
  <inkml:trace contextRef="#ctx0" brushRef="#br2" timeOffset="-92036.73">25707 12948 13642 0,'1'-36'681'0,"-3"7"1935"16,-119 97-271-1,-154 145-497 1,-63 81-1176 0,-20-9-344-1,358-285-328-15,-274 248 136 16,139-94-192-1,150-107-1912 1,51-52-10139 0</inkml:trace>
  <inkml:trace contextRef="#ctx0" brushRef="#br2" timeOffset="-91741.02">26739 12850 8945 0,'45'-50'1377'16,"-22"12"2544"-1,-72 70 511 1,-131 97-3055 0,-130 120-1-1,-137 111-616 1,447-360-760-16,-467 404 288 15,157-111-408 1,174-162 160 0,146-101-3064-1,75-55-9659 1</inkml:trace>
  <inkml:trace contextRef="#ctx0" brushRef="#br2" timeOffset="-91477.41">27616 12901 9594 0,'81'-12'912'15,"13"8"24"1,-148 60 6049 0,-217 151-4432-1,-193 179-993 1,-76 71-992-1,540-457-568-15,-376 385 168 16,201-230-192 0,168-133-1344-1,166-109-2889 1,139-184-10882 0</inkml:trace>
  <inkml:trace contextRef="#ctx0" brushRef="#br2" timeOffset="-91065.64">28163 13127 3960 0,'49'-31'1969'16,"141"-46"1944"-1,-124 66 752 1,-142 106 1400 0,-246 181-3361-1,-203 121-1663 1,525-397-1041-1,-404 402 680-15,166-123-424 16,192-224-568 0,136-99-392-1,192-163-3305 1,165-114-9914 0,65 36 7930 15,-109 92 9785-16,-150 118 1586 1,-190 102-2338 0,-143 112 3298-1,-189 165-3834 1,-56 102-2088 0,43-55-664-1,72-105-13635 1</inkml:trace>
  <inkml:trace contextRef="#ctx0" brushRef="#br3" timeOffset="-78182.25">23671 12883 15403 0,'0'0'0'0,"-4"-51"3096"16,12 16-575 0,-3 13 1136-1,0 5-2065 1,0 9-952-1,-5 8-640 1,0 0 0-16,0 0 0 16,7 35 992-1,-2 49-431 1,-5 66-1066 0,-20 109 1570-1,5 50-281 1,15 29-920-1,22-34 1416 17,20-62-968-17,-15-63-608 1,-12-59 64 0,-8-85 0-1,-7-25 40 1,-3-10-1832-1,-18-10-15596-15</inkml:trace>
  <inkml:trace contextRef="#ctx0" brushRef="#br3" timeOffset="-66736.42">23675 12487 2512 0,'0'0'0'0,"1"-34"1584"16,11 13 241-1,-5 4-729 1,-3 2 1184 0,-4 1-1119-1,0 14-1161 1,0-7-176-16,0 7-6874 16</inkml:trace>
  <inkml:trace contextRef="#ctx0" brushRef="#br3" timeOffset="-66453.86">23690 12280 13338 0,'0'-31'4089'15,"-2"-10"632"1,-1 4-2768 0,3 20-425-1,0 11-1160 1,2 28-760 0,-2-22 392-16,-2 72-4353 15,-8-26-10706 1</inkml:trace>
  <inkml:trace contextRef="#ctx0" brushRef="#br3" timeOffset="-66289.83">23664 12453 13410 0,'0'-5'1689'16,"0"1"2192"0,0 1-1777-1,8 26-2208 1,5 20-152-1,-5 5-14371 1</inkml:trace>
  <inkml:trace contextRef="#ctx0" brushRef="#br3" timeOffset="-66162.43">23684 12728 8049 0,'-6'0'3953'0,"-1"6"-2569"15,7 3 113 1,13 16-1313-1,-7 23-3625 1,-6-48-2536 0</inkml:trace>
  <inkml:trace contextRef="#ctx0" brushRef="#br3" timeOffset="-65990.98">23671 13022 9249 0,'-4'3'2593'15,"1"6"-2689"1,6 15 72 0,5 15-3657-1,-8-34-560-15</inkml:trace>
  <inkml:trace contextRef="#ctx0" brushRef="#br3" timeOffset="-65821.44">23676 13409 11962 0,'0'5'416'0,"-9"29"480"31,2 16-280-15,7 5-496-1,3 1-320 1,5-5-9402-16</inkml:trace>
  <inkml:trace contextRef="#ctx0" brushRef="#br3" timeOffset="-65637.86">23669 13929 9946 0,'0'0'0'0,"-6"53"2696"16,10-21-1424-1,9 4-895 1,0 29-321-1,-12-7-312 1,-1-58 256 0,-9 56-2497-16,-1-16-7089 15</inkml:trace>
  <inkml:trace contextRef="#ctx0" brushRef="#br3" timeOffset="-65488.43">23657 14398 5361 0,'-3'39'4857'16,"-3"-3"-1481"-1,6-20-2471 1,10 2-833 0,4 6-72-1,2 10-10315 1</inkml:trace>
  <inkml:trace contextRef="#ctx0" brushRef="#br3" timeOffset="-65322.21">23699 14791 13570 0,'-4'3'272'0,"-2"21"-368"15,10-1 296 17,4 11-240-17,1-1-1680 1,-2-16-6338-16</inkml:trace>
  <inkml:trace contextRef="#ctx0" brushRef="#br3" timeOffset="-65156.32">23717 15130 13034 0,'-15'0'1257'0,"-12"21"143"15,27 8 584 1,0-5-1688-1,7 15-440 1,4-7-11762 0</inkml:trace>
  <inkml:trace contextRef="#ctx0" brushRef="#br4" timeOffset="-61098.58">24203 12834 4440 0,'0'0'0'0,"15"-13"8594"15,-2-7-2953 1,-12 19-1880 0,-47 65-1128-1,-101 160-1185 1,147-224-1448-1,-182 291 960-15,37-68-504 16,74-85-239 0,49-70-129-1,17-57-369 1,33-27-7208 0,-16-17-3385-1</inkml:trace>
  <inkml:trace contextRef="#ctx0" brushRef="#br4" timeOffset="-60287.84">24842 12800 11098 0,'0'-15'2064'15,"0"12"-1111"1,-6 11 2167 0,-35 62-399-1,-32 57 351 1,-42 81-623-1,115-208-2449-15,-166 310 1704 16,-16 21-1136 0,60-83-47-1,50-88-281 1,56-93-296 0,22-84-937-1,107-124-6048 16,-30 29-6578-31</inkml:trace>
  <inkml:trace contextRef="#ctx0" brushRef="#br4" timeOffset="-60004.9">25457 12829 14827 0,'0'0'0'0,"20"-28"3216"15,-21 27 2482 1,-79 99-3450 0,-82 150-103-1,-54 103-809 1,216-351-1336 0,-238 403-312-16,65-77 600 15,93-141-48 1,74-137-560 15,52-66-2153-15,106-162-9689-1,-103 109 3176-15</inkml:trace>
  <inkml:trace contextRef="#ctx0" brushRef="#br4" timeOffset="-59770.44">25876 12915 13610 0,'48'-68'3809'16,"-18"76"-40"0,-94 143 760-1,-114 169-2833 1,-1 33-1400 0,27-3-224-1,152-350-72-15,-64 194-40 16,52-156-968 15,61-99-3865-15,116-165-13643-1</inkml:trace>
  <inkml:trace contextRef="#ctx0" brushRef="#br4" timeOffset="-59601.96">26333 12964 17531 0,'0'0'0'0,"-57"87"6402"15,-58 182-3418 1,-33 65-1823 0,23 17-953-1,35-92-1633 1,90-259 1425 0,-71 84-16635-16,55-84 9369 15</inkml:trace>
  <inkml:trace contextRef="#ctx0" brushRef="#br4" timeOffset="-58774.3">23855 12773 16827 0,'0'0'0'0,"-82"-15"4201"15,37 7-1080 1,35 4-609-1,28 1-1904 17,84-10 112-17,-102 13-720 1,185-20 401-16,40 6-113 16,17-2 96-1,45 11-128 1,28 3-256-1,-18 0-160 1,-11 0-560 0,-31-5 1200-1,-45 7-288 1,-67 0-400 0,-44 7 24-1,-62-5 320 1,-34 4 16-1,-3-6-152 17,0 3 344-17,0-4-616 1,3 4 304 0,1 38 312-1,-2 54 272 1,-28 109 168-1,-35 113-568 1,-1 44-264 0,40-27-200-1,4-73 1064 1,-8-77-1024 0,10-77 224-1,-2-34-80 1,-18-57-6065 15,12-21-11451-31</inkml:trace>
  <inkml:trace contextRef="#ctx0" brushRef="#br4" timeOffset="-57990.55">24041 12712 12354 0,'-49'-5'1288'16,"-6"2"49"-1,15-1 823 1,19-2-1400 0,2-1 1001-1,4-5 343 1,15 12-2104-16,-5-6 2097 15,5 10-1297 1,-25 62 200 0,-3 107 840-1,21 83-519 1,7 103-641 0,-6-4-544-1,-7-24-176 1,3-92 176-1,7-136-184 17,3-85 248-17,0-18-200 1,0-4 1544 0,22-36-1104-1,25-3-784 1,42 0 504-1,58-6-8 1,82 23-232 0,60 27-8-1,107 35-1208 1,43-15 2480 0,-54-32-2488-1,-118-28 2752 1,-140 11-1312-1,-106 20-168 17,-24-3 144-17,-75-25-2408 1,-86-24-19157 0</inkml:trace>
  <inkml:trace contextRef="#ctx0" brushRef="#br4" timeOffset="-57510.72">25078 11932 15043 0,'0'0'0'0,"0"-88"5913"0,7 29-744 16,-5 43-2784 0,-1 32-2161-1,-4 111 440 1,-5 77-464 0,8-204-200-16,-7 196 208 15,-4-50-408 1,7-106-2473-1,4-45-8033 17,0-23 1416-32</inkml:trace>
  <inkml:trace contextRef="#ctx0" brushRef="#br4" timeOffset="-57309.68">25151 11916 16227 0,'4'-75'5073'16,"42"3"-1376"-1,0 62-2369 1,-2 39-632 0,-23 74-432-1,-47 26 176 1,26-129-440-16,-74 103-48 16,9-59 136-1,46-29-2224 1,21-20-16340-1</inkml:trace>
  <inkml:trace contextRef="#ctx0" brushRef="#br4" timeOffset="-56918.23">25421 11871 18187 0,'0'0'0'0,"14"-45"5354"16,-2 23-1130-1,-10 19-3551 1,6 57-633 0,-18 38-64-1,7-30-24 1,3-62 48-16,20 19 104 16,15-15-256-1,26-10 320 1,-25 17-568-1,-17 38 504 17,-22 9 88-32,-38 17 288 31,-7-32 136-15,12-9-632-1,0-29-1144 1,2-16-14028-1,31-8 6779-15</inkml:trace>
  <inkml:trace contextRef="#ctx0" brushRef="#br4" timeOffset="-56726.8">25453 11869 20740 0,'0'0'0'0,"-11"-14"5793"16,8 14-2744-1,64-29-2577 1,74-15-472-1,-26 17 472 1,-109 27-472 0,65-11 48-16,-46 11-336 31,-21 17-3657-15,-28 19-17788-1</inkml:trace>
  <inkml:trace contextRef="#ctx0" brushRef="#br3" timeOffset="-47890.58">22723 12190 15715 0,'-4'-20'2816'0,"-13"-21"-951"15,17 44-457 1,1 48 625 0,1 31-577-1,9 25-680 1,-11-107-776 0,10 113 704-16,5 11-120 15,-5 28-72 1,-6 28-79-1,-8 18 71 17,4 0-648-17,2-1 528 1,-6 9-16 0,0 30-808-1,0 9 696 1,9-23-304-1,0-29 176 1,-3 5-8 0,-2 18-304-1,3 2 64 1,-3-41 0 0,-8-78 160-1,-2-64-96 1,6-31-64-1,-5-14-14147 17,6-9 4473-32</inkml:trace>
  <inkml:trace contextRef="#ctx0" brushRef="#br3" timeOffset="-43129.61">23027 13618 9698 0,'0'0'0'0,"-20"-11"5497"0,13-5-1328 16,7 7-481 0,0 7-2543 15,-25 57-721-16,25-55-424 1,-67 124 336-16,-17 14-264 16,31-73-216-1,41-53 312 1,14-12-192 0,39-8 88-1,21 4-160 1,11 10 96-1,0 6 32 1,-40 4-216 0,-29-12-8682-1,-2-4-464 1</inkml:trace>
  <inkml:trace contextRef="#ctx0" brushRef="#br3" timeOffset="-42912.71">22892 13863 17747 0,'0'0'0'0,"-18"-10"4545"16,15 8-1992-1,27 8-2081 1,52 9-232 0,22-5 0-1,-98-10-240 1,103 1-8-16,-28-1-208 15,-41-15-8274 1,-34-2-232 0</inkml:trace>
  <inkml:trace contextRef="#ctx0" brushRef="#br3" timeOffset="-42676.62">23257 13685 16027 0,'0'0'1160'0,"-3"0"1569"31,3 4 423-15,25 30-1527 0,21 1-1489-1,14 21-48 1,-60-56-88 0,45 58-224-16,-33 8 288 15,-82 44 264 1,-37 20-968-1,55-65-14179 1</inkml:trace>
  <inkml:trace contextRef="#ctx0" brushRef="#br3" timeOffset="-31536.25">20554 12417 11522 0,'0'0'0'0,"0"-2"2729"0,0 2-2729 16,0-3 4953-1,1 6-3601 1,6 10-48 0,-7-13-1304-1,6 23 792-15,-2 13-15 31,-1-2-153-15,6 15-16 0,5-7-184-1,-2 11-104 1,4-3 88 0,-4 7 440-1,-2 8-168 1,1-6-256-1,-2-5-360 1,-2 2 128 0,2 2 105-1,-1 11-1 1,0 8-24 0,0 14 376-1,1 3-344 16,-1-15-304-15,-5 7-120 0,0-9 168-1,-2-9 312 1,1 3-264 0,-2 14-208-1,0 6 408 1,0-6-248-1,0 14 72 1,3-15-72 0,5 14-16-1,1-2-32 1,-2 6 280 0,9 1-424-1,-2-3 504 16,2 5-280-15,-5 25-272 0,-2 25 152-1,1 24 144 1,1-20-136 0,1-12 160-1,-4-16-128 1,-2-72-160-1,-5-75-6273 1,-1-51-13355 0</inkml:trace>
  <inkml:trace contextRef="#ctx0" brushRef="#br3" timeOffset="-31103.72">20107 12986 18139 0,'0'-22'1881'0,"-3"-35"1584"0,6 43-1545 16,-8 61-648-1,-55 165 8 1,-18 72-863 15,78-284-417-31,-82 259 0 16,20-71-56-1,43-91-217 1,27-91-3687 0,30-62-11460-16</inkml:trace>
  <inkml:trace contextRef="#ctx0" brushRef="#br3" timeOffset="-30843.66">20494 13107 21548 0,'-8'5'880'16,"-16"54"-80"0,-79 85 1801-1,-30 60-601 1,9 46-1527 15,33-5-385-15,91-245-88-16,-47 161-120 15,38-125-513 1,58-67-13602 0,-26 2 5562-16</inkml:trace>
  <inkml:trace contextRef="#ctx0" brushRef="#br3" timeOffset="-30634.35">20466 13552 20676 0,'0'0'0'0,"-14"20"1720"15,-40 87-295 1,-53 83 711 0,-10 27-1288-1,17 10-792 1,100-227-56-1,-57 130 72-15,44-108-560 32,74-85-3561-17,8-74-11370 1</inkml:trace>
  <inkml:trace contextRef="#ctx0" brushRef="#br3" timeOffset="-30461.56">20401 13993 9554 0,'15'-10'4913'16,"-5"39"800"-1,-40 98-2328 1,-31 34-2425 0,-5-22-456-1,41-66-560 1,25-73 56-16,18 21-1208 16,69-79-12075-1,-66 35 6481 1</inkml:trace>
  <inkml:trace contextRef="#ctx0" brushRef="#br3" timeOffset="-30323.41">20546 14340 13298 0,'0'0'0'16,"0"42"7490"-1,-21 40-4970 1,-1 9-2440 0,-14-52-13218-1</inkml:trace>
  <inkml:trace contextRef="#ctx0" brushRef="#br3" timeOffset="-28683.92">19745 15130 12058 0,'0'-14'1352'0,"0"-37"2969"16,7 4 584-1,-4 45-2888 1,10 118-201 0,-10 124-960-1,-3-240-856 1,2 194-56-16,0-58-48 16,-1-106-432-1,11-66-8338 1,12-79-7105-1</inkml:trace>
  <inkml:trace contextRef="#ctx0" brushRef="#br3" timeOffset="-28485.65">19792 15126 16043 0,'-13'-22'2432'16,"-6"-32"2906"0,21 49-4666-1,47 23-456 1,-1 57 8-1,-36 39 112 1,-12-114-336 0,-49 100 288-16,3-56-336 15,27-44-4745 1,33-15-13251 0</inkml:trace>
  <inkml:trace contextRef="#ctx0" brushRef="#br3" timeOffset="-28151.8">20031 15154 18892 0,'0'0'1240'15,"-6"1"880"1,-31 60-575 0,-5 34-1329-1,8-44 64 1,20-37-184-1,14-14-96-15,0 0 0 16,23 0-112 0,38-2 592-1,37-12 24 1,8 0-104 0,-26 16-504-1,-32 10-2121 1,-46-3-14050-1,-15-12 11378 1</inkml:trace>
  <inkml:trace contextRef="#ctx0" brushRef="#br3" timeOffset="-27978.32">20144 15107 15011 0,'-3'-14'1808'16,"-14"-9"3105"-1,17 25-2880 1,0 94 399-1,1 115-1256 1,14-29-1000 0,-15-182-176-1,11 126-120-15,1-45-56 16,15-27-16875 0,-21-43 9665-16</inkml:trace>
  <inkml:trace contextRef="#ctx0" brushRef="#br3" timeOffset="-26654.88">23270 14697 8673 0,'0'0'0'0,"-17"-21"5305"0,14 6-1432 16,-3 10-784-1,-4 19-2001 1,-58 85 665 15,68-99-1753-31,-65 118 288 16,24-27-424 0,30-65-392-1,58-64-5410 1,44-76-2416-1,-54 12 8330 1,-26 65 6882 0,-7 26-897-1,3 9-4152 1,62-3-849 0,22 5-680-1,-22 31-408 1,-48-7-3425-1,-41-4-5449 1,-26-12-768 0</inkml:trace>
  <inkml:trace contextRef="#ctx0" brushRef="#br3" timeOffset="-26455.86">23339 14731 7657 0,'0'-5'2577'0,"-14"-23"4144"31,11 25-3424-15,3 39-1377-1,-12 122 753 1,9 32-1985 0,3-190-688-16,0 194 312 15,0-53-296 1,5-92-192 0,10-30-3817-1,13-8-15091 1</inkml:trace>
  <inkml:trace contextRef="#ctx0" brushRef="#br3" timeOffset="-26195.94">23385 15643 16195 0,'-5'-9'2593'16,"-3"-3"911"-1,8 28-2560 1,10 80 17 0,3 49-673-1,-12 6-384 1,-1-151 96-16,-13 147-152 16,10-87-977-1,31-95-14442 1,-10 5 9946-16</inkml:trace>
  <inkml:trace contextRef="#ctx0" brushRef="#br3" timeOffset="-25984.38">23442 15533 15659 0,'-3'-14'1536'16,"7"-26"-1200"-1,34 29 256 1,0 58-168-1,1 50 33 1,-25-3-249 0,-14-94-208-16,-34 82 272 15,-3-34-480 1,22-36-15076 0</inkml:trace>
  <inkml:trace contextRef="#ctx0" brushRef="#br3" timeOffset="-25661.09">23867 15604 15011 0,'0'-5'1608'0,"5"6"-1608"32,-23 60 1936-17,-19 38-1575 1,0-30-129-1,32-52-16 1,5-17-216-16,0 0 0 16,5-4 592-1,32-11-16 1,30-2-272 0,8 4-32-1,1-4-232 1,-8 5-232-1,-26 9-7266 1,-35 6-2640 0</inkml:trace>
  <inkml:trace contextRef="#ctx0" brushRef="#br3" timeOffset="-25400.98">24017 15525 9386 0,'-7'-6'1656'16,"2"29"136"0,-17 71 1569-1,-1 60-1193 1,12 21-2144 0,11-43-72-1,0-132 48-15,4 58-120 16,3-36-72-1,8-17-8538 1,-10-5 2465 0</inkml:trace>
  <inkml:trace contextRef="#ctx0" brushRef="#br2" timeOffset="-23128.11">21152 13078 11930 0,'1'-9'4337'0,"-1"4"-2025"16,-44 123 177 0,-14 91-1289-1,-13 66-552 1,-23 52-472-1,94-327-176 1,-49 166-136-16,50-133-40 16,72-89-4081-1,-9-37-6849 1</inkml:trace>
  <inkml:trace contextRef="#ctx0" brushRef="#br2" timeOffset="-22887.74">21487 13233 11938 0,'17'-54'7058'16,"12"-14"-5186"0,-24 78-200-1,-86 149 817 1,-64 138-1337 0,-8 42-816-1,153-339-336-15,-86 289 0 16,60-121 24-1,42-145-624 1,73-141-4313 0,71-126-12315-1</inkml:trace>
  <inkml:trace contextRef="#ctx0" brushRef="#br2" timeOffset="-22675.16">21643 13361 12762 0,'7'-27'3049'0,"23"-74"2496"31,-27 98-3849-15,-66 167 113 0,-66 124-1337-1,-9 64-192 1,138-352-280-16,-84 236 144 16,52-135-104-1,61-109-576 1,79-130-5817-1,-7-22-8011 1</inkml:trace>
  <inkml:trace contextRef="#ctx0" brushRef="#br2" timeOffset="-21960.26">21980 13180 13130 0,'0'0'0'0,"84"-138"5297"16,-63 111-2536-1,-51 119 648 16,-87 196-2017-15,-33 52-984 0,150-340-408-1,-140 380 72-15,63-124-24 16,64-206-104 0,42-91-792-1,85-156-3505 1,54-78-5625-1,14-14 8162 1,-53 116 5920 0,-82 121 657-1,-47 67-1520 1,-76 126-648 0,-47 99-1465-1,-13 96-1056 16,29-12-8-15,77-238 8 0,42-96-1272-1,81-130-4450 1,53-92-5368 0,-2-6 4377-1,-3 63 18691 1,-118 152-8825-1,-20 87 1272 1,-86 111-2625 0,-4 22-887-1,35-11-849 1,40-101-136 0,35-90-112-1,79-108-1305 16,5-10-807-15,-52 79 2160 0,-34 62 1216-1,-37 94 1104 1,-8 12-1807 0,13-25-2298-1,11-63-11402 1</inkml:trace>
  <inkml:trace contextRef="#ctx0" brushRef="#br2" timeOffset="-21381.9">21482 12098 15035 0,'-5'-14'1896'0,"-20"-13"2321"0,15 42-2393 16,-27 112 593 0,23 68-1129-1,14-1-904 1,0-194-384-1,9 187 104-15,1-64-120 16,-10-101-1064 0,0-55-12963-1,1 10 6465 1</inkml:trace>
  <inkml:trace contextRef="#ctx0" brushRef="#br2" timeOffset="-21122.07">21459 12215 17731 0,'0'-18'1473'0,"1"-45"447"32,44 41-1056-17,4 50 344 1,-3 70-143 0,-22 41-913-1,-24-139-152 1,-17 106 320-16,-49-50-96 15,-2-36 240 1,52-38-2224 0,54-47-19269-1</inkml:trace>
  <inkml:trace contextRef="#ctx0" brushRef="#br2" timeOffset="-20575.31">22024 12110 16507 0,'0'-5'1592'0,"-9"-25"2601"0,6 21-912 15,-21 41-2929 1,-49 130-24 15,0 54-120-15,73-216-208-16,-47 206 56 15,35-48 144 1,38-94-160 0,44-48-8-1,33-79 232 1,-13-22-224-1,-54 13 120 1,-48 15 48 0,-46 12-16-1,-22 19 281 1,28 18-33 0,35 31-2073-1,31 12-19347 1</inkml:trace>
  <inkml:trace contextRef="#ctx0" brushRef="#br2" timeOffset="-19578.87">19716 12987 15531 0,'-31'-59'3513'0,"31"10"-241"16,0 38-1191 0,3 83-1185-1,-3 162 816 1,-25 157-1144-1,25-391-568-15,-8 388 240 16,28-116-200 0,-10-135-24-1,-10-117 120 1,0-22-63 0,-2-107-7883-1,32-3-6161 1</inkml:trace>
  <inkml:trace contextRef="#ctx0" brushRef="#br2" timeOffset="-18975.4">19715 13052 16883 0,'-40'-40'3713'15,"42"31"-1921"1,54-7-591-1,83-21 95 1,75-8-976 0,14 0 80-1,-228 45-400-15,160-36-160 16,-69 21 344 0,-47 11-112-1,-27 17 96 1,-6 47 176-1,-19 95 656 17,-13 123-103-17,21 54-601 1,24 66-344 0,42-10 168-1,-13-120-160 1,-34-101 264-1,-19-99-865 1,0-61 818 0,-9-4 1279-1,-55 6-1040 1,-34-9-344 0,-18-13 160-1,-15-32 312 1,-8-32-408-1,39 24 336 17,48 23-520-17,49 26 48 1,39 32-4761 0,19 15-14171-16</inkml:trace>
  <inkml:trace contextRef="#ctx0" brushRef="#br2" timeOffset="8851.76">18472 16501 21196 0,'0'0'0'0,"-39"116"976"0,30 87 1529 16,3 56-1001-1,7 92-1896 16,24-78 160-15,-25-273 232-16,21 133-1184 16,-18-111-17124-1</inkml:trace>
  <inkml:trace contextRef="#ctx0" brushRef="#br2" timeOffset="9042.84">18378 17291 19212 0,'-3'-3'1496'16,"7"-11"1321"-1,62-5 415 1,59-7-1952 0,42 2-759-1,1 7-465 1,-168 17-56 0,123-9-729-16,-68-9-6624 15,-50-10-6346 1</inkml:trace>
  <inkml:trace contextRef="#ctx0" brushRef="#br2" timeOffset="9268.8">18952 16443 16531 0,'0'-38'4809'16,"3"40"-1568"-1,7 140 23 1,-3 120-1863-1,11 24-561 1,11 44-1056 0,-29-330 216-16,22 238-288 15,-14-115-816 1,1-102-19981 0</inkml:trace>
  <inkml:trace contextRef="#ctx0" brushRef="#br2" timeOffset="9680.41">19341 17423 20740 0,'-6'21'2889'16,"8"27"-1337"-1,51-15 856 1,37-31-1383-1,23-55-617 1,-18-22 104 0,-95 75-512-16,41-91 240 15,-49 3-96 1,-54 45-160 0,-31 71 32-1,-4 94 56 1,40 41 328 15,48-11-352-15,50-39-112-1,36-44 48 1,21-42-1984 0,23-47-11507-1,-88-1 4937-15</inkml:trace>
  <inkml:trace contextRef="#ctx0" brushRef="#br2" timeOffset="10549.19">20210 17417 18788 0,'-3'-13'3320'15,"-8"-28"1017"1,-14 8-2320 0,-11 30-1793-1,-1 80 96 1,-6 42-400-1,43-119 80-15,-8 119 64 16,31-41-136 15,23-58 312-15,6-46 32 0,8-64-104-1,-13-25 88 1,-33 48 32-1,-14 48-376 1,0 41 208 0,10 52-192-1,38-5 56 1,12-33 104 0,6-36-8-1,-1-21-1056 1,-16-37-3961-1,-28-28-4025 17,-6-53 6961-17,-13 27 7130 1,-2 24 545 0,0 53-2058-1,0 28-2351 1,0 80-121-1,0 119-1024 1,3 98-320 0,10-117 832-1,2 3-1136 1,-3-35 440 0,-5-47 624-1,-11-79-224 1,-10-166-552-1,11-172 344 17,49 57-72-17,5 93 384 1,8 81-264 0,8 65-240-1,-3 74-112 1,-21 58 8-1,-44 1 104 1,-76-16 232 0,-39-29-432-1,8-53 560 1,54-57-24 0,49-16-1672-1,56 24-20165 1</inkml:trace>
  <inkml:trace contextRef="#ctx0" brushRef="#br2" timeOffset="10803.3">21555 17669 29766 0,'-19'-2'1648'0,"-13"0"-1408"16,31 2-384-1,49 29-24693 1</inkml:trace>
  <inkml:trace contextRef="#ctx0" brushRef="#br2" timeOffset="12162.46">22761 16573 14043 0,'-19'-5'1272'0,"-38"-20"1576"16,16 19-15-1,-42 84-1361 1,-5 90 985-1,15 78-897 1,73-246-1560 0,-30 311-24-16,84-101 224 15,74-119 48 1,35-108 304 0,-9-110-128-1,-46-74 65 1,-69-48-265-1,-90-82-256 1,-63 212 1136 0,24 80-832-1,40 65-904 17,51 102-9730-17,18-79-4234-15</inkml:trace>
  <inkml:trace contextRef="#ctx0" brushRef="#br2" timeOffset="12428.88">22815 17252 20508 0,'-35'-35'2977'15,"-6"3"615"1,34 20-3008-1,24 63-208 1,47 71 65 0,39-2-513 15,-103-120 72-31,111 79-136 16,-26-45-97-1,-16-32-4792 1,-16-30-15163-1</inkml:trace>
  <inkml:trace contextRef="#ctx0" brushRef="#br2" timeOffset="12811.49">23325 17170 16315 0,'0'0'0'0,"-9"-11"5553"15,0 4-4465 1,9 50 1273-1,9 70-1849 1,25 14-424 0,-34-127-88-1,46 77 96-15,0-53 144 32,6-51 280-17,12-71-40 1,-17-38-216-1,-33 69 88 1,-12 58-160 0,-14 70-15-1,3 47-113 1,38-22-433 0,41-50-367-1,26-31-8938 1,-19-46-6673-1</inkml:trace>
  <inkml:trace contextRef="#ctx0" brushRef="#br2" timeOffset="13163.94">23954 17255 18595 0,'-17'0'3345'0,"-7"0"-568"32,17 5-1777-17,34 12-256 1,54-4-152-1,23-41-432 1,-104 28-160-16,80-48 184 16,-58 6-192-1,-46-6-400 1,-57 32 232 0,-21 45 88-1,12 65 408 1,39 23 88-1,56-21-280 1,61-18 48 0,37-33-272 15,16-33-3064-15,-10-30-14196-1,-88 2 11891-15</inkml:trace>
  <inkml:trace contextRef="#ctx0" brushRef="#br2" timeOffset="13540.74">24417 17136 15891 0,'0'-5'1712'0,"-6"-15"3305"15,3 10-3088 1,4 44-337 0,15 71-1000-1,19 23-536 1,-35-128-56-1,35 93 72-15,2-51 48 16,-10-36 448 0,7-68-392 15,3-61 40-15,-7 5 113-1,-18 75-473 1,-15 41-81-1,-16 77 257 1,8 26 8 0,32-27-96-1,29-29-8 1,30-35-4224 0,2-25-17157-1</inkml:trace>
  <inkml:trace contextRef="#ctx0" brushRef="#br2" timeOffset="13916.86">25017 17224 20748 0,'-16'-1'3105'0,"-16"1"-1849"16,36 4-376 15,50-2-296-15,43-12-368-1,2-28-40 1,-99 38-176-16,70-54 160 16,-51-1-56-1,-49 0-120 1,-48 33 40 0,-21 64 152-1,15 58 609 1,48 35 39-1,46-8-416 1,56-39-424 0,27-30 32-1,19-35-4097 1,-5-24-18060 0</inkml:trace>
  <inkml:trace contextRef="#ctx0" brushRef="#br2" timeOffset="14056.05">25834 17490 25589 0,'-9'0'1872'16,"10"-5"-1584"0,61-10-20340-1</inkml:trace>
  <inkml:trace contextRef="#ctx0" brushRef="#br2" timeOffset="14804.13">27372 16140 16931 0,'0'0'0'0,"-20"-66"6978"0,-20 96-5850 0,-79 123 88 16,-12 20-112-1,19-23-736 1,112-150-368 0,-21 87 40-16,88-29-416 15,41-5 680 1,3 30-344 15,1 64-80-15,-71 15 576-1,-92-30 1225 1,-77-61-169 0,-20-63-944-1,42-62-528 1,81-49-2144 0,107-40-21941-1</inkml:trace>
  <inkml:trace contextRef="#ctx0" brushRef="#br2" timeOffset="15006.64">27516 16824 20996 0,'8'-13'760'0,"115"-67"3241"16,26 37-1801 15,25 31-1959-16,-44 34-225 1,-103-9-3457 0,-27-13 3441-16,-54 6-15708 15,30-7 9371-15</inkml:trace>
  <inkml:trace contextRef="#ctx0" brushRef="#br2" timeOffset="15195.83">27862 16433 16555 0,'-24'-38'7242'16,"12"35"-4218"-1,12 34-1559 1,0 123-249 0,-8 12-1080-1,3 54-136 1,5-220 0 0,5 241-2193-16,39-97-17307 31,-16-129 13355-31</inkml:trace>
  <inkml:trace contextRef="#ctx0" brushRef="#br2" timeOffset="15524.01">28416 16985 20444 0,'0'-15'1112'0,"1"-35"2777"16,-4 12-1393-1,-49 53-2480 1,-17 78 609-1,23 37-457 1,46-130-168 0,-8 107-48-16,35-44 288 15,26-51-40 1,17-58 128 15,1-56-480-15,-35 21 672-1,-26 66-472 1,-7 27 104 0,19 42-384-1,49 22 176 1,22-26-10162 0,-33-48-5450-1</inkml:trace>
  <inkml:trace contextRef="#ctx0" brushRef="#br2" timeOffset="15771.61">29070 16822 16803 0,'1'-28'1913'0,"4"-52"3664"15,-25 68-2889 1,-34 55-2472 15,-20 62 528-15,41 25-471-1,33-130-273-15,25 106 224 16,55-33-104 0,33-55-913-1,-1-48-13210 1,-90 3 4801-16</inkml:trace>
  <inkml:trace contextRef="#ctx0" brushRef="#br2" timeOffset="16025.43">29358 16025 14251 0,'0'0'0'0,"6"-56"7009"15,11 42-3384 1,-17 136-505 0,-17 168-1639 15,17-33-2145-16,0-257 664 1,0 239 592-16,0 6-552 16,12-117-2473-1,30-131-15050 1,-24-21 10297-16</inkml:trace>
  <inkml:trace contextRef="#ctx0" brushRef="#br2" timeOffset="16279.38">29763 16546 21548 0,'0'0'0'0,"-88"17"3049"16,57 29-2873 0,-50 51 160-1,39-41-584 1,-8 4 536 0,50-60-288 15,-20 38 160-31,17-19-208 15,25 6 304 1,45 23 1088 0,24 10-880-1,14 1-448 1,2-5-2360 0,-21-18-19669-1</inkml:trace>
  <inkml:trace contextRef="#ctx0" brushRef="#br2" timeOffset="16433.84">30315 17255 14355 0,'0'0'0'0,"-12"-3"11130"16,12 3-11130 0,18 0-22421-1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v"/>
          <inkml:channel name="T" type="integer" max="2.14748E9" units="dev"/>
        </inkml:traceFormat>
        <inkml:channelProperties>
          <inkml:channelProperty channel="X" name="resolution" value="936.20001" units="1/cm"/>
          <inkml:channelProperty channel="Y" name="resolution" value="1589.0882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6-01T11:22:44.558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4759 11033 14451 0,'0'0'0'0,"-12"-4"5377"15,20-2-4161 1,56-7-280 15,37-6 136-15,20-14-231-1,-121 33-841 1,155-34 464-16,71-21-168 16,79-13-200-1,34 4 40 1,32 3 512 0,31 16-368-1,-29 2-304 1,-3-6 208-1,63-43-256 1,-149 26 272 0,-62 29-120-1,-106 28-16 17,-65 9-96-17,-46 7-872 1,-83 43-20365-1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v"/>
          <inkml:channel name="T" type="integer" max="2.14748E9" units="dev"/>
        </inkml:traceFormat>
        <inkml:channelProperties>
          <inkml:channelProperty channel="X" name="resolution" value="936.20001" units="1/cm"/>
          <inkml:channelProperty channel="Y" name="resolution" value="1589.0882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6-01T11:22:45.084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5142 11583 13154 0,'0'0'0'0,"-12"0"1945"15,15 0-321 1,39 9 1657 0,49-9-809-1,65-25-1503 1,71-12-521 0,-227 37-448-16,295-43 120 15,16 16-8 1,62-29 1112-1,50-18-832 1,-10 2-248 0,-19 33-112 15,-107 32 24-15,-91 0 40-1,-86 7-64 1,-58 3 64-1,-47 1-304 1,-62 17-5785 0,-20 6-10363-16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v"/>
          <inkml:channel name="T" type="integer" max="2.14748E9" units="dev"/>
        </inkml:traceFormat>
        <inkml:channelProperties>
          <inkml:channelProperty channel="X" name="resolution" value="936.20001" units="1/cm"/>
          <inkml:channelProperty channel="Y" name="resolution" value="1589.0882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6-01T11:22:45.599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5065 12551 14891 0,'-13'-7'1584'0,"-12"-16"897"16,94-7-2073 0,63-29-128-1,52 4 600 1,51-3 544 0,-235 58-1424-1,332-90 1657-15,71-16-1017 16,56 31-664-1,-14 24 24 1,2 1 864 0,-61 8-360-1,-45 1-40 1,-76 9-288 15,-108 26-88-15,-119 9 24-1,-56 19-312 1,-108 61-18532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v"/>
          <inkml:channel name="T" type="integer" max="2.14748E9" units="dev"/>
        </inkml:traceFormat>
        <inkml:channelProperties>
          <inkml:channelProperty channel="X" name="resolution" value="936.20001" units="1/cm"/>
          <inkml:channelProperty channel="Y" name="resolution" value="1589.0882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6-01T11:22:45.989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5637 13225 16875 0,'-45'-10'3329'0,"40"2"-3001"15,128 11 312 1,94-5-488 0,42-8 328-1,73-33 392 1,-332 43-872-16,414-89 1273 16,24 0-713-1,18 24 152 1,-77 36-288-1,-84 14-40 1,-131 23-144 0,-82 17-384-1,-59 3-16131 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v"/>
          <inkml:channel name="T" type="integer" max="2.14748E9" units="dev"/>
        </inkml:traceFormat>
        <inkml:channelProperties>
          <inkml:channelProperty channel="X" name="resolution" value="936.20001" units="1/cm"/>
          <inkml:channelProperty channel="Y" name="resolution" value="1589.0882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6-01T11:19:39.444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0000FF"/>
    </inkml:brush>
    <inkml:brush xml:id="br2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3275 1862 10946 0,'0'0'0'0,"14"-5"6017"16,-2-3-1832 0,-11 4-2865-1,-1 4-1216 1,3 3 616-1,-3-3-720 1,14 37 1361-16,-5 37-369 16,0 65 400-1,9 233-1824 1,15 186 848 15,36 301-168-15,3 326-1248-1,35 122-200 1,-13-358-20069 0</inkml:trace>
  <inkml:trace contextRef="#ctx0" brushRef="#br0" timeOffset="1533.18">3446 1739 8753 0,'0'-4'4321'0,"0"-9"992"0,-3 4-1312 15,-10 3-1352 16,13 1-1201-15,0 5-1448 0,0 0 0-16,0 0 0 15,0-1 1104 1,13-1-1104 0,24-6-976-1,17-2 1024 1,14 1-192-1,30-1 184 1,38-1 224 0,30-3-352-1,20-1 200 1,28 1-240 0,24-5-56 15,16 10 208-16,1 5-40 1,17-8 16 0,30-8 16-1,11 0-144 1,3-16 384 0,5 16-264-1,-16 17-200 1,-5 8 472-1,7-7-392 1,-8-7 56 0,-31 2 296-1,-21 4-320 1,-22-5 112 0,-27-3 96 15,-58 1-272-16,-34 0 136 1,-33 8 104 0,-47-1-368-1,-18 3 568 1,-8 0-280 0,0 3 360-1,0-1-624 1,0 33 64-1,0 48 544 1,0 66-184 0,2 80-176-1,10 291-328 1,7 56 24 0,24-35 568-1,29 16 24 16,9 77-48-15,-7 2-384 0,-33-41-1784-1,-31-197-17236 1</inkml:trace>
  <inkml:trace contextRef="#ctx0" brushRef="#br0" timeOffset="2295.34">2301 965 10914 0,'0'0'1592'0,"4"-3"3033"15,2-2-3297 1,21-1 721 15,24-5-1529-15,16-1 144-1,-67 12-664-15,72-5-2920 16,-41 5-10499-16</inkml:trace>
  <inkml:trace contextRef="#ctx0" brushRef="#br0" timeOffset="2656.32">2292 1034 12562 0,'0'0'1376'0,"-3"0"3145"15,-2 0-2816 1,1 16-841 0,2 96 8-1,2 141-704 1,0-253-168-1,0 195 248 1,0-82 32 0,0-48-280-1,2-52-56 1,24-16 176 0,26-32-224-1,9-1 224 1,8 0 416-1,-9 20-63 1,-26 6-2250 0,-22 7-12082-1,-12 0 8034 1</inkml:trace>
  <inkml:trace contextRef="#ctx0" brushRef="#br0" timeOffset="2842.69">2376 1380 11834 0,'0'0'0'0,"-10"-7"7394"31,-2-6-4354-15,4-5-2072-1,13-10-1224 1,51 0-704 0,5 13-14347-1</inkml:trace>
  <inkml:trace contextRef="#ctx0" brushRef="#br0" timeOffset="3210.17">3081 997 14355 0,'0'-1'2144'0,"-25"-17"2225"16,-13-9-1384-1,-23 4-2521 1,-23 16-600 15,0 30 400-15,84-23-264-16,-69 37-592 15,39 16 440 1,34-17 312 0,51 4-296-1,22 17 304 1,24 35 232-1,-22 72-72 1,-109-35 288 0,-60-55-96-1,1-59-248 1,38-47-712 0,39-57-4753-1,32 34-10050 1</inkml:trace>
  <inkml:trace contextRef="#ctx0" brushRef="#br0" timeOffset="3442.21">3158 952 16003 0,'1'0'2817'15,"4"0"1655"1,-2 4-3311-1,-3 35-753 1,-6 38-296 0,-18 181 600-1,24-258-712 1,-13 234-432-16,11-123-6122 16,3-106-6216-1</inkml:trace>
  <inkml:trace contextRef="#ctx0" brushRef="#br0" timeOffset="3705.33">3123 976 10978 0,'0'0'0'0,"5"-16"4001"16,9-13-1969 0,18-3-448-1,26 12-631 1,7 35-321-1,-65-15-632 1,60 54 568-16,-34 29 1400 16,-48 8-831-1,-57-14-769 1,-12-46-4129 0,67-31-6577-1</inkml:trace>
  <inkml:trace contextRef="#ctx0" brushRef="#br0" timeOffset="4426.7">3838 2604 6353 0,'0'0'0'0,"0"-45"6641"31,4-4-2544-15,6 40-1800 0,18 54 343-1,-10 203-903 1,-18-248-1737-1,3 388 288-15,2 31-736 16,8-126-297 0,-14-165-12417-1,1-124 6488-15</inkml:trace>
  <inkml:trace contextRef="#ctx0" brushRef="#br0" timeOffset="5379.78">3917 2558 10074 0,'-11'-9'3768'16,"8"-3"-655"0,10-1-928-1,39-6-801 1,14 7-632 0,9 7-376-1,-69 5-376 1,93 10 392-16,63-17 1569 15,-21-18-1217 1,66-15-288 15,43 1-424-15,-9 9 24 0,-16 11 72-1,9 1 264 1,8 7-472-1,-13 1 176 1,-17 3-152 0,-6-5 112-1,5-2 32 1,6-14-120 0,-4-1 32-1,-8-6 144 1,-6-1-160-1,-5 0 56 17,3 0-104-17,-11 0 32 1,-23 14 176 0,-37 16-176-1,-38 12 8 1,-11 13 104-1,-9-8-152 1,-15-8 88 0,-3 0 32-1,12-3-112 1,4 0 312 0,2-10-320-1,-9-1 96 1,-21 10 64-1,-15 16 304 1,-14 31 200 15,-3 26-592-15,-3 63 176 0,3 241-128-1,11 34-112 1,11 31-1248-1,-63-33-21845 1</inkml:trace>
  <inkml:trace contextRef="#ctx0" brushRef="#br0" timeOffset="6192.5">4184 4285 14043 0,'0'0'1088'0,"-10"0"1448"16,10 0-2536-1,1-1 3857 1,29 4-2609-1,26 3-479 1,-56-6-769 0,78 3 952-16,40 0-352 15,43-12 120 1,51-18-232 0,32 4-360-1,21-15-56 1,46 16-40-1,34 1-96 1,7-19 224 15,20 12 0-15,-24 23-192 0,-23 17 152-1,8 3-32 1,-28-12 8-1,-29-14-104 1,-39-27 264 0,-54-2-424-1,-73 15-18180 1</inkml:trace>
  <inkml:trace contextRef="#ctx0" brushRef="#br0" timeOffset="6811.33">4365 2955 10690 0,'-5'-3'3665'0,"-11"-6"3136"16,14 5-3336-1,-6 70-2297 1,-3 95-112-1,9 26-688 1,2-187-368 0,9 188-456-1,5-56-88 1,6-102-5537 0,10-72-10347-16</inkml:trace>
  <inkml:trace contextRef="#ctx0" brushRef="#br0" timeOffset="7098.62">4326 3106 13970 0,'-3'-12'2065'0,"-13"-59"2776"15,22 17-2569 1,50 26-1527 0,10 20-433-1,4 91-160 1,-70-83-152-1,50 141-120-15,-40-12 536 16,-76-26 72 0,-28-30-352 15,12-73 656-15,49-38-792-1,36-28-296 1,60 20-21565-1</inkml:trace>
  <inkml:trace contextRef="#ctx0" brushRef="#br0" timeOffset="7743.2">4609 2941 10234 0,'18'-20'2528'15,"-8"-1"521"1,-7 14-2137-1,-1 0-808 1,0 6 1088 0,-2 1-1192-1,0 0 0-15,0 0 0 16,0 0 0 0,0 0 0-1,0-3 6298 1,0 3-6298-1,0 0 0 1,0 0 0 0,1 0 40 15,7-2 144-15,-3 2 584-1,1-7-152 1,5-3-184-1,-4 5-248 1,-1-2-240 0,6 7 32-1,4 0 120 1,6 0-280 0,15 0 312-1,-1 0-1168 1,-9 31-16652-1</inkml:trace>
  <inkml:trace contextRef="#ctx0" brushRef="#br0" timeOffset="8119.16">4365 3606 12034 0,'-28'-5'2625'0,"12"-12"1432"16,37-12-2777 0,36 15-1120-1,6 48 104 1,-8 64 16-1,-55-98-280 1,15 123 424-16,-57-29 1432 16,-38-36-287-1,-17-38-913 17,29-51-304-17,51-69-1096 1,66-14-9978-1,-34 90 2008-15</inkml:trace>
  <inkml:trace contextRef="#ctx0" brushRef="#br0" timeOffset="8587.49">4708 3028 7777 0,'0'-10'3001'16,"0"-15"2968"-1,-3 9-1064 1,3 11-2432 0,0 5-2473-1,13 60 1480 1,-13-60-1480-16,16 185 640 16,-5 49-688-1,6-5-136 1,-9-75 168-1,-2-112 48 1,-5-39 112 0,2-5-136-1,11-35-360 1,5 5-6273 15,11 32-7394-31</inkml:trace>
  <inkml:trace contextRef="#ctx0" brushRef="#br0" timeOffset="9040.41">5033 3434 16691 0,'0'0'0'0,"-26"-68"5905"15,13 32-2728 1,13 26-2449 0,6 56-960-1,11 95 80 1,-17-141 152 0,33 132-192-1,-6-52 240 1,-10-53-80-1,-7-23 304 1,11-75-96 0,14-51-152-1,-16 26 240 1,-10 81-184 0,-9 18-248-1,0 65 120 1,20 4 24-1,18-27-280 1,-1-33-3193 0,-5-52-16787-1</inkml:trace>
  <inkml:trace contextRef="#ctx0" brushRef="#br0" timeOffset="9420.87">5322 3440 14739 0,'-10'-1'3176'15,"-1"-1"665"1,11 2-3841 0,15 6 1592-1,30 3-1079 1,0-7-73 0,-45-2-440-16,37-19 456 15,-21-9 208 1,-13-30-40-1,-13 12-672 1,-23 37 320 0,0 27-296-1,-5 66 8 1,18 41 176 15,15 17 200-15,30-26-104-1,37-47-112 1,9-59 8 0,1-37-80-1,9-49-3960 1,-36 46-13012-16</inkml:trace>
  <inkml:trace contextRef="#ctx0" brushRef="#br0" timeOffset="10114.94">5969 3181 13970 0,'-17'-19'5266'16,"11"1"-1073"0,4 18-4033-1,25 116 352 1,16 66-504 0,-9-71-88-1,-30-111 80-15,9 103 464 16,-9-98 2104-1,-11-26-1568 1,-12-76-495 0,38-96-25-1,22 88-520 1,9 60-1577 15,17 59-9465-15,-48 2 1488-16</inkml:trace>
  <inkml:trace contextRef="#ctx0" brushRef="#br0" timeOffset="10413.98">6305 3416 12954 0,'0'0'0'0,"0"-28"5689"16,-4-30-831-1,13 24-3250 1,11 18-1312-1,7 43 32 1,-10 105-304 0,-17-132-24-16,-15 136-152 15,-33-47 336 1,-6-64 1264 15,0-45-247-15,29-56-817-1,28-36-488 1,48 8-1169 0,26 54-19771-1</inkml:trace>
  <inkml:trace contextRef="#ctx0" brushRef="#br0" timeOffset="10575.65">6523 3076 17851 0,'-23'-36'5674'0,"0"-9"-1722"15,18 37-3616 1,2 12-2376 0,1 31-13811-1</inkml:trace>
  <inkml:trace contextRef="#ctx0" brushRef="#br0" timeOffset="10759.11">6534 3258 14659 0,'0'0'0'0,"-24"23"3936"16,17 21 1074 0,0 27-3658-1,7 11-1296 1,14-32-392-1,-14-50 336 1,42 20-3417-16,2-16-13859 16</inkml:trace>
  <inkml:trace contextRef="#ctx0" brushRef="#br0" timeOffset="11289.49">6847 3390 13186 0,'-5'-17'3537'15,"-13"-37"2136"1,-21 9-2464 0,-6 7-1689-1,11 24-992 1,12 18-648 0,22-4 120-16,-14 76-160 15,9 41 112 1,32 1-40-1,28-35-88 1,7-52 96 0,-15-59 208-1,-9-79 64 1,-14-72 8 0,-7-78 8-1,6-29 56 16,-20 93 329-15,-16 140 239 0,3 53-544-1,-12 127-424 1,11 128 272 0,40 18-392-1,29-22 144 1,10-119 24-1,-24-81 0 1,-28-48 280 0,-5-30-3497-1,-4-13-14075 1</inkml:trace>
  <inkml:trace contextRef="#ctx0" brushRef="#br0" timeOffset="19129.83">7460 2741 16099 0,'-29'0'6817'15,"27"0"-2944"1,38 3-2641 0,73-22-279-1,24-21-753 1,-12 10-312-1,-121 30 112-15,59-4-6026 16,-45 22-10081 0</inkml:trace>
  <inkml:trace contextRef="#ctx0" brushRef="#br0" timeOffset="19311.82">7728 2714 16683 0,'-7'25'3689'15,"-25"73"1600"1,24 45-3561 0,10 59-1688-1,25-34 80 1,7-84-6017 0,-34-84 5897-16,41 8-15315 15</inkml:trace>
  <inkml:trace contextRef="#ctx0" brushRef="#br0" timeOffset="19653.58">7994 3106 17251 0,'-23'-11'5681'0,"-14"14"-2344"16,9 61-2777 15,18 36-240-16,20-7-8 1,22-58-712 0,-32-35 400-16,36-10-24 15,-10-76 464 1,-9-2-576 0,-12 48 280-1,-5 31 80 1,2 32-400-1,14 19 232 1,20-9-336 0,21-16-19348-1</inkml:trace>
  <inkml:trace contextRef="#ctx0" brushRef="#br0" timeOffset="19998.41">8332 3041 16635 0,'-6'-6'5001'16,"-39"-15"600"-1,-8 33-4360 1,10 42-1017 0,32 11-368-1,30-26-160 1,-19-39 304-16,52 35-425 15,5 1 9 1,-19 9 312 0,-33-7 152-1,-44-1 80 1,-24-13 625 15,9-34-377-15,27-40-424-1,22-3-4337 1,22 22-11691-16</inkml:trace>
  <inkml:trace contextRef="#ctx0" brushRef="#br0" timeOffset="20232.57">8388 2720 17299 0,'14'-15'3233'0,"-1"-38"3384"16,-8 39-4984 0,10 52-1305-1,0 99-56 1,-15 90-200 0,0-227-72-1,-15 251 48 1,12-105-3305-1,28-134-15187-15</inkml:trace>
  <inkml:trace contextRef="#ctx0" brushRef="#br0" timeOffset="20491.37">8591 3026 16443 0,'-15'-5'5993'15,"-8"8"-3640"1,-27 65-2337-1,17-6-104 1,21-35-144 0,12-24-296-1,0-3 528-15,22 6-64 16,36 28 408 15,28 31 16-15,20 4-944-1,-56-32-15132-15</inkml:trace>
  <inkml:trace contextRef="#ctx0" brushRef="#br0" timeOffset="21875.5">9194 3500 13746 0,'0'0'0'0,"0"-2"7826"15,-4 0-6458 1,-6 40-823 0,-38 44-97-1,-13 3-176 1,61-85-272 0,-75 45 248-16,10-50-40 15,10-36 104 16,39-1-176-15,13 35-496 0,24 24 192-1,36 65 224 1,27 19-32 0,15-15-32-1,-6-38-24 1,-23-12-64-1,-15-26-7970 1,-50-10-1896 0</inkml:trace>
  <inkml:trace contextRef="#ctx0" brushRef="#br0" timeOffset="22265.36">9018 3793 17995 0,'-42'-5'4057'15,"25"-6"-536"1,11 2-1577 0,11 4-2032-1,61-3 472 1,83-20-224-1,-149 28-160-15,247-47 465 16,116-5 223 0,21 4-656-1,-2 29 120 1,-108 11-304 0,-157 8 72-1,-93 3 264 1,-26-3 136 15,-40-10-2649-15,10 7-15835-16</inkml:trace>
  <inkml:trace contextRef="#ctx0" brushRef="#br1" timeOffset="24464.29">11241 2913 15891 0,'0'0'0'0,"-38"-47"6465"15,27 9-2824 1,4 24-2193-1,20 49-1184 1,21 124 537 0,-34-159-801-1,27 247-48-15,-4-6 152 16,-3-130-488 0,-10-88-3809-1,-14-61-12035 1</inkml:trace>
  <inkml:trace contextRef="#ctx0" brushRef="#br1" timeOffset="24739.33">11242 3057 11290 0,'0'0'0'0,"-20"-85"8098"16,20-2-3433-1,20 39-2433 1,32 31-1608-1,15 36-480 1,-67-19-144 0,61 80 72-16,-46 15 144 15,-51-27 360 1,-31-34-207 0,18-55-489-1,41-20-865 1,45 22-9321-1,-19 19 320 1</inkml:trace>
  <inkml:trace contextRef="#ctx0" brushRef="#br1" timeOffset="25041.26">11529 3224 17299 0,'0'0'0'0,"-12"2"6242"15,12-6-4842 1,21 54-1024 0,6 40-8-1,-5-15-240 1,-22-75-128 0,10 17-56-16,-14-19 984 15,-16-63-464 1,18-33-632-1,38 10 176 1,24 46-8826 15,-44 39-1624-31</inkml:trace>
  <inkml:trace contextRef="#ctx0" brushRef="#br1" timeOffset="25344.93">11817 3291 15307 0,'-5'-2'3048'16,"-8"-6"2258"0,3 11-3362-1,5 62-1720 1,5 9-80 0,25-28 24-1,-25-46-168 1,38 15 32-16,8-40 280 15,-18-44-152 1,-21 1 184 15,-45 13 96-15,-10 27 209 0,14 23-738-1,28 17-1943 1,21 9-15940-1</inkml:trace>
  <inkml:trace contextRef="#ctx0" brushRef="#br1" timeOffset="25557.23">12002 3028 19780 0,'0'0'0'0,"-24"-35"5993"16,1 12-3064-1,20 19-3065 1,22 50-865 0,11 48-8425 15,-14-41-4737-31</inkml:trace>
  <inkml:trace contextRef="#ctx0" brushRef="#br1" timeOffset="25795.81">12038 3332 12514 0,'0'0'2249'0,"4"14"831"16,10 27 713 0,24 40-1128-1,-4 31-1929 1,-25-5-400 0,-9-107-336-1,-20 79 928-15,-38-36 200 16,-17-39-151-1,12-24-585 1,38-54-304 15,27-8-3217-15,51 20-15643-16</inkml:trace>
  <inkml:trace contextRef="#ctx0" brushRef="#br1" timeOffset="26168.65">12217 3287 18507 0,'0'4'1961'15,"0"-1"1656"1,8-3-2841 0,45-5-24-1,1-39-496 1,-24 5 48-1,-30 39-304 1,6-39 368-16,-42 17 96 16,-10 25-304 15,0 60 0-15,26 26 120-1,24-18-16 1,27-30-23-1,16-29-362 1,21-30-2911 0,26-30-9083-1,-72 28 3929-15</inkml:trace>
  <inkml:trace contextRef="#ctx0" brushRef="#br1" timeOffset="26389.94">12655 3132 14635 0,'0'0'0'0,"-36"-16"6681"15,-11 6-3040 1,10 27-2273 0,2 51-1136 15,29 4 600-15,6-72-832-1,17 51 552-15,18-17-448 16,17-29 49-1,16-39-1082 1,-5-40-6952 0,-35 32-5426-1</inkml:trace>
  <inkml:trace contextRef="#ctx0" brushRef="#br1" timeOffset="26603.67">12715 3105 13938 0,'-4'2'1633'0,"-22"11"3608"16,26-13-5241-1,21 0 4241 1,45-8-3449 0,19-22-584 15,-85 30-208-31,87-23 304 16,-34-1-776-1,-39 1-7466 1,-14 16-5080-16</inkml:trace>
  <inkml:trace contextRef="#ctx0" brushRef="#br1" timeOffset="26790.89">12854 2837 14467 0,'-6'-12'5377'16,"0"-4"-984"0,6 37-2601-1,0 68 345 1,6 45-1537-1,22 61-544 1,-28-195-56-16,32 245-3529 16,-9-127-16251-1</inkml:trace>
  <inkml:trace contextRef="#ctx0" brushRef="#br1" timeOffset="27953.61">11384 4377 8905 0,'-3'-3'7434'0,"-33"-23"-1073"16,-1-3-2736-1,-17 27-2153 1,-12 46-623-1,4 17-313 1,62-61-536 0,-16 49 80-16,31 1-168 15,54 9 56 17,28 5 16-17,-18 15-88 1,-34 8 88-1,-69 0 136 1,-75-12 120 0,-24-50 384-1,37-54-544 1,60-34-528 0,58 5-6122-1,10 43-9657 1</inkml:trace>
  <inkml:trace contextRef="#ctx0" brushRef="#br1" timeOffset="28195.61">11445 4561 16067 0,'0'0'0'0,"-20"-50"9434"16,17 32-5873-1,9 39-3105 1,20 65-208 0,-5 68-248-1,-21-154 0 1,22 139-400-16,-12-82-2897 16,-10-78-16027-1</inkml:trace>
  <inkml:trace contextRef="#ctx0" brushRef="#br1" timeOffset="28435.89">11437 4530 15611 0,'-12'-74'7065'16,"14"6"-2416"-1,52 30-3208 17,32 34-1009-17,2 76-184 1,-46 67-248-1,-42-139 0-15,-20 195 40 16,-64-56 72 0,14-103 64-1,34-60-824 1,40-72-9338 0,12 71-1289-16</inkml:trace>
  <inkml:trace contextRef="#ctx0" brushRef="#br1" timeOffset="28685.75">11724 4369 15555 0,'0'-21'5513'0,"0"-23"512"16,8 35-3768 15,20 37-1737-16,-12 89 16 1,-9 67-600 0,-7-184 64-16,-5 194-536 15,11-150-2537 1,36-108-10666 0,-26 25 5377-16</inkml:trace>
  <inkml:trace contextRef="#ctx0" brushRef="#br1" timeOffset="28945.56">11962 4346 15955 0,'-3'-23'7514'16,"-8"19"-4074"0,-15 67-3200-1,-13 31-48 1,1-4-304 0,12-48 48 15,26-42 64-31,-3 6-176 15,7-3-80 1,36 23 432 0,21 22 128-1,27-2 56 1,-2-17-608 0,-7-22-17003-1</inkml:trace>
  <inkml:trace contextRef="#ctx0" brushRef="#br1" timeOffset="29690.03">12781 4271 12610 0,'0'0'2977'0,"-9"-10"3712"16,-17 7-2736 15,-31 6-1880-15,-14 50-809-1,-1 51-112 1,72-104-1152-16,-19 128 352 16,51-24-320-1,48-37-152 1,10-45-1872 0,-28-38-17412-1</inkml:trace>
  <inkml:trace contextRef="#ctx0" brushRef="#br1" timeOffset="29983.25">12916 4485 19324 0,'0'-6'1872'0,"0"-11"841"16,21 26-1969 15,6 50-440-16,-18 30-120 1,-49-6 288 0,40-83-472-16,-74 51 1672 15,3-45-191 1,35-69-641 0,30-33-760-1,54 7-864 1,15 38-15524-1,-44 51 7714-15</inkml:trace>
  <inkml:trace contextRef="#ctx0" brushRef="#br1" timeOffset="30383.94">13058 4487 18211 0,'1'-16'2985'15,"3"-10"1720"16,7 20-3689-15,14 56-560 0,-5 42-264-1,-20-92-192 1,8 99 8-16,-13-61 216 16,-11-51 113-1,3-76-273 1,23-46 192-1,33-10-496 1,-6 70 520 0,-7 66 184-1,-6 62 312 1,-12 64-304 0,2-7-552 15,3-34-576-16,-5-95-16052 1,-8 7 7930-16</inkml:trace>
  <inkml:trace contextRef="#ctx0" brushRef="#br1" timeOffset="30586.59">13368 4266 22428 0,'0'0'0'0,"-43"9"5337"15,36-10-3016 1,48-5-2033 0,65-10-24-1,19 8-1080 1,-17 4-6266 0,-108 4 7082-16,45-3-15547 15</inkml:trace>
  <inkml:trace contextRef="#ctx0" brushRef="#br1" timeOffset="30838.74">13738 4119 19284 0,'-19'-5'2040'15,"-58"-67"2305"1,-7-16-584 0,23 16-1257-1,36 28-1671 1,20 40-833-1,5 4 0 1,4 39 0-16,11 94 0 16,-3 90 0-1,18 10 0 1,10-68 0 0,-9-72-4689-1,-22-90-12763 1</inkml:trace>
  <inkml:trace contextRef="#ctx0" brushRef="#br1" timeOffset="31009.04">13816 4087 23092 0,'-19'-39'5250'15,"8"3"-1546"1,8 28-3608-1,6 30-3200 1,8 41-16925 0</inkml:trace>
  <inkml:trace contextRef="#ctx0" brushRef="#br1" timeOffset="31741.27">13892 4368 20684 0,'0'0'1896'15,"0"6"1985"1,-19 51-1920 0,9 21-1617-1,17-12-432 1,29-39-1201 0,-36-27 1289-16,50-27-5425 15,26-64-5065 1,-26-9 9010-1,-34 7 9481 1,-25 32-1455 0,-11 42-2993-1,3 33-2793 1,2 61-744 0,20 18 192-1,34-11-448 16,13-55 288-15,-2-56-232 0,-14-54 64-1,-17-8 104 1,-5 34 64 0,-12 50 264-1,0 47-144 1,1 87 344-1,19 52 8 1,1 45-456 0,-21-2-128-1,-33-135 128 1,-22-88 168 0,-17-87-184-1,20-44-112 1,13-1 232 15,34 64 280-15,3 58-72-1,27 17-16 1,45 26 8 0,35-26-144-1,6 4-320 1,-13-8-2824-1,-24-8-18501 1</inkml:trace>
  <inkml:trace contextRef="#ctx0" brushRef="#br1" timeOffset="31890.45">14846 4697 27037 0,'-3'3'832'0,"-2"0"201"31,0-3-1649-15,-19-24-23086-16</inkml:trace>
  <inkml:trace contextRef="#ctx0" brushRef="#br1" timeOffset="33748.94">14802 3281 16883 0,'0'0'0'0,"-23"-6"7658"15,23 6-7658 1,10 45 1872-1,27 29-7217 1,-37-74-5993-16</inkml:trace>
  <inkml:trace contextRef="#ctx0" brushRef="#br1" timeOffset="33896.44">14817 3829 19996 0,'0'0'0'0,"-15"17"3376"16,15-14-1359-1,33-34-16748 1</inkml:trace>
  <inkml:trace contextRef="#ctx0" brushRef="#br1" timeOffset="35155.47">15457 3109 16427 0,'0'0'0'0,"-37"-42"6209"16,36 6-4392-1,48 26-1729 1,18 46 24 0,-37 55-168-1,-28-91 56 1,0 95 272-16,-58-25 1288 16,-20-47-328-1,12-43-655 1,40-55-233-1,34-15-520 1,47 45-1985 15,16 28-18307-31</inkml:trace>
  <inkml:trace contextRef="#ctx0" brushRef="#br1" timeOffset="35412.99">15687 2955 14979 0,'-5'-22'6217'15,"-2"-16"-680"1,8 23-4225 0,28 48-607-1,-3 92-25 1,-9 95-336-1,-17-220-344 1,8 256-56-16,5-106-3265 16,4-135-13362-1</inkml:trace>
  <inkml:trace contextRef="#ctx0" brushRef="#br1" timeOffset="35811.55">16349 2799 13970 0,'-37'0'5882'16,"14"2"207"-1,20-2-4721 1,45 6-1200 0,79-14-8-1,13-16-368 1,-134 24 208-16,87-3-7577 16,-87-3-3434-16</inkml:trace>
  <inkml:trace contextRef="#ctx0" brushRef="#br1" timeOffset="36012.48">16518 2834 17795 0,'-6'0'2945'0,"-2"19"1512"31,-1 66-1544-15,10 31-1865-1,13 28-1216 1,20 9-1425-1,-34-153 1593-15,41 83-14619 16,-28-82 6137-16</inkml:trace>
  <inkml:trace contextRef="#ctx0" brushRef="#br1" timeOffset="36347.75">16776 3178 15555 0,'-3'-23'2704'0,"-23"-14"3450"16,-4 25-4194-1,4 61-1560 1,15 26-352 0,19 3-48-1,-8-78 0 1,36 48 24 0,-10-33-224-1,10-50-88 1,-8-32-144-1,-12 14 448 1,-13 33 512 0,-3 18-248-1,3 19-112 1,13 25-48 0,25-8-440-1,12-30-6481 1,-10-20-7178-1</inkml:trace>
  <inkml:trace contextRef="#ctx0" brushRef="#br1" timeOffset="36683.01">17148 3092 12602 0,'0'-3'2721'0,"-23"-30"5112"32,-12 21-4232-17,-17 18-2457 1,25 31-935-1,15 4-153 1,12-41-56-16,20 44-249 16,26-5 41-1,6 3-40 1,-19 28-88 0,-35-9 608-1,-56-27 248 1,-7-27-79-1,16-39-513 1,39-29-313 0,26-16-6384-1,18 46-9290 1</inkml:trace>
  <inkml:trace contextRef="#ctx0" brushRef="#br1" timeOffset="36900.86">17217 2739 18764 0,'-3'-18'4641'16,"-7"3"1264"-1,7 13-4233 1,5 97-1344 0,0 44-160-1,4 46 72 1,-6-185-240-1,3 202-1416-15,6-139-4545 16,9-67-9899 0</inkml:trace>
  <inkml:trace contextRef="#ctx0" brushRef="#br1" timeOffset="37126.12">17445 3051 13386 0,'-3'-3'5874'16,"-24"28"-2962"-1,-28 33-2328 1,12-4-800 0,7-18-48-1,31-33-168 1,5-3 432-16,7-2-248 16,29 6 944-1,14 9 104 1,21 12-696-1,-10-38-11978 1,-37 10 4080 0</inkml:trace>
  <inkml:trace contextRef="#ctx0" brushRef="#br1" timeOffset="37609.55">17702 2893 17403 0,'0'0'0'0,"5"-40"4169"16,23 25-2985 0,5 50-1040-1,-26 29-88 1,-44-18 160 0,37-46-216-1,-40 16 529-15,3-49-129 16,37-38-352-1,46 6-320 1,-8 51-80 0,-21 61 232 15,-12 39 416-15,-30 8-144-1,-35 11-144 1,-17-14 24-1,33-68 200 1,32-23 904 0,12-5-280-1,39-7-368 1,32-6 0 0,20 5-440-1,2 8 40 1,-26-1-7009-1,-66-24-4322 1</inkml:trace>
  <inkml:trace contextRef="#ctx0" brushRef="#br1" timeOffset="37849.23">17936 2595 19604 0,'-3'-5'2200'16,"0"-19"3497"-1,0 20-3784 1,20 74-1041 0,8 78-208-1,0 55-592 1,-25-203-72-16,22 251-184 16,-14-67-528-1,-19-141-2537 1,-6-72-15995-1</inkml:trace>
  <inkml:trace contextRef="#ctx0" brushRef="#br1" timeOffset="37980.85">17980 3035 19844 0,'0'-4'3681'16,"63"-9"-1833"-1,73-15-976 1,1 16-16691-16</inkml:trace>
  <inkml:trace contextRef="#ctx0" brushRef="#br1" timeOffset="38937.44">15485 4105 21716 0,'-32'0'2577'0,"15"0"871"16,34 0-3200-1,76-11-408 1,10-7-104 0,-54-2-1912-1,-49 20 2176-15,10-10-3729 16,-42 22 2873-1,-36 55 2040 1,18 19 200 0,37-8-1175-1,14-32-682 17,17-43-1079-17,18-66-1425 1,-11 18 2809-1,-8 34 713 1,-1 19 31 0,-9 64 88-1,-43 6-376 1,-14-26-376 0,6-34 336-1,22-38 136 1,19-14 248-1,24 9 1177 1,28 18-545 0,30 3-832-1,13 1-792 1,-15-16-16948 15</inkml:trace>
  <inkml:trace contextRef="#ctx0" brushRef="#br1" timeOffset="39148.64">15864 3945 14891 0,'0'0'0'0,"-27"-20"9786"0,24 20-6874 16,4 71-2319-1,7 42-385 1,-2 31-432-1,-6-144 224 1,-2 160-865-16,-23-34-7953 16,3-85-7489-1</inkml:trace>
  <inkml:trace contextRef="#ctx0" brushRef="#br1" timeOffset="39547.64">15721 4564 12314 0,'0'0'0'0,"-15"-21"6474"31,13-4-3778-16,29 4-2296 1,23 16-320 0,-12 30-24-1,-38-25-56 1,13 39 32-16,-32 10-16 16,-44-6 80-1,21-34 376 1,36-6-112-1,21-17-584 1,40-21 64 0,3 6-384-1,-36 24-208 1,-25 26 720 15,-55 45 792-31,11 0 1249 31,29-20-809-15,34-23-1024 0,46-13-184-1,28-30-2081 1,-11-19-16522 0</inkml:trace>
  <inkml:trace contextRef="#ctx0" brushRef="#br1" timeOffset="40261.58">16149 4271 12610 0,'0'-17'3337'0,"-13"-76"1912"15,-6 53-1632 1,9 29-2473 0,-1 68-1272 15,11 8 144-16,0-65-16-15,19 86-72 16,16-63 72 0,-6-41 328-1,-8-50-184 1,-35-7 80 0,-18 25-80-1,-3 42-896 1,-2 79-112-1,18 27 696 1,12 9 488 0,22-13-544-1,18-49-1633 1,-4-57-3336 0,-12-51 1945-1,0-15 4208 16,-9 42 3225-15,-8 29-1001 0,15 30-2327-1,-2 49-297 1,-33 27-464 0,-34-5 72-1,-21-13-256 1,10-64 144-1,40-39-64 1,22-14-8 0,28 15 88-1,22 14 704 1,20 18 728 0,33-3-1064 15,9-13-512-16,-4-45-3080 1,-64 14-12836-16</inkml:trace>
  <inkml:trace contextRef="#ctx0" brushRef="#br1" timeOffset="40774.68">16419 4018 20436 0,'-16'-1'3473'0,"13"-4"-1465"16,28 5-2024 0,41 10-904-1,-36 26-2569 1,-26 2 737 0,-4-38 2752-1,-24 36 432-15,0-16 1992 31,16-17-848-15,14-5-1480 0,36-10-56-1,-9 12-736 1,-28 36-216 0,-22 3 720-1,7-16 376 1,7-8-40-1,19 10 8 1,7 25 88 0,-22 3 424-1,-51-9 129 1,-10-28 607 0,14-26 128-1,43-38-1264 16,41-13-768-15,23 9-4489 0,-29 42-9922-16</inkml:trace>
  <inkml:trace contextRef="#ctx0" brushRef="#br1" timeOffset="41102.69">16652 4014 13122 0,'0'0'0'0,"0"-25"8346"15,-5 18-3457 1,6 42-4497 0,5 48-136-1,10 39-224 1,-16-122-32 0,11 157-864-16,-11-70-4633 15,2-111 16 1,15-72 4601 15,-6 11 4760-15,-5 42 1033-1,18 18-2472 1,15 7-2065 0,6 20-816-1,-24 51-17476 1</inkml:trace>
  <inkml:trace contextRef="#ctx0" brushRef="#br1" timeOffset="41289.15">16567 4636 18948 0,'-8'33'2584'0,"4"25"1273"15,47-15-2513 1,33-40-792 15,20-40-232-15,-14-26-3528-1,-62 48-9955-15</inkml:trace>
  <inkml:trace contextRef="#ctx0" brushRef="#br1" timeOffset="41743.53">17224 4057 24701 0,'-33'-23'3553'16,"33"25"-2625"0,-5 103-152-1,3 53-680 1,14-20-160 0,-5-38-3241-1,-7-100 3305-15,4 10-11314 16,6-85-1161-1,-10-22 20757 1,1 45 2624 0,-3 27-6329-1,19 17-3809 1,27 2-784 0,13 6-576-1,-18 0-19508 1</inkml:trace>
  <inkml:trace contextRef="#ctx0" brushRef="#br1" timeOffset="41934.78">17465 3980 16499 0,'0'-10'6097'15,"0"4"-704"1,-3 64-3648-1,-3 79-729 1,6 56-728 0,17-2-328-1,-17-191 40-15,23 112-1816 16,12-98-20325 0</inkml:trace>
  <inkml:trace contextRef="#ctx0" brushRef="#br1" timeOffset="42389.92">17618 4079 20572 0,'-6'-8'3113'16,"-1"-2"95"-1,8 16-2688 1,17 68 24-1,2 54-167 1,-9 6-153 0,-11-134-224-1,17 50 40-15,-7-50 96 16,26-96-72 0,0-22 184-1,-1 29-216 1,-27 71-208 15,-7 29 200-15,8 73 568-1,15 32-528 1,15-40-64 0,-9-64 152-1,7-81 472 1,9-53-624-1,-9-5 592 1,-13-1-9306 0,-18 104-4337-16</inkml:trace>
  <inkml:trace contextRef="#ctx0" brushRef="#br1" timeOffset="43218.33">16335 5079 18619 0,'-19'-15'5122'16,"12"12"-1666"0,0 74-2904-1,4 61-768 1,8-2 96 0,-3-1-7161-1,-2-129 7281-15,0 27-11395 16</inkml:trace>
  <inkml:trace contextRef="#ctx0" brushRef="#br1" timeOffset="43962.65">16340 5145 11562 0,'-19'-9'6553'16,"16"-1"-1255"-1,10 9-4642 1,57-6-408 0,18-6-152-1,-33 12-552 1,-49 1 456-16,15 38-3953 16,-38 16-3801-1,-11-23 7434 1,13-22 3049-1,-4 7 991 17,8 32 33-17,4 1-1776 1,0 16-793 0,-17 36 64-1,5 13-896 1,22-64-472-1,28-43 224 1,22-26 168 0,12-5-8-1,-10 16-480 1,-5 1 160 0,-11-21-3112-1,-20 4-14092 1</inkml:trace>
  <inkml:trace contextRef="#ctx0" brushRef="#br1" timeOffset="44138.94">16462 5368 19212 0,'-10'3'3464'16,"-1"1"1273"-1,42-12-4385 1,52-27-320-1,-1 26-5401 1,-64 9-6889-16</inkml:trace>
  <inkml:trace contextRef="#ctx0" brushRef="#br1" timeOffset="44465.17">16743 5372 17443 0,'-7'0'5409'15,"1"7"-1728"1,6 57-3193 15,-3 11-384-15,-10-13-48 0,7-50 208-1,6-12-264-15,0-39 176 16,19-56-208-1,28 5 8 1,-25 54 24 0,-14 36 40-1,-2 74 96 1,6 11-304 0,23-13-2688-1,12-42-15212 1</inkml:trace>
  <inkml:trace contextRef="#ctx0" brushRef="#br1" timeOffset="44843.22">17044 5477 10330 0,'0'-55'5897'16,"-19"-9"1281"0,-13 32-3346-1,-1 31-3048 1,10 70-784-1,13 15-32 1,10-84 32-16,10 68 449 16,29-35-553-1,1-30-193 1,2-61 458 0,-18-14-298-1,-21 28 466 1,-3 36-401-1,0 22-120 1,0 44 368 0,12-13-16 15,21-8 8-15,-3-28-2425-1,-32-47-21156 1</inkml:trace>
  <inkml:trace contextRef="#ctx0" brushRef="#br1" timeOffset="45210.21">17217 5102 14667 0,'0'-20'7417'16,"0"12"-2448"0,0 55-4169-1,7 59-439 1,6 17-233-1,-7 1-112 1,-6-124-16-16,-10 74-192 31,0-63 15-15,14-65-295 0,46-36 152-1,-1 53 144 1,-26 40 32-1,-9 62 256 1,-20 9 224 0,-50-20 256-1,-2-30-415 1,23-23-17 0,30-52-969-1,31-11-17234 1</inkml:trace>
  <inkml:trace contextRef="#ctx0" brushRef="#br1" timeOffset="45447.26">17543 5009 19940 0,'0'0'1760'0,"0"-3"3297"16,0 60-2536-1,0 56-1441 1,0 50-240 0,2 21-744-1,-2-184-96 1,16 90-128-16,11-78-2424 16,13-63-17589-1</inkml:trace>
  <inkml:trace contextRef="#ctx0" brushRef="#br1" timeOffset="45844.44">17704 5370 16795 0,'0'0'0'0,"-23"25"6353"16,23 2-3232 0,26-5-2409-1,35-16-320 1,11-28-104-1,-72 22-288 1,48-39 192-16,-29-11-24 16,-20-5 337-1,-34 24-577 1,-9 25 144 0,-8 79-40-1,25 29 176 1,17-6 392-1,17-10-216 1,32-36-192 0,21-48 8 15,30-40-200-15,-14-21-5385-1,-59 54-8370-15</inkml:trace>
  <inkml:trace contextRef="#ctx0" brushRef="#br1" timeOffset="48956.75">15109 2732 13522 0,'-2'-9'2425'16,"4"-16"-705"-1,36-11 945 1,39-21-1097-1,45-9-360 1,34-20 177 0,-156 86-1385-16,139-77 336 15,50-11-128 1,14 12-272 0,-4 22 16-1,1 22 104 1,-2 8 104-1,1-1 616 1,-7 13 56 0,-12 10-272-1,-6 7-160 1,-17 19-136 15,-15 10 121-15,-15 14 79-1,-13 13-688 1,-9 5 672 0,8 14-336-1,-20-12 24 1,-17 6 760 0,3-9-696-1,-9-4-264 1,-10 24 160-1,0 11-8 1,0-21 160 0,-3 0 32-1,-15 7 32 17,-5 13-352-17,2 34 8 1,-16 1 120-1,-5 10-272 1,-12 38 136 0,-26 43 1152-1,-19 20-1264 1,-2-1 240 0,-9-42-16-1,-2-18 0 1,-7-5 16-1,7 22-112 1,2-1 288 0,-5-19-240-1,-15-8 48 1,-6-20-48 15,9-26 65-15,11-17-81-1,-13 5-753 1,-8 3 265 0,-3-22 960-1,0-25 264 1,-19-17-703 0,-5-5-33-1,-4-33 0 1,-15-17 0-1,-5-30 0 1,4-10 0 0,-2 9 0-1,20 0-273 17,4-8 546-17,-4-3-273 1,0-5 0-1,-10-6 0 1,-21 7 0 0,12 12 0-1,14-24 0 1,15 5 0 0,14-24 0-1,-2-17 0 1,-5 10 0-1,-6-10 0 1,14-7 0 0,5-16 0-1,-7-18 0 1,10 9 0 15,10 6 0-15,0 10 0-1,6-6 0 1,8-26 0 0,8-13 0-1,1-9 0 1,4 26 0 0,12 16 0-1,11-1 0 1,7-47 0-1,6-20 0 1,6 17 0 0,7 44 0-1,23-13 0 1,2 19 0 15,2 9 0-15,-4 40 0-1,-23 68 0 1,-12 11 0 0,2 3 0 15,10 10-3145-15,8 37-20396-1</inkml:trace>
  <inkml:trace contextRef="#ctx0" brushRef="#br1" timeOffset="49737.76">15187 2628 15371 0,'0'-12'3056'0,"-9"-10"1049"16,-14-10-848-1,-31-10-1481 1,-15 13-1039-1,-27 7 583 1,96 22-1320-16,-124-11 632 16,-18 8-32-1,-14 10-208 1,-4 33 152 0,2 47-416 15,4 58-376-16,9 43 928 1,38-34-568 0,71-68 32-1,32-63-224 1,7-23-64 0,8-7-2248-1,19-77-19485 1</inkml:trace>
  <inkml:trace contextRef="#ctx0" brushRef="#br1" timeOffset="50238.89">13847 2630 17947 0,'0'-2'961'0,"3"-16"2663"15,-2 9 809 16,-1 9-4433-15,0 61 1841 0,-7 34-1337-1,7-95-504 1,-21 123 528-16,-14 9-176 16,8-14 80-1,6-54 80 1,15-42-368-1,6-19-224 1,0-5 128 0,10 1-48-1,45 6-112 1,55 1 360 0,51-11-1144 15,0 5 1512-16,-62 8-352 1,-63 1-320 0,-31-5 824-1,-5-4-768 1,-3 0 689 0,3 0-1618-1,-18 28-25900 1</inkml:trace>
  <inkml:trace contextRef="#ctx0" brushRef="#br2" timeOffset="57349.41">3221 2307 11914 0,'-9'-6'7066'0,"-24"-22"-329"16,-1-8-2848-1,17 0-1609 1,11 20-1399 0,7 16-881-1,-1 0 0 1,44 45 0 0,40 56 0-1,78 128-673 1,-26-79 417-1,-31-43 528 1,-37-65-272 0,-54-35 272-1,-12-7 113 1,-5-2-385 0,-13-6 0-1,-33 0 0 1,6 1 0-1,-10 5 0 1,-3 18 0 0,-21 18 0-1,-6-10 0 1,30-15 0 15,15 17 0-15,3-4 0-1,28-12 0 1,7-7 0 0,-4-3 0 31,13 7-1817-32,28-4-7353 1,-3-5-6073-1</inkml:trace>
  <inkml:trace contextRef="#ctx0" brushRef="#br2" timeOffset="57593.56">3570 2753 17379 0,'0'-2'3065'0,"7"-8"1560"15,-48 3-992 1,-45 35-1913 0,-45 66-456-1,-33 14-728 1,164-108-536 0,-185 106 176-16,41-21-256 15,107-37-9586 1,37-32-3600-1</inkml:trace>
  <inkml:trace contextRef="#ctx0" brushRef="#br2" timeOffset="59592.4">1183 3880 12218 0,'-2'-3'6858'0,"-11"-7"-937"15,2-7-3401 1,2 4-2240 0,14 10 241-1,34 28-177 1,-39-25-344 0,51 66 40-16,2 8 8 31,-15-9 1024-16,-27-31-320 1,-19-48-608 0,-9-52-112-1,0-25 104 1,15-7-352 0,25 24-1632-1,28 38-20181 1</inkml:trace>
  <inkml:trace contextRef="#ctx0" brushRef="#br2" timeOffset="59987.39">1546 3786 17915 0,'0'0'0'15,"-5"-7"8210"-15,-8-6-5537 31,3 6-2425-15,10 11-80 0,60 76 48-1,-60-80-216 1,71 75-112-16,-27-52 248 16,-23-41 80-1,-14-55-112 1,-3-31-192-1,-4 25 272 1,0 56-48 0,0 40-120-1,17 36-200 1,20 1-32 0,8-31-1120 15,-4-16-4298-16,-23-50-12105 1</inkml:trace>
  <inkml:trace contextRef="#ctx0" brushRef="#br2" timeOffset="60408.23">1881 3592 7641 0,'0'0'0'0,"-24"-35"12043"16,-8-8-5738 0,27 34-4497-1,10 29-1664 1,32 46 169-1,-37-66-313 1,44 91-16-16,-6-5 288 16,-14-40 296-1,-19-43 640 1,-26-45-1056 0,7-54-104 15,7-40 256-16,17-1-720 1,17 53 584 0,2 62-504-1,8 38 384 1,21 58 1304 0,-6 17-1320-1,-10-22-112 1,-24-46 328-1,-11-18-184 1,-7-5-64 0,-4 0-8249-1,4 3-5426 1</inkml:trace>
  <inkml:trace contextRef="#ctx0" brushRef="#br0" timeOffset="62956.03">4055 4993 8761 0,'0'-9'4329'16,"0"2"1200"-1,0-2-2344 1,0 8-1873 0,2 4 225-1,4 16 255 1,-6-19-1792-16,14 63 912 15,6 59 257 1,7 152-481 0,19 216-688-1,22 236 80 1,4 123-624 0,16-131-9915-1,-66-577-719 1</inkml:trace>
  <inkml:trace contextRef="#ctx0" brushRef="#br0" timeOffset="64125.56">4260 5042 13594 0,'0'0'0'0,"-42"-12"7786"15,26-10-3137 1,14 13-2673-1,5 7-1727 1,40-1 279 0,-43 3-528-1,61-1 448-15,29-1-80 16,36-3 72 0,45 3-56-1,42-14-320 1,17-16-40-1,5 3 8 1,37-14 48 15,16 11-128-15,-34 18 96 0,-16 3 0-1,-12-7 168 1,9-8-200-1,-4-19 328 1,-8-4-16 0,-23 12 0-1,-34 26-264 1,-15 17-128 0,-11-1 160-1,11-8-48 1,-12-9-16-1,-30 9-256 1,-6 6 512 15,5 1-288-15,-10-1 32 0,-22-3-128-1,-27 3 192 1,-36-1-112-1,-10-2 32 1,-2 0 48 0,-1 0-64-1,0 0 0 1,0 0 0 0,0 0 0-1,2 0 529 16,7 26-529-15,9 51 0 15,-3 122 0-15,-35 229 0 0,-28 259-17-1,-1 149 34 1,2-29-1898-1,28-58-6353 1,26-405-8825 0</inkml:trace>
  <inkml:trace contextRef="#ctx0" brushRef="#br0" timeOffset="65360.15">3519 5310 9834 0,'-27'0'4192'16,"-67"-8"3066"-1,54-12-2369 1,33 12-2584 0,7 5-2257-1,41 3-48 1,-41 0 0 0,107 3-344-16,26-37 103 15,-6 9 241 1,-43 13 0-1,-35 24 0 1,-27 41 345 0,-35 60 407 15,-26 56-648-15,-14 31-200-1,37-70-128 1,14-104-2545-1,13-43-16819 1</inkml:trace>
  <inkml:trace contextRef="#ctx0" brushRef="#br0" timeOffset="65647.39">4029 5372 18836 0,'-25'-4'1968'0,"-6"-33"3345"15,-8 24-1696 1,-10 11-2001 0,-44 75-1280 15,-87 104-416-15,180-177 80-16,-238 219 968 15,-14-12-1016 1,95-77-32-1,115-81-416 1,73-34-10114 0,-6-10-2057-16</inkml:trace>
  <inkml:trace contextRef="#ctx0" brushRef="#br0" timeOffset="66922.11">956 6797 13154 0,'0'-1'2665'0,"2"-16"4096"16,2-4-3368-1,3-1-2313 1,7 10-96 0,3 30-559-1,-17-18-425 1,29 60 104-16,7 6-112 15,-10-19 184 1,-3-31 184 0,-4-61-376-1,-8-31 120 17,-2-1-312-17,0 37 192 1,3 49 232-1,15 41-280 1,12 5 232 0,12-16-336-1,11-32-8802 1,-28-8-7002 0</inkml:trace>
  <inkml:trace contextRef="#ctx0" brushRef="#br0" timeOffset="67246.42">1539 6383 15259 0,'0'0'0'0,"-12"-4"7617"16,-18-1-4424-1,-5 8-2793 1,1 23-352 15,20 20-32-15,14-46-16-1,0 53-104-15,32-15 160 16,70 39 960 0,-11-15-752-1,-61 1-24 1,-46-10 113 0,-34-27-930-1,4-18 841 1,-5-12-2720-1,36-57-20637 1</inkml:trace>
  <inkml:trace contextRef="#ctx0" brushRef="#br0" timeOffset="67842.5">1683 6495 12978 0,'0'0'0'0,"0"12"4889"31,3 3-1104-16,26-12-1584 1,17-24-745 0,8-34 384-1,-54 55-1840 1,27-66 528-16,-20 21 25 16,-40 36-97-1,-8 50-320 1,22 42 200-1,16 11 240 1,28-13-352 0,16-37-72-1,11-37-528 1,3-51-3217 15,3-48-4905-15,-26-8 4225-1,-25 17 7810 1,-16 29 4041 0,-4 25-3929-1,10 24-3257 1,20 40 240 0,26 43-272-1,2 16-176 1,-15-39 120-1,-25-40 1088 1,-23-61-936 0,-8-67-312-1,20-36 96 1,22 24-416 15,18 77-1632-15,-15 76-18796-16</inkml:trace>
  <inkml:trace contextRef="#ctx0" brushRef="#br0" timeOffset="68848.58">1281 7592 17755 0,'-4'-3'5441'0,"-9"-5"-1528"16,0 2-3209-1,10 8-319 1,27 48 359 0,27 26-272-1,-51-76-472-15,64 104 184 16,-4 0-160 0,-10-12-336-1,-33-57 768 1,-10-24-720-1,-7-11 264 1,-3 0 264 0,-8-21-224-1,-7-15-72 1,-16-20-8 15,12-11 56-15,3-21-48-1,17-8 16 1,14 4-168 0,20 18 16-1,35 11-280 1,-46 50 472 0,-19 13 88-1,-2-2-312 1,0 2 200-1,0 0 0 1,0 0 0 0,0 0 0-1,0 0 0 1,0 0 0 0,0 0 0 15,0 0 0-16,0 0 0 1,0 0 0 0,2 6-16-1,6 6 1304 1,-3 21-1024 0,-3 10-416-1,1 8 288 1,5 4-208-1,-6-5 328 1,-21-21-1008 0,-6-17 1304-1,-6-9-176 1,-8-13-656 0,6-33-3569 15,30 25-14371-31</inkml:trace>
  <inkml:trace contextRef="#ctx0" brushRef="#br0" timeOffset="69239.69">1689 7572 17323 0,'0'0'0'0,"-18"-30"7410"0,0-16-4874 16,20 15-1872 0,26 25-263 15,28 43 167-16,-16 21-344 1,-40-58-224-16,26 45 208 16,-22-28 728-1,-12-27-400 1,-18-52-608 0,10-19-8-1,22 3-616 1,44 29-7178-1,-20 48-8009 1</inkml:trace>
  <inkml:trace contextRef="#ctx0" brushRef="#br0" timeOffset="69562.42">2016 7371 13450 0,'0'0'0'0,"-7"-8"7530"16,-18-9-1921-1,10 4-3280 16,-2 11-1273-15,13 41-1088 0,4-39 32-1,12 69-8-15,35-6 8 16,9-29 40 0,-10-35-24-1,-14-57 152 1,-25-26 144-1,-49 15-112 1,-18 36-96 0,13 30-552-1,36 26-1841 1,38 6-18611 15</inkml:trace>
  <inkml:trace contextRef="#ctx0" brushRef="#br0" timeOffset="70099.58">2301 7170 17515 0,'0'-2'2065'0,"-15"-5"4480"16,-9 2-4737 0,10 41-2152-1,20 49-32 1,37 14 472-1,-43-99-96 1,52 59 80-16,-24-41 192 16,-14-76-208-1,-12-49 305 1,-13 4 95 0,9 52-528-1,7 41 8 16,41 61-128-15,35 88 8 0,7 33 432-1,-60-7-336 1,-38-59 56 0,-47-82-56-1,-15-40-9 1,0-48 154-1,26-24 183 1,41 24 184 0,27 24-416-1,43 12 32 1,82-12-664 0,-66 21-20205 15</inkml:trace>
  <inkml:trace contextRef="#ctx0" brushRef="#br0" timeOffset="70357.97">2575 7024 18027 0,'0'0'0'0,"-23"-17"8850"16,17 1-6993-1,53 31-1825 1,30 36 248-1,-27 6-216 1,-28-32 256 0,-22-25-320-16,0 4 1024 15,-22-39-640 1,2-53-336 0,19 4-464-1,26 22-5153 16,23 47-15476-31</inkml:trace>
  <inkml:trace contextRef="#ctx0" brushRef="#br0" timeOffset="71173.14">2916 6760 15811 0,'0'0'2232'0,"-23"-3"4138"15,-1 2-3482 1,14 52-2528-1,12 24 40 1,31-5-263 0,-33-70-137-1,36 33 40-15,-7-34 288 16,-1-63 8 0,-16-15-232-1,-16 37-32 16,-2 28-72-15,6 18-136 0,8 28 80-1,30-7-96 1,-3-23 184 0,2-14-688-1,-22-43-3289 1,-14-11 1408-1,-13-8 2569 1,-3 22 1849 0,9 39 1311-1,6 15-2408 1,19 53 73 0,14 33-465-1,-6-14-304 1,-8-40 136 15,-18-27 112-15,-7-48 24-1,-3-43-512 1,9-9 168 0,3 60-48-1,3 34-392 1,15 51 592-1,5 7-16 1,2-31-56 0,-18-15-56-1,-7-16 344 1,-2-65-336 0,16-32 88-1,6 28-240 16,-10 55 144-15,0 17-24 0,23 22 0-1,17 12-16 1,-6-12-19692 0</inkml:trace>
  <inkml:trace contextRef="#ctx0" brushRef="#br0" timeOffset="71809.31">4320 6207 11690 0,'0'0'0'0,"-78"-8"8770"16,66-5-2873-1,9 8-3968 1,14 5-1657 0,58 0-456-1,-69 0 184 1,104 0-1233-16,34 30-19995 16</inkml:trace>
  <inkml:trace contextRef="#ctx0" brushRef="#br0" timeOffset="72156.05">5241 6114 21068 0,'28'6'1064'16,"41"0"273"0,-9-16-873-1,47-32-344 1,32 13-1321-1,8 16-3760 1,-147 13 4961-16,153-12-3816 16,-23-1 3543-1,1-2 169 1,4-6 617 0,-14 5 1343-1,1 10-992 1,28 0-680 15,18 5-3521-15,-78 4-6737-16</inkml:trace>
  <inkml:trace contextRef="#ctx0" brushRef="#br0" timeOffset="72346.24">7546 5935 18235 0,'6'0'817'0,"71"5"831"16,16-7-1112-1,33 0-304 1,19 2-152 0,34-4-56-1,-179 4-24 1,209-7-9778-16,-152 7 1832 15</inkml:trace>
  <inkml:trace contextRef="#ctx0" brushRef="#br0" timeOffset="73473.64">5268 5431 10234 0,'-19'-28'3432'0,"-27"-43"4258"16,10 21-3001-1,-18 20-2120 1,14 21-1681 0,7 47-688-1,33-38-200 1,-22 113-16-16,21 1 104 31,25-40-24-15,15-49-136-1,-3-47 160 1,10-81 144 0,-28-11-128-1,-15 64 96 1,-7 46-88-1,4 25-408 1,27 51 448 0,33-9-104-1,12-51-184 1,-9-31-840 0,-26-47-1729-1,-24-14 1409 1,-21 23 1608-1,-7 26 1144 17,8 23 441-17,7 39-1577 1,14 88-16 0,10 48-280-1,1 48-8 1,-16-18 16-1,-9-127-48 1,-5-72 312 0,-22-81-256-1,17-82 192 1,17-70-296 0,34 62-72-1,0 125-168 1,-8 66 104-1,-5 78 264 1,-43 10 56 15,-23-58 216-15,-11-48-104 0,15-50-144-1,24-27-560 1,58-10-20301-1</inkml:trace>
  <inkml:trace contextRef="#ctx0" brushRef="#br0" timeOffset="73956.17">5841 5260 16195 0,'0'-1'2553'0,"-9"-26"4216"16,3 19-4385-1,10 69-2159 1,16 97-346 15,10 42 298-15,-30-200-177-16,23 189 136 16,-15-100-224-1,-8-90 368 1,-37-73-416-1,25-96 464 1,30-56-296 0,25 65-152-1,-6 115-104 1,-1 62 64 0,-10 68 472-1,-22 15-32 1,-25-50 144-1,-28-29 64 17,-5-27-184-17,12-44-320 1,35 2-2353 0,34 13-17355-16</inkml:trace>
  <inkml:trace contextRef="#ctx0" brushRef="#br0" timeOffset="74128.06">6125 5474 15867 0,'0'0'0'0,"9"25"6729"0,8-19-2376 16,27-1-2656-1,37-5-1169 1,43-17-656-1,-124 17 128 1,91-28-7618-16,-59 24-4761 16</inkml:trace>
  <inkml:trace contextRef="#ctx0" brushRef="#br0" timeOffset="74689.13">6619 5213 19660 0,'-5'-14'2568'0,"-27"-33"2841"16,30 33-3528 0,3 40-1849-1,15 69 72 1,0 24 96 0,-16-119-200-1,11 82 32-15,-6-72 104 16,-1-38 144-1,9-82-144 17,23-18-352-32,-9 67-48 31,-11 46 160-15,6 65 0-1,-5 54 56 1,-8-4 48-1,-3-41-120 1,-3-50 224 0,3-45 64-1,18-64-16 1,23-14-320 0,-21 57 152-1,-22 56-72 1,5 38-48-1,-5 39 392 1,4-5-376 0,17-25-1769 15,35-21-20699-15</inkml:trace>
  <inkml:trace contextRef="#ctx0" brushRef="#br0" timeOffset="75066.37">7202 5152 12994 0,'-21'-52'7114'0,"-5"11"-897"15,-13 40-4408 1,0 81-1745 0,23 21 304-1,22-12-48 1,-6-89-320-1,30 44 16-15,-2-37 176 16,2-51 48 0,-6-37-376 15,-18 29 168-15,-6 40 192-1,-4 15-192 1,4 53-48-1,25-1 184 1,21-20-256 0,-3-20-1697-1,-3-43-18171 1</inkml:trace>
  <inkml:trace contextRef="#ctx0" brushRef="#br0" timeOffset="75201.82">7405 4922 15099 0,'0'0'0'0,"-22"-73"9714"16,-11 33-4777 0,23 29-3457 15,9 11-1960-15,17 57-4657-1,-1-17-12467-15</inkml:trace>
  <inkml:trace contextRef="#ctx0" brushRef="#br0" timeOffset="75426.03">7444 5149 18820 0,'0'0'0'0,"2"-1"5913"16,-2 1-5913 0,0 23 5425-1,0 46-4713 1,6 1-832-1,-6-70 120 1,24 37-1016-16,7-34-5370 16,1-36-9217-1</inkml:trace>
  <inkml:trace contextRef="#ctx0" brushRef="#br0" timeOffset="75769">7668 5104 17219 0,'0'-12'3889'16,"-3"-24"1144"-1,0 24-1408 1,3 15-3321 0,12 55-32-1,3 36-88 1,-15-94-184 0,8 103 144-16,-8-52-144 15,0-48 232 1,0-42 0-1,17-66-344 1,31-12 144 0,-12 72-104-1,-3 36-8 17,17 50 264-17,-5 58 352 1,-8 1-400-1,-30-23 72 1,-13-18-744 0,-5-35-18884-1</inkml:trace>
  <inkml:trace contextRef="#ctx0" brushRef="#br2" timeOffset="104801.99">19235 4711 11306 0,'0'-12'6073'15,"16"7"-2472"1,-29 38 120 0,-4 95-1297-1,4 127-983 1,6 135-169 0,7-390-1272-1,7 490 464-15,30 87-456 16,-1-17 256-1,-16-117-32 1,-4-138 176 0,-9-84-80 15,-4-61 0-15,-7-96 40-1,1-60-160 1,0-4 113-1,-6 4-321 1,-16 14 0 0,-28 8 0-1,-43 9 0 1,-105-3-193 0,-79-1 386-1,-31-6-193 1,26 13 0-1,83 0 0 1,91-38 0 0,134-50-16084 15,4 17 5058-31</inkml:trace>
  <inkml:trace contextRef="#ctx0" brushRef="#br2" timeOffset="105659.43">19414 4989 11602 0,'33'-86'4353'16,"-17"24"2088"-1,-19 46-2880 1,3 16-3561 0,1 34 3201-1,10 60-2105 1,-11-94-1096-16,15 192 600 16,1 87 216-1,7 74-632 1,-9 35 8-1,3 36 128 1,10 15-464 0,2-9 352 15,7-42-80-15,-5-53-240-1,-8-48 192 1,-14-45-16-1,-8-107-80 1,-9-68-32 0,2-55 144-1,6-10 16 1,-7-2-79 0,-2 4-33-1,-16-2 0 1,-34 1 0-1,-41 29 0 1,-75 13 0 0,-63-1 0 15,-12-24-1273-15,17-22 2546-1,69-18-1273 1,67 8 0-1,73 4 0 1,54-4-4137 0,82-31-18844-1</inkml:trace>
  <inkml:trace contextRef="#ctx0" brushRef="#br2" timeOffset="105946.01">19610 6945 28302 0,'-14'0'480'0,"16"0"392"15,47 0 224 1,58-3-1072 0,47 1-528-1,-23 1-1376 1,-131 1 1880 0,54 1-22693-16</inkml:trace>
  <inkml:trace contextRef="#ctx0" brushRef="#br2" timeOffset="106115.67">19789 7116 20548 0,'-32'13'2824'0,"-36"26"345"16,78-30-512-1,56 6-1169 1,63-43-1872 15,18-39-64-15,-147 67 448-16,124-83-21901 15</inkml:trace>
  <inkml:trace contextRef="#ctx0" brushRef="#br2" timeOffset="106377.18">20080 6728 23324 0,'-19'7'2153'0,"6"-7"1104"16,13 0-3257-1,46 28 1504 1,46 12-1272 0,8 17-192-1,-100-57-40 1,77 67 16-16,-42 32-120 31,-86 47 504-15,-90 25-8-1,-28-19-832 1,69-115-19356 0</inkml:trace>
  <inkml:trace contextRef="#ctx0" brushRef="#br2" timeOffset="107280.8">20904 4296 17515 0,'6'-11'3801'16,"3"-20"1792"0,-9 26-2920-1,2 72-2097 1,1 110 464-1,3 2-1136 1,-6-179 96 0,0 101-1736-16,11-72-23438 15</inkml:trace>
  <inkml:trace contextRef="#ctx0" brushRef="#br2" timeOffset="107706.31">21119 4203 21364 0,'0'0'2089'16,"7"15"1567"0,8 79-2343-1,1 47-985 1,-17-7-376 0,-49-58 128-1,50-76-80 1,-49 23 88-16,15-45 216 15,31-51-552 1,25 10 328 0,14 49-216-1,-11 61 16 1,-26 47 72 0,-48 4-24 15,-14-47 280-16,39-39 80 1,18-12 256 0,40-23-544-1,36-6-168 1,12 1-344 0,-6-11-7346-1,-39 14-7201 1</inkml:trace>
  <inkml:trace contextRef="#ctx0" brushRef="#br2" timeOffset="107905.61">21314 4089 19348 0,'-3'-13'2632'0,"-17"-21"3866"16,14 28-4154 0,3 97-1640 15,3 96-880-16,17 27 648 1,-17-214-472 0,15 220-1072-16,-31-48-10514 15,-16-160 991-15</inkml:trace>
  <inkml:trace contextRef="#ctx0" brushRef="#br2" timeOffset="108372.42">21108 5036 22492 0,'-8'3'2185'16,"8"-3"-2185"0,41 3 2784-1,30 13-2696 1,-27 19-176 0,-32 27 88-1,-12-62 0 1,-63 66-64-1,-9-33 216 1,29-12 336 0,31-21-592-1,33-20 72 1,59-32-24 0,4 17-80-1,-49 24-144 1,-38 18 176-1,-66 61 296 1,8 4 713 0,40-10-185-1,32-20-600 1,41-15 16 0,36-34-544-1,13-62-12331 16,-76 42 2369-31</inkml:trace>
  <inkml:trace contextRef="#ctx0" brushRef="#br2" timeOffset="108721.31">21541 4572 22916 0,'-40'-6'2881'0,"30"1"-184"15,46-4-2529 1,45-18-80 0,1 5-88-1,-35 16-64 1,-47 6 64 0,0 5-72-16,-59 61 144 15,-23 30 64 16,34 8 320-15,41-43-64 0,44-40-240-1,31-17-152 1,6-13 16 0,-12 5-1640-1,-37 25-10035 1,-23 4-1824-1</inkml:trace>
  <inkml:trace contextRef="#ctx0" brushRef="#br2" timeOffset="108903.41">21574 5020 17419 0,'-38'34'5857'0,"17"-16"-759"16,23-4-3530 0,69-7-608-1,58-28-1144 16,39-15 224-15,-168 36-40-16,169-66-7946 16,-128 49-5424-16</inkml:trace>
  <inkml:trace contextRef="#ctx0" brushRef="#br2" timeOffset="109374.28">22032 4406 20900 0,'-14'-16'2096'0,"-6"-31"-703"16,43 18-505-1,37 27-984 1,-17 44 176 0,-29 8-88-1,-14-50 8 1,-40 63 0-1,-24 0 136 1,29-50-64 0,32-9-16-1,33-30-256 1,32-20-384 0,-5 23-200-1,-38 16 304 1,-48 49 383-1,-42 24 970 1,23-21 639 0,31-21-856-1,24-22-224 1,49-4-8 0,23-31-232 15,7 16-504-16,-45 13-7625 1,-24 25-7315-16</inkml:trace>
  <inkml:trace contextRef="#ctx0" brushRef="#br2" timeOffset="109526.93">21968 4811 20004 0,'-3'0'1000'0,"-3"7"2369"16,65-16-1297-1,62-27-1768 1,7 16-872 0,-45 20-19020-1</inkml:trace>
  <inkml:trace contextRef="#ctx0" brushRef="#br2" timeOffset="109960.29">22154 4914 17211 0,'0'0'0'0,"-20"-5"3657"16,25-6-1865 0,64-1-1336-1,-15 8-440 1,-29 27 0 0,-25-23-16-1,-25 56 120-15,-56 1 41 16,24-33 343-1,41-20-8 1,32-6-648 0,58-20 208-1,22 2-152 1,-24 14-56 0,-44 14-16-1,-55 41 304 1,-40 5 728 15,-2 3 1504-15,22-1-575-1,60-34-1185 1,60-4-224 0,53-24-280-1,-3-38-19636 1</inkml:trace>
  <inkml:trace contextRef="#ctx0" brushRef="#br2" timeOffset="110767.29">23020 4061 23509 0,'0'0'0'15,"-23"35"4008"-15,9-19-2295 16,19 8-1545 0,41 6-1040-1,-9-7-9299 1,-37-23 10171 0,12 41-10578-16,-44 4 15915 15,-6-20 3865 1,29-14-5657-1,12-8-3065 1,50-3-464 0,-15 14-768-1,-32 37-1232 1,-42-4 1808 0,11-33 608-1,21-7-64 1,36 21-72 15,23 22-104-15,-30 0 128-1,-50 27 1056 1,-54-2 497 0,6-42-489-1,26-41-528 1,21-41-496-1,48-30-472 1,41 14-8018 0,-21 45-10698-1</inkml:trace>
  <inkml:trace contextRef="#ctx0" brushRef="#br2" timeOffset="111279.45">23264 4224 20460 0,'-7'-25'5153'16,"1"13"-1792"-1,9 70-2969 1,16 115-120 0,-7 9-440-1,-14-64 32 1,2-118 136-16,-9 36-16 15,6-73 8 1,3-58 16 0,12 21 40-1,7 34 56 1,4 17-56 0,17 1-320-1,-4-5-2201 1,-20-16-4456-1,-4-27-929 17,-3-26 7658-17,-4 15 7186 1,-7 60 423 0,-4 21-4528-1,0 88-1441 1,3 79-512-1,9 108-360 1,13 49-1240 0,-8-132-7722-1,-14-195-4456-15</inkml:trace>
  <inkml:trace contextRef="#ctx0" brushRef="#br2" timeOffset="111566.48">23672 4439 23196 0,'-8'-18'1913'15,"-1"-5"263"1,47 39-2088 0,3 46-176-1,-35 19 216 1,-53-2 312-1,47-79-440-15,-63 33 1225 16,17-47-553 0,29-60-632-1,28-22-96 1,28 43-2601 0,-12 24-13506-1</inkml:trace>
  <inkml:trace contextRef="#ctx0" brushRef="#br2" timeOffset="111824.01">23861 4061 20876 0,'2'-19'3513'15,"4"-7"312"1,4 45-3049-1,17 75 104 1,-14 150-608 0,-8 77 472-1,-5-321-744-15,-7 274-96 16,6-170-1432 0,4-149-23662-1</inkml:trace>
  <inkml:trace contextRef="#ctx0" brushRef="#br2" timeOffset="111996.12">23984 4361 24653 0,'-7'3'2008'16,"-1"-5"-103"-1,61-12-1825 1,21 30-5770-1,-38 2-10969-15</inkml:trace>
  <inkml:trace contextRef="#ctx0" brushRef="#br2" timeOffset="112151.57">24024 4552 15139 0,'-62'9'9010'16,"49"2"-4961"-1,48 3-3561 1,50-2-440-1,15-35-6794 1,-71 19-6073 0</inkml:trace>
  <inkml:trace contextRef="#ctx0" brushRef="#br2" timeOffset="112451.68">24355 4141 20252 0,'-4'-4'5153'0,"-6"-8"-2136"16,18 9-2857-1,51 11-1313 1,-13 17-8721 0,-28 42-872-1,-18-67 10746 1,-20 57 3769-16,-10-34 5993 15,20-20-5425 17,12-3-3497-17,23 6-992 1,8 24-11843 0,-31-14 3330-16</inkml:trace>
  <inkml:trace contextRef="#ctx0" brushRef="#br2" timeOffset="112670.06">24420 4458 13970 0,'-3'0'2225'15,"-27"0"2944"1,54 0-4441 0,22 17-608-1,-19 20-40 1,-18-12 1137 0,-9-25-1217-1,-38 32 1768-15,-19-14 256 16,14-28-951-1,40-30-985 1,36-25-1745 15,30 0-19899-15</inkml:trace>
  <inkml:trace contextRef="#ctx0" brushRef="#br2" timeOffset="112952.59">24691 3918 22580 0,'0'0'0'0,"13"5"5185"16,-25 88-4472-1,7 39-1097 1,1 151 1144 0,14-85-1312-1,-10-198 552 1,7 60 520-16,-1-89-520 15,20-85-16 1,8 28-232 15,16 1 488-15,19 51-96 0,-46 86-4113-1,-23 8-13747-15</inkml:trace>
  <inkml:trace contextRef="#ctx0" brushRef="#br2" timeOffset="113157.81">24418 4862 24509 0,'0'0'0'0,"-20"6"3464"15,40 26-1095 1,50 34-1545-1,35-2-1480 1,6-33-1953 15,-25-42-15034-15</inkml:trace>
  <inkml:trace contextRef="#ctx0" brushRef="#br2" timeOffset="113501.1">25092 4423 23741 0,'0'0'0'0,"-63"-7"4617"15,79-5-3185 1,64-15-1624 0,-29 24 416-1,-43 27-344 1,-71 60 72-1,63-84 48-15,-86 102 200 32,50-13-200-17,32-25 152 1,59-25-88 0,52-42-200-1,2-74-3729 1,-9-44-17692-1</inkml:trace>
  <inkml:trace contextRef="#ctx0" brushRef="#br2" timeOffset="113771.25">25401 4042 18972 0,'0'0'0'0,"0"-60"7833"16,-3 54-4136 0,3 56-3033-1,5 132-1360 1,-2 91 1096-1,7 31-152 17,-10-304-248-32,-2 172-264 15,-11-150 200 1,8-85-288 0,21-71 368-1,23 0 184 1,2 57-528-1,14 31-248 1,4 35-2257 0,-6 27-17131-1</inkml:trace>
  <inkml:trace contextRef="#ctx0" brushRef="#br2" timeOffset="113899.65">25904 5029 24973 0,'-30'-47'2664'0,"28"-5"-3016"16,-5 29-16747-1</inkml:trace>
  <inkml:trace contextRef="#ctx0" brushRef="#br2" timeOffset="114880.81">19765 5168 22412 0,'-26'47'3273'0,"8"3"-1745"15,18-122 417 1,14-142-1169-1,17-108-472 1,2-39-600 0,-33 361 296-1,12-217 384 1,-12 196-336 0,18 70-80-1,54 146 328 1,45 53 328-1,-12-68-640 1,-75-99 32 0,-75-45 152-1,-102-24 8 1,-42-50 8 0,11-38 24-1,50-5 400 1,85 53-447-1,73 3-161 1,127-56 0 15,107-61-817-15,-10 25 993 0,-126 95 465-1,-103 52-641 1,-126 148 0-1,-60 79 0 1,-30 26-353 0,25-54 706-1,86-94-353 1,67-99 0 0,21-33 0-1,13 5 0 1,-7-8 0-1,-10 0-1353 1,-3 0-18315 0</inkml:trace>
  <inkml:trace contextRef="#ctx0" brushRef="#br2" timeOffset="115851.21">26341 4517 14371 0,'-18'-3'3360'15,"-32"-8"2121"1,39 5-2080-1,28 2-2713 1,93-37-208 0,44 12-1152-1,-154 29 672 1,127-9-104-16,-39 13 496 16,-39-4-392-1,-41-2-6145 1,-30 35-10074-1</inkml:trace>
  <inkml:trace contextRef="#ctx0" brushRef="#br2" timeOffset="116066.61">26415 4679 13258 0,'-36'9'4393'0,"-2"0"2465"31,26-9-3426-15,12-1-2607-1,37 8-809 1,59 4-184 0,-96-11 168-16,120-7-1273 15,-14-24 681 1,-34-40-18996 0</inkml:trace>
  <inkml:trace contextRef="#ctx0" brushRef="#br2" timeOffset="116350.64">26726 4284 18948 0,'-16'0'2136'0,"-24"-3"2665"15,33 3-3721 1,14-1-1440 15,54 10 904-15,34 16-120-1,-95-25-424-15,79 47 905 16,-28 8-577 0,-31 7-296-1,-46 12 272 1,-71 59-216 0,-18-4-448-1,60-62-1865 1,77-50-17523-1</inkml:trace>
  <inkml:trace contextRef="#ctx0" brushRef="#br2" timeOffset="116649.98">27654 4166 17667 0,'-8'-13'3889'16,"-6"1"296"0,-5 30-4041-1,-47 94-480 1,-16 20 2072-1,4-21-1152 1,78-111-584 0,-30 42-5361-16,33-70-11122 15</inkml:trace>
  <inkml:trace contextRef="#ctx0" brushRef="#br2" timeOffset="116799.79">27540 4314 12378 0,'0'0'4233'16,"11"9"1592"-1,25 35-3392 1,18-5-1801 0,4-2 80-1,-15-7-3112 1,-43-30 2400-16,25 0-20117 16</inkml:trace>
  <inkml:trace contextRef="#ctx0" brushRef="#br2" timeOffset="117007.71">27845 3943 11514 0,'-2'-29'7714'0,"-3"0"-913"15,1 29-4704 1,10 91-2041 15,-1 104-88-15,-12 66-1097-1,7-261 1129-15,-41 250-4529 16,23-148-11610-16</inkml:trace>
  <inkml:trace contextRef="#ctx0" brushRef="#br2" timeOffset="117468.71">27506 4779 15811 0,'-6'-3'5153'0,"-1"-13"-2400"15,34-1-2177 1,40 19-496 0,3 35 0-1,-48 15-48 1,-22-52-32 0,-44 68 168-16,-38-23-64 31,26-24 232-16,39-17 176 1,31-6-616 0,62-18-144-1,33 9 288 1,-19 2-184 0,-67 18 32-1,-38 18 112 1,-55 23 200-1,-3 9 448 1,41 0-736 0,32-3-280-1,47-19 1008 1,53-21-120 15,22-24-2656-15,-1-42-16292-16</inkml:trace>
  <inkml:trace contextRef="#ctx0" brushRef="#br2" timeOffset="118031.56">28045 4164 23949 0,'-3'-3'1248'0,"-14"-8"184"15,37-2-1288 1,52 1-96 0,1 40-712-1,-54 28-2521 1,-19-56 3185 0,-29 55-1064-16,-17-12 1664 31,21-24 1665-16,25-19-2265 1,8-1 1616 0,32-10-1952-1,-19 16-2737 1,-38 64-583 0,-33-30 3472-1,29-23 2304 1,19-16 761-1,18 0-2593 1,32 36-136 0,-13 24-224-1,-25 8 600 1,-40-23 408 0,-31-17 536 15,14-29-335-16,25-56-985 1,39-18-392 0,40 6-3089-1,-2 30-15611 1</inkml:trace>
  <inkml:trace contextRef="#ctx0" brushRef="#br2" timeOffset="118698.02">28332 4137 13642 0,'0'0'0'0,"-5"-21"8714"16,2 18-4281-1,3 20-4273 1,16 83-232 0,-12 63-144-1,-4-163 216 1,-5 132-704-1,-8-93-952 1,10-60 215 0,7-47 1297-1,11 20 680 1,2 12 1025 0,0 9-505-1,20 9-1024 1,2-2-1480-1,-2-10 928 1,-11-5 656 0,-8-49-384-1,-9-22 456 1,-9 20-72 0,-3 53 600-1,3 27-496 16,-8 39 320-15,3 88-8 0,-1 74-560-1,11 7 176 1,6-2 48 0,-21-12-1624-1,-2-112-841 1,-1-69 1753-1,-6-22 560 1,-3-17 432 0,11 8-360-1,14-3-432 1,24-9-3032 0,4 28-11988-1</inkml:trace>
  <inkml:trace contextRef="#ctx0" brushRef="#br2" timeOffset="119080.46">28406 4958 17211 0,'-30'-31'6370'0,"27"-9"-3074"16,13 27-2864 0,39 12-864-1,-8 57-1808 1,-21 59 2912 0,-20-115-672-16,-24 111-200 15,-42-49 1984 16,-21-53-912-15,10-39-279 0,31-34 39-1,44-19-600 1,36 23-288 0,41 34-5954-1,-18 23-12010 1</inkml:trace>
  <inkml:trace contextRef="#ctx0" brushRef="#br2" timeOffset="119733.89">28858 4311 20220 0,'-8'-18'2136'16,"2"1"801"0,20 16-2785-1,72-5 136 1,-6-11 232 0,-35-22-1240-1,-45 39 720-15,16-26-2145 16,-58 28 1353-1,-40 64 816 1,5 38 680 0,40-5-615-1,35-43-17 1,12-42-1385 0,19-48-4192-1,10-33 3465 16,-15 44 3184-15,-15 25 840 0,-4 64 1201-1,-29 21-2409 1,-26-3-400 0,-19-20-32-1,2-35 120 1,29-37 873-1,26-10 239 1,12 4-1064 0,33 0 96-1,36 11-328 1,32 9 168 0,14 5-240 15,-19-16-5801-16,-54-10-11010-15</inkml:trace>
  <inkml:trace contextRef="#ctx0" brushRef="#br2" timeOffset="119962.2">29213 4031 19468 0,'0'0'0'0,"-8"-27"7393"0,1 22-6000 15,7 37-761 1,-6 140-664 0,-13 109-416-1,19-281 448 1,-16 320 416-16,5-113-1489 16,12-177-4136-1,14-69-10642 1</inkml:trace>
  <inkml:trace contextRef="#ctx0" brushRef="#br2" timeOffset="120111.44">29250 4566 14579 0,'-9'-31'6745'15,"-3"-10"-1672"1,32-8-4713 0,51 17-328-1,25 17-6073 1,-76 10-5738-16</inkml:trace>
  <inkml:trace contextRef="#ctx0" brushRef="#br2" timeOffset="120374.04">29633 4229 17995 0,'0'0'0'0,"30"-97"4297"15,-2 77-2520 1,-1 37-1737 15,-8 40-136-15,-35 11 720-1,16-68-624 1,-64 48-432-16,-4-36 984 16,21-52-464-1,31-36-104 1,60-10-552-1,-7 29-13187 1,-23 52 6017-16</inkml:trace>
  <inkml:trace contextRef="#ctx0" brushRef="#br2" timeOffset="120584.65">29821 3892 17955 0,'0'0'0'0,"2"19"6362"15,-2-16-4210 17,3 46-2824-17,-1 98 1632 1,-25 79-1376 0,23-226 416-1,-47 235-1912-15,-12-85-19965 16</inkml:trace>
  <inkml:trace contextRef="#ctx0" brushRef="#br2" timeOffset="121015.13">29540 4644 18379 0,'-3'-25'3417'16,"24"-12"-2393"0,27 21-816-1,13 37 369 1,-29 6-441-1,-43 33-152 17,11-60 16-32,-70 63-8 15,22-40-753 1,38-23 745 0,17-3-32-1,56-7 432 1,20 6-255-1,-16 4 183 1,-50 2-120 0,-68 33-248-1,-48 28 0 1,40-14 616 0,38-21-1120-1,28 0 1632 1,64-3-984 15,37-12-808-15,-50-35-14468-16</inkml:trace>
  <inkml:trace contextRef="#ctx0" brushRef="#br2" timeOffset="121313.5">30068 4386 17363 0,'31'-36'2617'0,"25"9"-921"16,-11 43-864-1,-19 66-728 1,-24 9 1257 0,-65-34-361-1,63-57-1000-15,-73 8 696 16,26-33-720-1,31-30 240 17,39-31-544-17,34 23-2553 1,-21 43-12570-16</inkml:trace>
  <inkml:trace contextRef="#ctx0" brushRef="#br2" timeOffset="121531.06">30345 4027 19828 0,'0'0'0'0,"4"-37"5097"16,0 42-4857 0,10 84 1704-1,-15 134-2120 1,-10 118 280-1,11-341-104 17,-15 377-2336-32,3-199-14836 0</inkml:trace>
  <inkml:trace contextRef="#ctx0" brushRef="#br2" timeOffset="122048.4">31100 4493 14083 0,'-39'-37'5945'0,"23"0"-1984"15,16 18-2337 1,9 14-1608 0,11 40-32-1,-17 46 416 1,-3-81-400-16,-47 69 232 16,-21-35 64-1,12-32-120 1,26-49 24-1,55-17-240 17,47-23-624-17,0 42-7530 1,-53 43-2800-16</inkml:trace>
  <inkml:trace contextRef="#ctx0" brushRef="#br2" timeOffset="122297.16">31286 4077 18667 0,'0'-27'2857'0,"0"2"768"16,2 56-3241 0,17 131-736-1,-4 104 1328 1,-3 52-1136-1,-12-318 160 1,12 239-1448-16,-6-141-1849 31,1-99-11250-31</inkml:trace>
  <inkml:trace contextRef="#ctx0" brushRef="#br2" timeOffset="122723.49">31564 4295 15115 0,'0'0'0'0,"-19"-34"5929"15,24 8-6097 1,34 21 352 0,1 34 80-1,-18 19-64 1,-22-48-200-1,-36 57 88-15,-34-14-144 16,-1-20 88 15,71-23-32-15,25-4 232 0,44-6-232-1,-10 8 328 1,-46 17-64-1,-51 24-208 1,-68 41 152 0,62-26 96-1,41-13-176 1,26-26 273 0,43-13-185-1,37-35-4769 1,-43 8-9930-1</inkml:trace>
  <inkml:trace contextRef="#ctx0" brushRef="#br2" timeOffset="122882.8">31646 4443 18619 0,'-21'0'1625'16,"1"0"-113"-1,26 4-656 1,59 2-416-1,14-7-1280 1,-12-29-16667 0</inkml:trace>
  <inkml:trace contextRef="#ctx0" brushRef="#br2" timeOffset="123107.72">31858 4139 13378 0,'-2'-18'7002'15,"-5"-10"-2785"1,7 24-4345-1,0 40 1080 1,4 52-1432 15,-1 47 1408-15,-3-135-928-16,0 160 144 16,-11-4-1296-1,-14-40-18284 1</inkml:trace>
  <inkml:trace contextRef="#ctx0" brushRef="#br2" timeOffset="123231.88">31738 4790 18267 0,'0'-5'3305'16,"0"-7"-1424"0,27-7-1633-1,30 8-873 1,-12 27-18091-1</inkml:trace>
  <inkml:trace contextRef="#ctx0" brushRef="#br2" timeOffset="123607.95">31694 4957 14835 0,'-3'-4'2720'16,"4"-5"-1255"-1,49-6-937 1,25 0-1024-1,-15 22-3065 1,-40 16-6521 0,-20-23 10082-16,-6 22-504 15,-28-7 8113 1,14-12-3280 0,20 4-3897-1,15 16-112 1,11 13-88-1,-19 7 1857 17,-56-4 351-17,-41-21-959 1,18-19-1233 0,53-40-568-1,61-28-4217 1,-27 39-6762-16</inkml:trace>
  <inkml:trace contextRef="#ctx0" brushRef="#br2" timeOffset="123856.31">32078 4587 14947 0,'0'-8'4833'0,"0"-21"-1128"15,35 9-3329 1,17 15 40 0,-24 48-360 15,-38 29 176-15,10-72-232-16,-61 84-320 15,11-26-10251 1,44-55 1401-16</inkml:trace>
  <inkml:trace contextRef="#ctx0" brushRef="#br2" timeOffset="124181.24">32206 4636 15219 0,'0'-5'5521'16,"4"-12"-3065"0,25-2-2544-1,26-7 4465 1,0-4-6769-1,-16 3-2001 1,-39 27 4393-16,16-40-1744 16,-19-5 4152 15,-10 9 1353-15,0 24-3113-1,3 31 1112 1,-4 51-1656-1,1 44 296 1,8 9-151 0,0-26-706-1,5-50-1967 1,1-61-18341 0</inkml:trace>
  <inkml:trace contextRef="#ctx0" brushRef="#br2" timeOffset="124358.96">32547 4271 14507 0,'3'-13'6793'0,"4"-18"1049"16,-1 2-6114 15,-4 20 169-15,-14 89-1897-1,-53 244-2833 1,65-324 2833-16,-34 368-928 15,2-139-19517-15</inkml:trace>
  <inkml:trace contextRef="#ctx0" brushRef="#br2" timeOffset="124859.94">27444 5767 22772 0,'-5'0'1673'0,"-63"56"639"16,-52 99-1408-1,31-11-856 17,45-62-1400-17,58-80-19756 1</inkml:trace>
  <inkml:trace contextRef="#ctx0" brushRef="#br2" timeOffset="124985.29">27294 5985 16587 0,'36'9'5505'15,"26"30"-2064"1,12 25-3329 0,-6-43-1512-1,-32-39-17636 1</inkml:trace>
  <inkml:trace contextRef="#ctx0" brushRef="#br2" timeOffset="125655.54">27626 5796 7665 0,'0'0'0'0,"6"-94"12131"15,-3 70-6554 17,-3 69-3945-17,0 88-1072 1,-3 18-824-1,3-151 264 1,-21 149-912-16,7-102 568 16,14-59 200-1,12-69 992 1,14 6-840 0,3 19 560-1,0 19-584 1,-6 4 64-1,0-20 360 1,-5-18-360 0,-4-30-112 15,-3 35 216-15,-10 58-32-1,-1 38 113 1,-12 96-217-1,0 24-48 1,-2 56-657 0,-20 1-2103-1,15-126 1015 1,6-73 1369 0,-1-44 1048-1,14 4 593 1,4 28-905-1,1 52 760 1,-6 62-480 0,-23-17-272 15,-29-26-352-15,-16-46 1465-1,23-43-89 1,22-44-504-1,44-38-1272 1,45 7-7498 0,-60 66-3984-16</inkml:trace>
  <inkml:trace contextRef="#ctx0" brushRef="#br2" timeOffset="126520.7">28098 5870 17043 0,'-3'-52'8066'0,"-4"52"-5514"0,-57 97-2168 16,-41 42-335 15,16-35-610-15,52-77-295-1,37-27 856-15,3-31 384 16,46-34 40 0,-2 47-200-1,-5 35-224 1,5 45-136 0,-3 2 128-1,-27-45-1824 1,-11-24-5113-1,-3-52-1529 1,-6-5 9618 0,-7 21 5833-1,7 21-1263 1,6 14-4306 15,47-1-896-15,11-8-296-1,-19-5-232 1,0-45-552 0,-22-9-1144-1,-16-21 1680 1,-4 13 672 0,-6 60 1976-1,1 41-1271 1,-14 93-881-1,13 31-440 1,-7 50-488 0,-23-1-3745-1,12-100-2489 17,10-94 4810-17,11-35 4312 1,6 2 521-1,24 30-1529 1,0 45 609 0,-10 56-1033-1,-19 5-192 1,-47-19 240 0,-21-53-95-1,-2-55-361 1,35-47-1521-1,51-22 1394 1,56-30-6035 0,-10 77-11505-1</inkml:trace>
  <inkml:trace contextRef="#ctx0" brushRef="#br2" timeOffset="127092.91">28645 5922 16323 0,'-27'-6'4401'0,"-36"-17"192"16,55 15-4729 0,17-5 1112-1,34 6-960 1,-24 24-88-1,-19-17 72 1,-19 53 0-16,-54 30-144 16,20-22 288-1,39-51 560 17,34-7-1720-17,28 8 832 1,7 26 296-1,-33 17-368 1,-47 11 184 0,-58 0-472-1,-13-15 2576 1,25-28-1768 0,48-24 112-1,24-12-448 1,48-1 56-1,38 13-592 1,22 18-1288 0,3 20 2616-1,8-28-568 1,0-42-8946 15,-94 16-1936-31</inkml:trace>
  <inkml:trace contextRef="#ctx0" brushRef="#br2" timeOffset="127270.24">28930 5803 18595 0,'-4'-30'3977'0,"1"4"632"0,1 29-3384 16,2 122-793-1,-36 113-224 1,22 31-1209-1,14-269 1001 1,34 167-456-16,50-128-3857 16,-20-62-12122-1</inkml:trace>
  <inkml:trace contextRef="#ctx0" brushRef="#br2" timeOffset="127779.14">29377 6150 15555 0,'-21'-117'6553'15,"-2"60"-2448"1,-51 77-3169 0,2 56-920-1,35 8 56 1,34-15-536 0,3-69 464-16,29 47 16 15,24-31-344 1,-5-54-8-1,-21-20 640 1,-19 11 16 0,-4 37-224-1,3 6-112 1,43-9-208 15,8 5-1128-15,-18-11 1336-1,-10-30-304 1,-5-22-456 0,-10-11 1232-1,-1 9-280 1,-8 53 232 0,-6 24-392-1,-1 92 1000 1,-33 92-1104-1,22 28-248 1,35 6-480 0,37-127-17436-1</inkml:trace>
  <inkml:trace contextRef="#ctx0" brushRef="#br2" timeOffset="128062.26">29881 6055 21060 0,'0'0'0'0,"42"-63"2152"16,-7 49-295-1,-8 54-1321 1,-13 55-352 0,-51-1-552-1,37-94 368 1,-88 50 592-16,8-36-216 15,45-57-936 1,30-39 1216 0,62-5-624-1,18 43-848 1,-15-10-17580 0</inkml:trace>
  <inkml:trace contextRef="#ctx0" brushRef="#br2" timeOffset="128310.32">30181 5707 16603 0,'0'-1'2185'15,"0"-1"3168"1,-3 7-2601 0,3 102-2640-1,-10 105 824 1,4 28-1064-1,6-240 128 1,2 235 120-16,15-107-464 16,32-136-9514-1,-31-12-1352-15</inkml:trace>
  <inkml:trace contextRef="#ctx0" brushRef="#br2" timeOffset="128444.37">30297 6043 21260 0,'0'0'0'16,"-2"-44"2441"0,44 26-1649-1,27 15-2257 1,-16 29-823 0,-49 48-16708-1</inkml:trace>
  <inkml:trace contextRef="#ctx0" brushRef="#br2" timeOffset="128590.93">30331 6181 12674 0,'0'0'0'0,"-79"16"8810"16,82-16-7338 0,61 0-495-1,73-22-2354 1,-1 6-6232 0,-104 15-2145-1</inkml:trace>
  <inkml:trace contextRef="#ctx0" brushRef="#br2" timeOffset="129154.49">30852 5748 21388 0,'0'0'0'0,"-31"-5"4513"15,41 0-4361 1,43 17-288-1,9 23-48 1,-38 2 152 0,-24-37 32-1,3 34 72-15,-28-10-216 16,-11-4 288 0,20 0-288 15,16-8 328-16,14 2-80 1,-2 11-824 0,-38 3 952-1,-28 23-624 1,33-30 240 0,28-8 296-1,56 3-48 1,0 6-128-1,-23 24 120 1,-33 2 208 0,-57 0-480-1,-40-23-112 1,1-18 1032 15,57-24-912-31,44-32-64 31,68-27-456-15,34-21-11163 0,-87 72 3169-16</inkml:trace>
  <inkml:trace contextRef="#ctx0" brushRef="#br2" timeOffset="129433.81">31167 5628 15395 0,'0'-19'2888'0,"-10"-46"2970"16,7 67-3914-1,-5 106-1744 1,-3 80 216 0,-4 13-976-1,15-201 560 1,-13 174 16-16,11-105-32 16,3-87-72-1,37-80-264 16,22-22 608-15,5 48-352 0,-8 54-584-1,-34 34-4033 1,-23 28-10498-16</inkml:trace>
  <inkml:trace contextRef="#ctx0" brushRef="#br2" timeOffset="129600.27">30924 6446 20724 0,'-13'20'2544'15,"37"32"401"1,39 3-2553 0,16 3-264-1,25-42-3080 1,-55-16-13396-1</inkml:trace>
  <inkml:trace contextRef="#ctx0" brushRef="#br2" timeOffset="129931.73">31424 6092 18627 0,'-2'-4'2713'16,"0"-13"-2529"-1,19 17 136 1,41 0 632 0,12 17-808-1,-40 24 112 1,-30-41-256 0,-33 68 192-16,-80 55-664 15,76-61 488 1,36-23 32 15,40-33 360-15,41-3-343-1,28-20-14012 1,-82 0 6761-16</inkml:trace>
  <inkml:trace contextRef="#ctx0" brushRef="#br2" timeOffset="130224.29">31794 5794 15363 0,'0'-15'5185'16,"-2"1"-2184"0,-6 60-1497-1,-30 97-1904 1,0 84 1704 0,24 31-688-1,14-258-616 1,-3 214 176-16,3-131-208 31,-4-120-112-15,5-86 128-1,41-28-168 1,20 46 424 0,8 57-176-1,-5 28-1336 1,-17 33-19581-1</inkml:trace>
  <inkml:trace contextRef="#ctx0" brushRef="#br2" timeOffset="130383.36">32006 6889 25973 0,'-4'0'-240'0,"3"14"-2008"15,5-2-11515 1</inkml:trace>
  <inkml:trace contextRef="#ctx0" brushRef="#br2" timeOffset="150244.68">5473 6625 10818 0,'-22'-22'7898'16,"6"-4"-2129"-1,-1 6-3497 1,-6 16-1616-1,-30 64-552 1,-10 23-72 0,63-83-32-16,-20 51-136 15,17-13 32 1,48-8 32 0,25 8 32-1,-3-2-80 1,-32 8 280-1,-35-18-272 17,-63 6 376-17,-18-20 336 1,28-32 41 0,32-34-625-1,52-1-2889 1,36 40-17107-1</inkml:trace>
  <inkml:trace contextRef="#ctx0" brushRef="#br2" timeOffset="150670.13">5732 6621 19732 0,'-17'0'3168'0,"-12"0"-703"15,17 68-2217 17,15 49-288-17,14 53 0 1,-8-21 24 0,-9-149 16-16,-2 67 112 15,-14-60 656 1,-23-98-360-1,31-97-176 1,33-16-320 0,28 73 32-1,-2 102-104 1,5 72 32 0,-32 73 96-1,-41-21 144 1,-33-40 416-1,-4-49 216 17,24-48-535-17,32-51-2258 1,40 39-17155-16</inkml:trace>
  <inkml:trace contextRef="#ctx0" brushRef="#br2" timeOffset="151141.1">6025 6613 16739 0,'-6'0'4065'0,"-5"-3"576"16,11 24-4033 0,6 68-344-1,6 48-120 1,-5 51-176-1,-7-188 32 1,0 151 144 0,-4-114 608-1,-22-64-120 1,2-109-568 0,21-62 25-1,26 25 15 1,14 71-136-1,-2 77-217 1,10 56 161 0,-13 45 24-1,-25 2 152 1,-47-12 361 0,-17-43 135-1,10-34-88 1,28-56-440-1,36-16-2185 17,38 51-19427-17</inkml:trace>
  <inkml:trace contextRef="#ctx0" brushRef="#br2" timeOffset="151503.31">6347 6802 22740 0,'0'0'1497'0,"-7"0"1343"15,8 0-2224 1,45-1-648-1,28-24 96 1,-35-29-17083 0</inkml:trace>
  <inkml:trace contextRef="#ctx0" brushRef="#br2" timeOffset="151779.22">6818 6413 23629 0,'-37'-10'3408'16,"5"-26"-671"-1,25 27-1857 1,13 9-2216 0,30 48-11339-1,-32-27 2449-15</inkml:trace>
  <inkml:trace contextRef="#ctx0" brushRef="#br2" timeOffset="151936.04">6839 6608 17419 0,'9'9'4217'15,"-8"23"632"1,-11 8-3993 15,12 6-872-15,1-25-3336 0,18-11-15973-16</inkml:trace>
  <inkml:trace contextRef="#ctx0" brushRef="#br2" timeOffset="152251.94">6970 6531 18547 0,'0'0'0'0,"-32"0"4721"15,32 22-2472 1,2 50-1593 0,-2 12-832-1,0-37 104 1,0-47 72-1,0 7 376-15,0-49-16 16,25-66-408 15,1 37-192-15,-10 57 80 0,-1 45 360-1,-1 38 88 1,7-9-160-1,4-41-3432 1,-2-15-15412 0</inkml:trace>
  <inkml:trace contextRef="#ctx0" brushRef="#br2" timeOffset="152534.44">7250 6388 20372 0,'0'0'0'16,"-37"0"5385"0,31-5-2584-1,12 7-2657 1,43 22-96-1,6 0-240 1,-55-24 192 0,55 42-96-16,-21-3-4857 15,-21-17-13035 1</inkml:trace>
  <inkml:trace contextRef="#ctx0" brushRef="#br2" timeOffset="152762.24">7323 6279 14803 0,'0'0'0'0,"1"-4"8569"31,-1 28-5424-15,0 51-2001-1,1 44-784 1,13 55-528-1,-14-174 168 1,7 159-20124-16</inkml:trace>
  <inkml:trace contextRef="#ctx0" brushRef="#br2" timeOffset="153087.17">7112 6441 15003 0,'-29'-8'5353'0,"3"-15"208"15,21 16-4329 1,8 34-1240 0,14 36-3160-1,-1-6-14460 1</inkml:trace>
  <inkml:trace contextRef="#ctx0" brushRef="#br2" timeOffset="153221.01">7150 6715 15835 0,'0'0'0'0,"15"6"5209"16,-13 5-792-1,-8 15-4449 1,3 19-16732-1</inkml:trace>
  <inkml:trace contextRef="#ctx0" brushRef="#br2" timeOffset="153891.26">5685 7578 17243 0,'-87'-46'8930'0,"7"81"-8274"0,-12 47-392 15,51-35-296 1,39-27-8-1,2-20 40-15,33 32 72 16,41 5-16 0,-10 2-8-1,-32 1-80 1,-47-6 328 0,-49-5 425-1,-1-31-153 1,21-43-136-1,41-16-2681 1,63 19-19435 0</inkml:trace>
  <inkml:trace contextRef="#ctx0" brushRef="#br2" timeOffset="154286.97">5710 7710 17067 0,'0'22'4057'15,"4"50"184"1,-4 43-3321 0,4 19-792-1,-2 2 64 1,-12-94 240 0,10-42-432-16,-20-19 480 15,-1-83-360 1,23-73-192-1,36 18 72 1,1 89-264 0,0 62-104-1,3 69 424 17,-37 12 192-17,-43-17 48 1,2-36 281-1,-6-44-457 1,38-52-2649 0,59-1-18524-1</inkml:trace>
  <inkml:trace contextRef="#ctx0" brushRef="#br2" timeOffset="154644.53">5962 7675 12482 0,'7'18'3697'0,"6"9"2440"15,0 49-3760 1,1 37-1833 0,-1 32-264-1,-12-39-128 17,-1-106-152-32,-11 9 1744 15,-12-82-1256 1,15-84-544-1,23-4-8 1,19 86-112 0,2 61-120-1,2 70 312 1,-27 10 104 0,-33-24 513-1,-21-26-145 1,2-18-320-1,8-39-1313 1,36 5-10153 0,14 30 1296-1</inkml:trace>
  <inkml:trace contextRef="#ctx0" brushRef="#br2" timeOffset="154818.7">6259 7777 16123 0,'20'19'3617'15,"19"2"944"1,5-12-2665 0,36-10-1504-1,8-15-9794 1,-64 11-1256-16</inkml:trace>
  <inkml:trace contextRef="#ctx0" brushRef="#br2" timeOffset="155498.57">6628 7611 19732 0,'-9'17'864'0,"23"-4"768"16,40-15-431 15,-7-38-833-15,-26-10-160-1,-34 9-224 1,13 41 16-16,-54-22-248 16,-4 25 512-1,24 60 1248 1,20 24-48 0,21-5-768-1,45-32-696 1,7-28-232-1,-1-50-2560 1,-1-62-5082 0,-30-4 4625-1,-13 15 4578 1,-12 48 4872 15,-2 24-2192-15,-3 24-3321-1,3 55-456 1,14 22-232 0,2-17 64-1,1-27-104 1,-7-31 208 0,-4-19 24-1,-6-48-48 1,-2-37 160-1,2-14-376 1,12 44 216 0,4 44-104-1,4 41-168 17,5 54 272-17,-14 9-104 1,7-30-120-1,-6-49-5281 1,-11-45-9074-16</inkml:trace>
  <inkml:trace contextRef="#ctx0" brushRef="#br2" timeOffset="155858.95">7207 7479 15971 0,'0'0'0'0,"-20"-8"7482"15,-14 33-5034 1,8 65-1976 0,13 5-144-1,23-44-208 1,-10-51-120 0,25 19-136-16,9-30 440 31,-5-48-200-16,-15-20-352 1,-13 60 320 0,-1 22-112-1,7 58 144 1,23-15-24 0,6-15-32-1,10-30-2128 1,-20-66-14420-1,-21 41 10179-15</inkml:trace>
  <inkml:trace contextRef="#ctx0" brushRef="#br2" timeOffset="156227.35">7379 7179 12114 0,'-4'-34'6626'0,"-1"11"519"31,2 37-5721-15,11 67-904-1,4 34 353 1,4 31-961 0,-16-146 88-16,11 146 32 15,-6-100-240 1,7-63 8 0,36-30-137-1,2 31 201 1,-17 62-24-1,-26 14 232 1,-54-10 224 0,-20-36 121-1,22-34-161 1,27-67-1057 15,40-58-8401-15,14 69-5041-16</inkml:trace>
  <inkml:trace contextRef="#ctx0" brushRef="#br2" timeOffset="156383.32">7588 7097 15115 0,'0'0'3977'15,"2"25"1320"1,1 71-2633 0,6 42-1848-1,16 2-696 1,-7-55-4272-1,-18-85 4152 1,19 8-17540-16</inkml:trace>
  <inkml:trace contextRef="#ctx0" brushRef="#br2" timeOffset="156702.66">7749 7379 20772 0,'-6'2'1072'0,"-10"41"1721"31,39-3-697-16,19-18-1384 1,5-19-344 0,-9-27-136-1,-38 24-232-15,14-37 193 16,-11-15-89 0,-37 19-40-1,-9 42-16 1,-3 68-96-1,27 19 272 1,22-10 304 0,37-40-136-1,15-29-168 1,3-31-464 0,-29-14-21173-1</inkml:trace>
  <inkml:trace contextRef="#ctx0" brushRef="#br2" timeOffset="159365.39">5348 8314 8561 0,'-23'-32'10203'0,"13"20"-5074"15,10 31-4233 1,16 100-448-1,6 40-392 1,-7 2 72 0,-15-161-128-16,1 105 40 15,1-101 312 1,10-59-8 0,39-53-176-1,-8 63-336 1,-1 61-48 15,-20 56 192-15,-44-5 232-1,-37-9 560 1,-10-37 192 0,28-28-543-1,27-45-666 1,34-38-4696-1,12-4-11306 1</inkml:trace>
  <inkml:trace contextRef="#ctx0" brushRef="#br2" timeOffset="159574.47">5562 8260 12602 0,'0'-4'4137'0,"-11"-16"3369"15,9 20-4074 1,3 81-2447 15,28 59-641-15,18 25-432-1,-47-165 88-15,31 163-2041 16,-2-76-10457 0,-27-87 3512-16</inkml:trace>
  <inkml:trace contextRef="#ctx0" brushRef="#br2" timeOffset="159881.37">5756 8606 17723 0,'4'0'2281'0,"8"0"3416"15,-12 29-4305 1,0 46-1040 0,14-28-264-1,7-23-120 1,-21-24 32-1,18-4 224-15,19-73-168 32,-6-3-248-17,-17 47 176 1,-12 36-128 0,0 56 144-1,3 4 88 1,22-42-368-1,13-26-3649 1,3-42-13514 0</inkml:trace>
  <inkml:trace contextRef="#ctx0" brushRef="#br2" timeOffset="160187.84">6072 8543 13218 0,'-3'0'5481'0,"-2"0"-1320"15,5 6-2320 1,11-2-1249-1,24-11-88 17,-10-14-304-17,-25 21-200-15,6-18 248 16,-19 10-152 0,-32 42-192-1,6 55 552 1,28-8 656-1,17-17-671 1,36-27-441 0,16-25 88-1,6-40-3361 1,-8-43-12947 0,-51 53 9851-1</inkml:trace>
  <inkml:trace contextRef="#ctx0" brushRef="#br2" timeOffset="160629.76">6288 8562 12962 0,'0'-5'8034'16,"-8"2"-3497"0,9 39-3985-1,12 12-264 1,11 6-248 0,-8-24-8-1,-16-30-32-15,5 0 896 16,-4-36 409-1,15-50-1129 1,19 7-312 0,7 39-3481-1,-9 48-1208 1,-22 30 3881 0,3 2 1168-1,4-4 1056 1,27 8-456-1,6 23-320 17,-36-17 520-17,-32-12 1937 1,-33-24-1137 0,-7-37-671-1,30-25-761 1,25-16-616-1,39 2-3705 1,11 20-15587 0</inkml:trace>
  <inkml:trace contextRef="#ctx0" brushRef="#br2" timeOffset="160779.88">6682 8376 21908 0,'-36'-4'4049'0,"19"-12"-960"15,15 10-2801 17,8 6-4201-17,31 30-16099-15</inkml:trace>
  <inkml:trace contextRef="#ctx0" brushRef="#br2" timeOffset="160916.38">6765 8560 15523 0,'-7'53'5857'15,"7"4"-2336"1,8-1-3169 0,19-6-2865-1,22-38-16483 1</inkml:trace>
  <inkml:trace contextRef="#ctx0" brushRef="#br2" timeOffset="161341.32">6984 8551 15819 0,'0'-5'1552'0,"-3"-41"4313"32,-19 34-2672-17,-12 45-2905 1,9 50-360 0,19-4 176-1,6-79-104-15,14 56-48 16,22-35 80-1,2-39 40 1,-8-53-72 0,-7-49 176-1,-14-60-224 1,-9-6-80 0,-6 105 288-1,3 73 1217 1,-9 93-577 15,1 72-136-31,21 5-448 31,49-13-248-15,1-88-608 0,-16-54-6906-1,-11-10-8609-15</inkml:trace>
  <inkml:trace contextRef="#ctx0" brushRef="#br2" timeOffset="161498.4">7237 8645 19548 0,'-3'0'1640'0,"1"6"1465"0,20 1-289 16,40-1-1864-1,20-6-591 1,1 0-2010-1,-79 0 1649 1,51-35-24189-16</inkml:trace>
  <inkml:trace contextRef="#ctx0" brushRef="#br2" timeOffset="161673.5">7545 8269 19740 0,'-41'-38'6433'15,"19"8"-3312"1,19 22-2193 0,9 15-2488-1,16 60-9939 1,-4-4-2256 0</inkml:trace>
  <inkml:trace contextRef="#ctx0" brushRef="#br2" timeOffset="161825.88">7528 8562 14547 0,'8'31'4361'0,"5"7"-233"32,0-2-3255-17,7-20-2082 1,18-29-17387 0</inkml:trace>
  <inkml:trace contextRef="#ctx0" brushRef="#br2" timeOffset="162138.69">7719 8419 14739 0,'-5'0'3720'16,"-14"0"2018"0,13 44-3074-1,0 31-1960 1,6-2-608 0,0-24-96-1,0-49 0 1,4 0 80-16,11-52 112 15,37-57-120 17,-19 45-248-17,-25 59 176 1,8 58 649 0,-6 24-393-1,-1-23-192 1,11-26-1433-1,-4-36-19371 1</inkml:trace>
  <inkml:trace contextRef="#ctx0" brushRef="#br2" timeOffset="162326.93">7926 8403 20356 0,'0'0'1360'0,"-10"-2"2129"16,30 2-945-1,27-2-1919 1,17-2-177 15,2-3-712-15,-66 7 264-16,30-5-7946 16,-43-19-2936-16</inkml:trace>
  <inkml:trace contextRef="#ctx0" brushRef="#br2" timeOffset="162465.79">8007 8174 22052 0,'2'3'3353'0,"1"79"200"16,-21 70-2401 0,18 52-1376-1,13 50-23037 1</inkml:trace>
  <inkml:trace contextRef="#ctx0" brushRef="#br2" timeOffset="163128.93">5368 9012 18051 0,'-3'0'1097'0,"-9"22"1343"0,18 108-343 15,6 78-1657 1,0 23 88 0,-11-83-320-1,-1-148-208 1,-2 9 1768-16,2-84-1200 16,36-75-536-1,10 49-120 1,-19 96-208-1,-13 86 280 1,-46 16 416 15,-23-48 553-15,13-47-281 0,16-24-344-1,13-24-1505 1,41-2-13082-1,-15 30 5145-15</inkml:trace>
  <inkml:trace contextRef="#ctx0" brushRef="#br2" timeOffset="163312.06">5669 9078 15515 0,'0'0'0'0,"0"-3"8570"16,-3 29-5826-1,11 83-1864 1,8 43-648 0,18 53-320 15,-34-205 88-15,33 152-3440-16,-9-93-15124 0</inkml:trace>
  <inkml:trace contextRef="#ctx0" brushRef="#br2" timeOffset="163639.76">5859 9429 17403 0,'0'0'3041'0,"-13"-1"1472"16,4 70-3401 0,13 14-968-1,23-34-56 1,-6-25 56-1,-21-24-144 1,27-16 240-16,10-58-168 16,2-24-472 15,-28 62 312-15,-10 35 104-1,-1 47-48 1,4 18 80-1,22-30-64 1,9-22-5873 0,-11-16-8778-1</inkml:trace>
  <inkml:trace contextRef="#ctx0" brushRef="#br2" timeOffset="163944.57">6127 9451 17315 0,'-9'7'2465'0,"2"11"1224"15,30 2-2953 1,28-24-208 0,3-30-248 15,-32 8-264-15,-22 26-16-16,-7-7 0 15,-42 17-72 1,-5 47 224-1,26 14 1152 1,15-9-360 0,35-20-872-1,40-10-200 1,-1-25-3768 0,-31-37-11652-1</inkml:trace>
  <inkml:trace contextRef="#ctx0" brushRef="#br2" timeOffset="164323.81">6384 9363 16083 0,'-2'-1'4465'16,"-11"-10"1312"0,13 15-5009-1,9 78-624 1,7 34 184 0,-4-32-320-1,-12-84-8 1,6 19 48-16,-2-35 272 15,20-80-111 1,10-13-233 0,16 29-1473-1,6 57-12714 17,-46 28 5905-32</inkml:trace>
  <inkml:trace contextRef="#ctx0" brushRef="#br2" timeOffset="164559.56">6622 9444 14891 0,'2'0'1592'16,"1"0"2993"0,30 3-2168-1,26 47-1113 1,-14 43-840 0,-37-16 80-1,-8-77-544 1,-32 32 1528-16,-13-46-415 15,-3-64-833 1,44-26-248 0,23 4-2441-1,29 54-17451 1</inkml:trace>
  <inkml:trace contextRef="#ctx0" brushRef="#br2" timeOffset="164680.84">6854 9297 20644 0,'-5'0'1768'0,"-25"-2"1721"15,30-5-2977 1,6 0-17043 0</inkml:trace>
  <inkml:trace contextRef="#ctx0" brushRef="#br2" timeOffset="164859.22">6919 9513 20196 0,'0'20'864'0,"0"40"1168"32,-3 12-1599-17,22-9-9707 1,-14-60 248-16</inkml:trace>
  <inkml:trace contextRef="#ctx0" brushRef="#br2" timeOffset="165253.74">7120 9413 14379 0,'-19'-17'6561'16,"-15"5"-1488"-1,8 24-4329 1,-17 62-712-1,23 30-104 1,21-16 128 0,-1-88-56-16,36 37-144 15,13-37-16 1,-5-60 232 15,-19-48-8-15,-12-43-184-1,-9-44 296 1,-7 28-16 0,-6 136 288-1,0 62 24 1,-4 104 57 0,13 36-33-1,42 4-632 1,19-16 48-1,-2-96-5090 1,-29-60-11169 0</inkml:trace>
  <inkml:trace contextRef="#ctx0" brushRef="#br2" timeOffset="165441.4">7327 9661 18667 0,'0'0'0'0,"-15"0"5762"16,23 6-3346 0,58-1-1320-1,20-1-992 1,10-2-1592 0,-35-22-17844-1</inkml:trace>
  <inkml:trace contextRef="#ctx0" brushRef="#br2" timeOffset="165795.48">7617 9418 20196 0,'-33'7'3857'0,"23"0"-3097"31,54-4 0-16,16-40-336 1,-14-1-168 0,-37 9-336-1,-9 29 80-15,-31-21 112 16,-39 24-200 0,5 46 536-1,35 31 584 1,20-1-23-1,28 0-673 1,33-37-384 0,15-22-3537-1,7-57-16747 1</inkml:trace>
  <inkml:trace contextRef="#ctx0" brushRef="#br2" timeOffset="166107.67">7825 9445 12858 0,'2'-3'7274'15,"2"-5"-1577"1,-7 44-4841 0,-1 52-464-1,4-17-128 1,3-42-280 0,-3-29 16-16,7 7-16 15,20-62 224 1,10-52-248-1,-12 22 48 1,-10 66-32 0,-6 42 256-1,-4 65-8 1,0 7-184 15,21-42-552-15,13-42-6345-1,7-43-9747-15</inkml:trace>
  <inkml:trace contextRef="#ctx0" brushRef="#br2" timeOffset="166439.09">8138 9461 12010 0,'0'0'0'0,"-8"-43"9394"16,-16 29-5081 0,1 42-3209-1,8 39-936 1,16 3 56-1,-1-70-224 1,27 31 56-16,6-28 192 16,3-60-1064-1,-12-35-1720 1,-15 16 951 15,-8 64 2001-15,-1 30 1305-1,3 56 311 1,21 16-1128 0,18-22-920-1,-1-50-2136 1,-14-57-18076 0</inkml:trace>
  <inkml:trace contextRef="#ctx0" brushRef="#br2" timeOffset="166828.01">8356 8926 17867 0,'2'-9'5249'0,"5"2"-2024"15,0 97-1697 1,-5 99-855 0,-1 12 287 15,14-27-976-16,-15-174 16-15,9 81-40 16,-6-100-128 0,30-90-344-1,7 24-193 1,-5 63 513 0,-15 52-16-1,-13 58 296 1,-49 4 48-1,-6-44 297 1,26-36 55 0,13-55-408-1,31-68-6034 1,11 46-11049 0</inkml:trace>
  <inkml:trace contextRef="#ctx0" brushRef="#br2" timeOffset="167014.07">8663 8885 16739 0,'-3'-2'8386'15,"6"26"-5297"1,-12 105-1361 0,1 49-768-1,9 3-928 1,15-9-1616-1,-16-172 1584-15,30 62-21213 16</inkml:trace>
  <inkml:trace contextRef="#ctx0" brushRef="#br2" timeOffset="167356.91">8770 9447 19980 0,'-31'20'2592'16,"12"16"649"-1,39-13-1681 1,30-21-495 0,17-42-497-1,-18-16-568 1,-49 56 0-16,16-52 176 16,-38 16-352-1,-33 34-152 1,-7 68 328-1,20 43 144 1,35-1 448 0,12-30 416-1,42-48-920 1,8-30 104 15,12-51-3465-15,-30 20-15731-16</inkml:trace>
  <inkml:trace contextRef="#ctx0" brushRef="#br0" timeOffset="173038.26">4402 8816 11594 0,'0'0'0'0,"0"-12"4377"16,-3 11-168 0,3 6-3113-1,3 101-248 1,5 97-200 15,-8-203-648-31,25 364 929 16,36 210-585-1,36 290-96 1,1 135-296 0,11-49-648-1,6-217-16900 1</inkml:trace>
  <inkml:trace contextRef="#ctx0" brushRef="#br0" timeOffset="173671.02">8963 8590 12858 0,'0'-3'856'0,"-1"33"89"15,-12 148 3624 1,10 238-689-1,26 285-2631 1,36 202-1497 0,-59-903 248-1,74 868-2145-15,-28-241-17411 16</inkml:trace>
  <inkml:trace contextRef="#ctx0" brushRef="#br0" timeOffset="174185.98">5115 10568 11346 0,'-19'-3'6073'15,"7"3"-1936"1,10 0-2264 0,3 0-1601-1,72 6 944 1,143-33 408 0,-216 27-1624-16,421-88 192 15,126-13-152 1,101-16-80-1,-32 72-80 1,-109 35-48 0,-123-11 328-1,-112-3-1080 17,-191 21-16324-32</inkml:trace>
  <inkml:trace contextRef="#ctx0" brushRef="#br0" timeOffset="174793.54">5933 10904 9490 0,'0'-19'5297'16,"-19"3"944"-1,-44 38-4113 1,-22 88-1231 15,26 36 231-15,48-59-992-1,11-87-136-15,36 64 0 16,55-48-920 0,31-18-10091-1,-92-2 2818-15</inkml:trace>
  <inkml:trace contextRef="#ctx0" brushRef="#br0" timeOffset="175153.22">6285 10919 14611 0,'0'0'0'0,"-33"-38"5217"16,-14 33-1536 0,-17 81-2849-1,50 16-568 1,19-25-80 15,-5-67-184-31,29 35 80 16,7-30-8-1,6-64-72 1,-6-23-112 0,-29 44 296-1,-7 33 280 1,0 23-520 0,15 40 208-1,35-23-208 1,4-33 24-1,-2-33-1696 1,-16-26-6082 0,-25-7-5665-1</inkml:trace>
  <inkml:trace contextRef="#ctx0" brushRef="#br0" timeOffset="175353.02">6523 10644 7977 0,'-5'-79'6274'16,"-3"1"439"-1,3 70-2304 1,-1 60-3809 0,-4 96-432-1,12 23-192 1,-2-171 24-16,30 129 24 16,8-32-248-1,-11-74-4729 1,9-53-10250-1</inkml:trace>
  <inkml:trace contextRef="#ctx0" brushRef="#br0" timeOffset="175561.17">6740 10619 9201 0,'-2'-54'7466'0,"-8"20"-680"31,7 36-4154-15,3 94-2288-1,0 42-144 1,23 11-296 0,-23-149 96-16,51 159-920 15,5-61-18028 1</inkml:trace>
  <inkml:trace contextRef="#ctx0" brushRef="#br0" timeOffset="175765.27">6961 11001 18291 0,'0'0'0'0,"-62"4"4921"15,58-2-1920 1,21-2-2769 15,65-4 56-15,21-35-736-1,-103 39 448 1,105-65-5537-16,-59 35-8618 0</inkml:trace>
  <inkml:trace contextRef="#ctx0" brushRef="#br0" timeOffset="176201.68">7324 10355 15667 0,'-17'-18'6457'0,"4"10"-3752"16,13 60-2313-1,22 109-128 1,4 15-288 0,4-24 168 15,-30-152-144-31,8 73 40 15,-8-69 432 1,0-66-504 0,40-48-96-1,5 55-88 1,-3 75 176 0,-20 64 168-1,-36 0-128 1,-36-31 456-1,10-31-8 1,5-22-40 0,20-7-472-1,29-29-1536 1,50-29-8322 0,-17 41-2641-1</inkml:trace>
  <inkml:trace contextRef="#ctx0" brushRef="#br0" timeOffset="176793.32">7719 10754 9201 0,'2'-1'1937'16,"11"-17"4624"-1,-12 12-1784 1,-11 11-3056 0,-13 67-1489-1,12 9-168 1,11-81-64-1,11 46 56-15,9-38-208 16,9-19 304 0,14-55-8-1,-13-7-88 1,-21 22 120 0,-9 48 416 15,-8 36-296-16,1 41-248 1,30-21-8 0,22-19-200-1,13-24-152 1,10-55-2089 0,7-43-711-1,-35 20 2472 1,-31 25 1328-1,-29 15 1600 1,-27 14 489 0,10 17-1921-1,-1 61-800 1,26 28 32 15,24-10-120-15,37-35-40-1,14-38-112 1,7-45-1992 0,-17-38-8347-1,-47 53 2730-15</inkml:trace>
  <inkml:trace contextRef="#ctx0" brushRef="#br0" timeOffset="177265.79">8252 10453 11610 0,'-3'-48'3849'0,"-4"-27"2352"15,4 62-2568 1,3 49-3001 0,0 98-128-1,-4 26-344 1,4-160-160 0,11 181 144-16,8 1-480 15,0-119-2224 16,23-112-5466-15,28-79 696 0,-19 4 6898-1,-23 65 5345 1,-22 45 1585 0,-12 22-4122-1,-39 43-2008 1,-15 24-176-1,4-28 88 1,33-36-80 0,23-11-200-1,20-10 537 1,29 7 175 0,21 29-256 15,21 14-472-16,8 4-464 1,11-18-16740 0</inkml:trace>
  <inkml:trace contextRef="#ctx0" brushRef="#br0" timeOffset="177369.3">8893 11019 21260 0,'0'0'0'0,"-64"4"2497"0,64-4-2497 15,-14 3-15908 1</inkml:trace>
  <inkml:trace contextRef="#ctx0" brushRef="#br0" timeOffset="177704.23">6357 11644 12554 0,'0'-9'6994'15,"9"15"-7122"1,-2 20 256 0,11-8-16460-1</inkml:trace>
  <inkml:trace contextRef="#ctx0" brushRef="#br0" timeOffset="177851.7">6705 11850 18555 0,'0'0'0'0,"-2"10"1849"16,-6 17-1017-1,5 20-1152 1,6 31-14571-1</inkml:trace>
  <inkml:trace contextRef="#ctx0" brushRef="#br0" timeOffset="178027.28">6710 12336 11018 0,'0'0'0'0,"-2"39"3465"16,-1 11 71-1,-2 10-2391 1,-6 19-1281 15,11-9-9106-15,4-57 2656-16</inkml:trace>
  <inkml:trace contextRef="#ctx0" brushRef="#br0" timeOffset="178132.03">6818 12843 19708 0,'-23'22'1424'0,"-39"33"-760"15,51-36-904 1,11-19-13435 0</inkml:trace>
  <inkml:trace contextRef="#ctx0" brushRef="#br1" timeOffset="181984.64">8926 2810 15915 0,'-3'-16'6313'16,"-2"3"-2312"-1,5 5-2841 1,5 7-944 0,54-5-56-1,44-14-112 1,-103 20-48-16,145-41 40 16,27-5 8-1,-15 3 96 1,-40 31-232 15,-62 10 32-15,-38 5 176-1,-15-4 817 1,-2 1-937 0,0 3 2488-1,-5-3-1984 1,5 3-200-1,0-3-304 1,0 25-208 0,0 10 400-1,3-4-320 1,4 34 96 0,7 62 16-1,-8 74 32 1,1 32-80-1,7-15 64 17,3-25-112-17,2 26 240 1,-3-10-192 0,-8 0 16-1,-6-4 64 1,4-3 48-1,-2-31-48 1,0 19 256 0,-4 28 0-1,1 0-384 1,-9 30 336 0,-8-1-304-1,-15 6 224 1,-1-9-240-1,-4 16-192 17,-5 10 705-17,27-21-417 1,14-33 0 0,13-4-65-1,15 9 17 1,4 16 161-1,-12 14-113 1,-9 25 0 0,-6 9 0-1,-5 27 0 1,4-5 0 0,13-39 0-1,9 2 0 1,11 3 0-1,16-9 0 17,1-27 0-17,-10-35 0 1,-14-57 0 0,-5-49 0-1,-16-72 0 1,-9-26 0-1,0 1 0 1,-3 0 0 0,-33-12 0-1,-19-22 0 1,-33-10 0 0,-18 11 0-1,-10 4 0 1,-4 14 0-1,-9 12 0 1,0-1 0 15,23-7 0-15,29-5 0 0,54 9 0-1,21 5 0 1,2 0 0-1,22-18 0 1,64-40 0 0,50-25-161-1,0-14 322 1,-29 24-161 0,-53 47 0-1,-45 31-3265 1,-62 82-10922-1,32-57 4441 1</inkml:trace>
  <inkml:trace contextRef="#ctx0" brushRef="#br1" timeOffset="182161.12">9251 11223 17699 0,'-13'5'2329'16,"-5"54"1464"-1,60 39-81 1,38 37-1847-1,31-4-1657 1,-8-30-1200 0,-103-101 992-16,57 17-22653 15</inkml:trace>
  <inkml:trace contextRef="#ctx0" brushRef="#br1" timeOffset="196772.13">10008 8184 14123 0,'-48'-8'4520'16,"0"-73"-767"0,39-89-1568-1,9-72-1505 1,-5-62-552 0,5 84 32-1,0 220-160-15,5-59 896 16,4 76-112-1,46 107 465 1,21 67-841 0,27-6-232-1,-8-67-64 1,-60-85-104 0,-55-24 128-1,-113-34-376 16,-18 8 272-15,1 4 136 0,49 12-136-1,10-7 880 1,91-2-960 0,108-64-24-1,68-78 112 1,-3 18-192-1,-50 57-336 1,-81 64 1208 0,-58 100-720-1,-69 127-400 1,-28 60 448 0,2-17 120-1,40-73 96 16,59-139-744-15,63-128-20189 0</inkml:trace>
  <inkml:trace contextRef="#ctx0" brushRef="#br1" timeOffset="197195.7">10509 7478 16875 0,'-51'24'5033'0,"48"6"-1904"16,59-21-2041 0,49-54-536-1,0-34-280 16,-68-3-160-15,-37 82-112-16,-11-67 328 16,-69 19-464-1,-22 48 256 1,25 79 761 0,52 36-57-1,38 9-64 1,46-17-472-1,30-49-112 1,15-39-120 0,-19-20-72-1,-9-68-1264 1,-42-27-7410 0,-27 59-5281-1</inkml:trace>
  <inkml:trace contextRef="#ctx0" brushRef="#br1" timeOffset="197490.99">10882 7317 9153 0,'0'0'0'0,"-39"-73"8762"16,26 20-3072-1,11 41-3170 1,26 43-1288 0,23 79 209-1,-47-110-1441 1,57 115 248-16,-11-41-64 15,-26-64 152 1,-16-70 536 0,-4-78-576-1,1-20-376 1,15 36-200 0,14 71-5153-1,16 52-14099 16</inkml:trace>
  <inkml:trace contextRef="#ctx0" brushRef="#br1" timeOffset="197816.83">11168 7113 8233 0,'0'26'5922'15,"1"31"967"1,24-20-2936 0,39-35-2041-1,16-54-343 1,-10-36-1265-1,-70 88-304 1,34-95-64-16,-51 26 80 16,-50 51-208-1,-26 64 432 1,35 46-168 0,43 24-88-1,55-8 776 1,54-29-672 15,18-32-136-15,-19-63-1392-1,-39-72-9435 1,-67 55 617-16</inkml:trace>
  <inkml:trace contextRef="#ctx0" brushRef="#br1" timeOffset="198161.62">11515 7035 13786 0,'-11'-5'2873'0,"-10"-21"4497"15,21 36-5570 1,28 50-360 0,14 33-1088-1,-2 18-104 1,-40-111-248 0,26 89 120-16,-23-77 281 15,-16-94-297 16,6-82-296-15,18-13 264 0,12 80 48-1,3 89 168 1,9 53 680 0,6 62-344-1,14-15-576 1,-13-38-112-1,-14-42-2409 1,1-73-19187 0</inkml:trace>
  <inkml:trace contextRef="#ctx0" brushRef="#br1" timeOffset="198315.93">11746 6886 18283 0,'-4'0'2329'0,"-14"-2"3312"16,36-8-3208 15,66-49-1521-15,40-18-872-1,-6 30-56 1,-118 47 16 0,59-27-3377-16,-52 30-16731 15</inkml:trace>
  <inkml:trace contextRef="#ctx0" brushRef="#br1" timeOffset="198504.44">11819 6421 19524 0,'-7'-3'5529'15,"7"6"-1336"1,11 87-2489 0,43 53-1160-1,41 65-888 1,22 104-13515 15,-117-312 13859-31,19 94-11394 0</inkml:trace>
  <inkml:trace contextRef="#ctx0" brushRef="#br1" timeOffset="198827.35">10757 8367 21420 0,'-29'-17'4313'0,"-29"-6"-1568"32,79 45-1385-17,49 87-976 1,16 52-552 0,-9-13-3857-1,-48-94-14195 1</inkml:trace>
  <inkml:trace contextRef="#ctx0" brushRef="#br1" timeOffset="199201.61">11006 8167 22652 0,'-20'-20'2865'16,"28"18"-1273"-1,38 83-832 1,-24 49-640-1,-25 21-192 17,-45-44-64-17,48-107 136-15,-62 31-104 16,14-91 104 0,40-32-104-1,45 34 80 1,2 50-184-1,-11 63 264 1,-8-8 64 0,-2-16-160-1,17-28 184 1,31-48-704 0,20-35-20220-1</inkml:trace>
  <inkml:trace contextRef="#ctx0" brushRef="#br1" timeOffset="199539.44">11118 7886 18147 0,'-2'-4'3657'16,"-2"-4"2128"0,9 18-3976-1,48 69-1897 1,35 43 920-1,24 58-488 1,-112-180-344 0,79 202-920-16,-76-135-4025 15,-50-130-7882 1,-3-47 12267 0,24 18 10434-1,18 43-4513 1,35 6-3873-1,46 4-1456 17,17 32-1768-17,-54 22-12843-15</inkml:trace>
  <inkml:trace contextRef="#ctx0" brushRef="#br1" timeOffset="199963.68">11249 8714 19412 0,'0'0'1848'0,"5"-2"2793"16,35-27-3561-1,34 4-1024 1,-14 32-32 0,-44 53-24-1,-16-60 0 1,-57 96 80-16,-18-32-112 15,26-45 48 17,49-40 8-17,75-44-152 1,31 1 72 0,-19 35-376-1,-51 28-176 1,-55 53 672-1,-48 35 144 1,20 3 344 0,44-40 232-1,57-22-135 1,53-45-497 0,11-47-2073-1,-56-6-16139 1</inkml:trace>
  <inkml:trace contextRef="#ctx0" brushRef="#br1" timeOffset="200293.45">11806 8025 21652 0,'2'-12'2401'16,"6"-5"2112"-1,-8 31-3593 1,-26 97-976-1,-4 35-336 1,-6-21-4673 0,36-125 5065-1,-31 19-7178-15,32-67 3425 16,28 2 7922 0,7 27 2169-1,27 17-3642 1,17 1-1904-1,2-6-952 17,-47-33-5841-17,-29 13-8786-15</inkml:trace>
  <inkml:trace contextRef="#ctx0" brushRef="#br1" timeOffset="200711.2">11879 7952 12074 0,'-10'-66'7314'16,"2"29"-385"-1,9 33-5417 1,28 60-799 0,26 24-625-1,-9 41-280 1,-46-121 192-16,35 108-288 16,-20-84-801-1,-12-57 369 1,-1-22 504-1,-2-3 216 17,0 2 160-17,0-22-216 1,-12-6-48 0,-12-15-80-1,-11 19 344 1,13 36 416-1,10 38 440 1,15 42-143 0,40 66-393-1,25 22-504 1,13 27-816 0,-36 26-4506-1,-36-64-12225 1</inkml:trace>
  <inkml:trace contextRef="#ctx0" brushRef="#br1" timeOffset="200939.33">12111 8449 6657 0,'-4'0'5033'0,"-22"-2"3441"0,36-14-5073 16,50 4-1657 0,13 47-1024-1,-31 46-288 1,-42-81-432-16,-12 121 1072 15,-68-14 577 1,-22-57-1081 0,18-56 168-1,34-50-832 1,48-34-3345 0,24 28-14114-1</inkml:trace>
  <inkml:trace contextRef="#ctx0" brushRef="#br1" timeOffset="201139.53">12356 7874 21148 0,'0'0'0'16,"49"-55"7274"0,-49 43-4730-1,2 49-2496 1,-19 100-208-1,-46 44-1096 1,63-181 1256 0,-41 115-8898-16,39-100-5945 0</inkml:trace>
  <inkml:trace contextRef="#ctx0" brushRef="#br1" timeOffset="201310.7">12349 8071 19884 0,'4'9'4089'16,"50"-1"-897"-1,24-4-2840 17,9 1-560-17,-44-9-7505 1,-38-1-3906-16</inkml:trace>
  <inkml:trace contextRef="#ctx0" brushRef="#br1" timeOffset="201545.27">12443 7436 21132 0,'0'-2'4625'15,"7"18"-2128"1,32 75 135 0,44 78-1328-1,30 57-1112 1,-10 62-224-1,-103-288 32-15,71 211-448 16,-39-157-4993 15,-22-50-13059-31</inkml:trace>
  <inkml:trace contextRef="#ctx0" brushRef="#br1" timeOffset="201675.86">13167 8464 24333 0,'-18'17'2600'16,"6"-5"473"-1,12-12-3073 1,-10 3-17356 0</inkml:trace>
  <inkml:trace contextRef="#ctx0" brushRef="#br1" timeOffset="211998.27">10292 10613 13786 0,'0'0'0'0,"-23"-64"7042"16,17 14-3217-1,19 20-2449 17,15 46-280-17,13 107 601 1,-41-123-1697-1,34 250 496-15,-5 32-912 16,-13-133 504 0,-23-105 32-1,-21-74 80 1,-3-126-232 0,30-89 408-1,48 19-240 1,30 97-472-1,-14 126 112 1,-15 95 464 0,-33 18-344 15,-45-28 240-15,-37-41-72-1,-24-35 136 1,50-80-872-1,62-30-9554 1,-3 86-921-16</inkml:trace>
  <inkml:trace contextRef="#ctx0" brushRef="#br1" timeOffset="212736.51">10829 10492 17571 0,'-15'-5'2233'0,"-41"-27"3720"0,4 47-3376 16,3 72-1817-1,41 39-352 17,35-13-328-17,-27-113-80-15,52 48-64 16,-23-46 296-1,-4-75-112 1,-12-45-48 0,-13 15-56-1,-4 52 80 1,2 50-112 0,14 56 216-1,31 16 16 1,7-34-200-1,7-26 40 1,-9-20-592 0,-34-12-3905 15,-13-13-1824-15,-12-5 4120-1,-11-20 3289 1,7-7 3065-1,9 27-576 1,3 28-1216 0,10 16-1801-1,26 52 264 1,9 56-408 0,11 7-472-1,-26-68 192 1,-24-49 456-1,-22-42 432 1,-5-58-1128 0,21-17 80 15,13 23 16-15,16 67-416-1,9 60-1568 1,-1 44-20893-1</inkml:trace>
  <inkml:trace contextRef="#ctx0" brushRef="#br1" timeOffset="213631.93">11362 10471 18459 0,'-3'-13'2441'0,"-21"-56"3712"0,14 31-3384 15,7 33-2233 1,3 55-584 0,13 66 160-1,-13-116-112 1,36 106-16 0,-10-55 112-1,-2-51-8 1,10-79-208-1,-23-33 288 1,-17 18-120 0,-7 67 0-1,10 44-48 1,20 62 136 0,27 5-120-1,23-52 80 1,13-32-256-1,-35-45-2048 1,-34-33-4746 0,-31 15 3585-1,-21-10 5738 17,4 24 2944-17,28 35-2384 1,15 52-2161-1,30 44-520 1,15 1-176 0,-25-32-104-1,-14-29 128 1,-11-35 472 0,-14-57-568-1,12-46 48 1,15 35-80-1,-4 62-48 1,9 56 64 0,6 52 48-1,2 1 96 17,-5-29-144-17,-12-43 16 1,-9-36 464-1,-6-67-368 1,5-30-96 0,8 30 16-1,1 58-80 1,1 31 144 0,11 59-192-1,11 4 48 1,2-27-1552-1,-12-32-9339 1,-8-24-2487 0</inkml:trace>
  <inkml:trace contextRef="#ctx0" brushRef="#br1" timeOffset="213954.93">12006 10228 11402 0,'0'-3'3353'0,"-10"-17"5393"15,5 8-5138 1,17 12-3128-1,46-4-112 1,2-47 9 0,-60 51-377-1,43-65-16-15,-37 27 344 16,-32 19-208 0,-26 31 32-1,-2 68 448 1,41 22 56-1,23-9-24 1,39-46-504 0,27-35 136-1,15-32-80 17,-5-43-2680-17,-25-23-22302 1</inkml:trace>
  <inkml:trace contextRef="#ctx0" brushRef="#br1" timeOffset="214144.64">12287 10042 21004 0,'-3'0'1736'0,"-3"0"3097"16,26-5-3488 0,65-42-761-1,14-8-600 1,-12 10-1064-1,-87 45 1080 1,19-25-20757-16</inkml:trace>
  <inkml:trace contextRef="#ctx0" brushRef="#br1" timeOffset="214302.09">12380 9710 21108 0,'-3'6'2417'16,"-6"59"2808"-1,24 24-3153 1,41 31-1880 0,23 21 208-1,-8-82-3064 1,-71-59 2664-16,39 13-20261 16</inkml:trace>
  <inkml:trace contextRef="#ctx0" brushRef="#br1" timeOffset="-214584.83">12664 9985 18531 0,'0'0'0'0,"-3"14"6122"15,23-14-3226 1,51-41-2143 0,9-31-601 15,-44 15-96-16,-36 57-56 1,-7-32-104-16,-60 22-16 16,-5 57 208-1,36 45 392 1,25-2 536 0,54-19-360-1,31-34-280 1,15-39-456-1,-10-53-1224 1,-45-22-1481 0,-30-6 1657-1,-23 10 1648 1,6 49 1761 15,10 22-1353-15,28 49-328-1,26 35 120 1,4 18-1000 0,-29-43 480-1,-20-54-304 1,-22-72-176 0,-3-34 1416-1,21-3-776 1,28 22-440-1,7 53-1656 1,7 26-23534 0</inkml:trace>
  <inkml:trace contextRef="#ctx0" brushRef="#br1" timeOffset="-214401.86">13406 9478 24237 0,'-7'0'2944'15,"4"-7"-439"1,23 7-2609 0,36-1-112-1,3-13-4945 1,-22 9-11419-1</inkml:trace>
  <inkml:trace contextRef="#ctx0" brushRef="#br1" timeOffset="-214222.3">13465 9710 19828 0,'-6'0'5321'0,"6"-7"-1120"31,43-27-3649-15,48-6-2048 0,-50 28-17284-16</inkml:trace>
  <inkml:trace contextRef="#ctx0" brushRef="#br1" timeOffset="-212638.81">14006 9324 18459 0,'-30'4'4905'0,"-37"14"-1336"31,64 8-1944-15,54-6-633 0,44-55-752-1,-6-75 144 1,-89 110-384-16,24-100 232 16,-51 42-152-1,-51 57-80 1,-6 95 24-1,46 37 696 1,47-1-80 0,53-31-256-1,27-63-352 1,20-57-112 0,-1-67-2560 15,-57-12-8851-16,-46 5 729 1,-43-11 13819 0,3 16 6977-1,25 60-3689 1,16 32-4408 0,48 54-113-1,12 43-512 1,21-1-944-1,-27-77-416 1,-48-39 673 0,-11-99-625-1,-8-41 0 1,-7 19 0 0,10 57-609 15,16 74-8569-16,39 43-5337 1,-7 24 16404 0,-30-11 5736-1,2 4-399 1,27-22-3729 0,-2-32-1913-1,28-51-688 1,-10-43-472-1,-43-8-312 1,-61 69 104 0,-22 63-400-1,11 80 304 1,38 16 376 0,39 1-256-1,40-44-79 16,14-50-161-15,4-42 0 0,-16-66-2641-1,-29-34-5481 1,-30-2 1585 0,-28 39 10810-1,7 53 3080 1,14 34-5304-1,11 56-1217 1,25 19 216 0,8-6-968-1,-20-54 32 1,-21-28 280 0,-21-87-648-1,19-67-80 16,25 13 688-15,-2 89-288 0,5 64 128-1,16 64 792 1,-4 33-823 0,4-25-161-1,-2-53-625 1,-24-55-11521-1,-11 6 47-15</inkml:trace>
  <inkml:trace contextRef="#ctx0" brushRef="#br1" timeOffset="-212450.6">15233 8658 20596 0,'-3'0'3953'0,"-3"-7"-376"15,78-22-737 16,67-39-1728-15,1 16-936 0,-39 21-592-1,-101 31 416 1,33-17-7033-16,-36 17-10427 0</inkml:trace>
  <inkml:trace contextRef="#ctx0" brushRef="#br1" timeOffset="-212257.37">15377 8263 20332 0,'-2'-2'4289'0,"-7"-3"-448"16,12 70-401-1,38 49-2575 1,44 62-865 0,32 50 0-1,-117-226 0 1,94 223-9010-1,-71-182-5025-15</inkml:trace>
  <inkml:trace contextRef="#ctx0" brushRef="#br1" timeOffset="-212101.29">16023 9172 20548 0,'-40'6'7858'15,"37"1"-5938"1,9 2-1936-1,-6 27-20540 1</inkml:trace>
  <inkml:trace contextRef="#ctx0" brushRef="#br1" timeOffset="-211337.66">5421 12089 17819 0,'-20'-3'5473'15,"-16"-21"-31"1,24 13-4578-1,20 32-824 1,39 42-1777 0,-7 19-10353-1,-23-34 399 1</inkml:trace>
  <inkml:trace contextRef="#ctx0" brushRef="#br1" timeOffset="-211213.04">5477 12400 7441 0,'0'0'0'0,"-9"83"10090"15,2-37-5417 1,11-3-3176 15,17 19-2962-15,-2-34-13106-16</inkml:trace>
  <inkml:trace contextRef="#ctx0" brushRef="#br1" timeOffset="-211043.8">5633 12343 21524 0,'-19'-9'3865'16,"32"-3"-3313"-1,62-9-368 1,31 8-824 0,1-6-9178-1,-83 19 320-15</inkml:trace>
  <inkml:trace contextRef="#ctx0" brushRef="#br1" timeOffset="-210756.58">5956 12182 15691 0,'-72'-30'7041'16,"4"-10"-3744"0,-5-21-984-1,7-26-1561 1,33-1 360-1,30 52-528 1,3 36-584-16,14 24 232 16,33 106 192-1,-10 120 208 1,7 65-648 0,-4-53-1560-1,33-175-22613 1</inkml:trace>
  <inkml:trace contextRef="#ctx0" brushRef="#br1" timeOffset="-210257.09">6425 12329 15099 0,'-21'0'4185'0,"-29"0"2192"0,44 7-4577 15,27 29-1536 17,50-25 56-17,7-47 97 1,-78 36-417-16,49-65 360 16,-35 5-192-1,-42 21 16 1,-21 33-200-1,-8 73 32 1,38 39 560 0,35 9-152-1,39-39-288 1,29-30 96 0,-1-45-1952-1,-28-75-23974 1</inkml:trace>
  <inkml:trace contextRef="#ctx0" brushRef="#br1" timeOffset="-210031.19">6817 12202 16715 0,'-8'-15'6353'16,"5"8"-3408"-1,25 50-1569 1,27 35-311-1,6 0-633 1,-25-53-8 0,-30-25-424-16,10 6 960 15,-7-54 184 1,13-67-1144 0,11-29-3601-1,9 71-17491 1</inkml:trace>
  <inkml:trace contextRef="#ctx0" brushRef="#br1" timeOffset="-209710.81">7120 12152 14971 0,'4'58'5753'16,"13"-13"-1672"0,30-20-2705-1,24-32-56 1,-6-54-976-1,-39-15-640 1,-26 76 296-16,-17-57 384 16,-37 40-592-1,-6 55 400 1,26 48-224 0,32-1 80-1,45-20-24 1,23-39-320-1,-5-45-9818 17,-34 2-4465-32</inkml:trace>
  <inkml:trace contextRef="#ctx0" brushRef="#br1" timeOffset="-209432.08">7439 12215 14259 0,'0'0'6785'15,"-9"44"-3224"1,9 23-2409-1,3 8-840 1,6-47-64 0,-5-32 688-1,-4 4-936-15,3-82 248 16,24-35-352 0,6 14 152-1,-15 69-120 1,-3 56 1105-1,10 49 263 17,9-24-1400-17,-12-22 296 1,-3-28-3953 0,-7-23-15595-1</inkml:trace>
  <inkml:trace contextRef="#ctx0" brushRef="#br1" timeOffset="-209258.65">7621 12054 17643 0,'10'-10'6442'16,"4"10"-4114"-1,38 3 369 1,39-27-1817 0,6 0-832-1,-25 9-672 1,-72 15 624-1,20-8-12851-15,-20 8 2401 16</inkml:trace>
  <inkml:trace contextRef="#ctx0" brushRef="#br1" timeOffset="-209092.42">7743 11747 21196 0,'-3'0'2905'15,"-3"19"527"1,4 88 137-1,21 50-2497 1,33 82-1040 0,11 70-12034-1,-49-232-681-15</inkml:trace>
  <inkml:trace contextRef="#ctx0" brushRef="#br1" timeOffset="-208642.37">8311 12254 19660 0,'-35'-7'5321'0,"32"4"-4345"31,36-6-760-15,47 0-288-1,10-5-1256 1,-53 14-14220-16</inkml:trace>
  <inkml:trace contextRef="#ctx0" brushRef="#br1" timeOffset="-208498.18">8421 12405 22188 0,'0'0'0'0,"7"14"2033"15,57-3-81 1,58-51-1296-1,10 4-17819 1</inkml:trace>
  <inkml:trace contextRef="#ctx0" brushRef="#br1" timeOffset="-208180.12">8942 12182 15195 0,'-19'-5'2432'0,"-32"-31"2641"15,51 29-2536 1,26 5-2057 15,17 2 72-15,15 3-680 0,-58-3 128-16,47 9-19396 15</inkml:trace>
  <inkml:trace contextRef="#ctx0" brushRef="#br1" timeOffset="-208027.16">9006 12283 19444 0,'0'-1'2992'16,"23"-1"-1863"0,56-5-689-1,31-11-6202 1,-79 14-4976-1</inkml:trace>
  <inkml:trace contextRef="#ctx0" brushRef="#br1" timeOffset="-207689.81">9483 12341 19300 0,'0'0'0'0,"-32"-68"5473"16,28-15-2857 0,50-4-1944-1,17 32-503 1,8 54 39 0,-71 1-208-1,79 69 536-15,-14 30 96 16,8-34-320-1,18-55-104 1,9-72-176 0,-54-5-1528 15,-42 57-20477-31</inkml:trace>
  <inkml:trace contextRef="#ctx0" brushRef="#br1" timeOffset="-206351.14">7227 12979 17795 0,'-39'-7'5481'0,"-2"-1"-2800"16,29 34-1649-1,12 80-368 1,12 67 345-1,-1 79-289 1,-11-252-720 0,19 258 320-16,8-41-48 15,-11-100-256 17,-10-110 352-17,-19-14 1144 1,-35-66-1272-1,-13-35-272 1,-1 18 32 0,17 24 0-1,33 47 352 1,12 16-224 0,46-10-464-1,61-3 592 1,22-7-192-1,-9-11-432 1,-61 28 400 0,-43 23 48 15,-23 30-144-15,-39 28 80-1,-6 15-336 1,20-28 136-1,32-43-13507 1,4-23 1953-16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v"/>
          <inkml:channel name="T" type="integer" max="2.14748E9" units="dev"/>
        </inkml:traceFormat>
        <inkml:channelProperties>
          <inkml:channelProperty channel="X" name="resolution" value="936.20001" units="1/cm"/>
          <inkml:channelProperty channel="Y" name="resolution" value="1589.0882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6-01T11:23:43.116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00FF"/>
    </inkml:brush>
    <inkml:brush xml:id="br2">
      <inkml:brushProperty name="width" value="0.05292" units="cm"/>
      <inkml:brushProperty name="height" value="0.05292" units="cm"/>
      <inkml:brushProperty name="color" value="#00FF00"/>
    </inkml:brush>
    <inkml:brush xml:id="br3">
      <inkml:brushProperty name="width" value="0.05292" units="cm"/>
      <inkml:brushProperty name="height" value="0.05292" units="cm"/>
      <inkml:brushProperty name="color" value="#FFFF00"/>
    </inkml:brush>
    <inkml:brush xml:id="br4">
      <inkml:brushProperty name="width" value="0.05292" units="cm"/>
      <inkml:brushProperty name="height" value="0.05292" units="cm"/>
      <inkml:brushProperty name="color" value="#FFFFFF"/>
    </inkml:brush>
    <inkml:brush xml:id="br5">
      <inkml:brushProperty name="width" value="0.05292" units="cm"/>
      <inkml:brushProperty name="height" value="0.05292" units="cm"/>
    </inkml:brush>
  </inkml:definitions>
  <inkml:trace contextRef="#ctx0" brushRef="#br0">7055 2427 13834 0,'0'0'0'0,"-10"-1"8338"16,1-12-4153 0,9 9-1736 15,-2 2-929-16,2-3-776 1,0 5-744 0,8-15 376-16,11 4-248 15,17 5-408 1,1 0 336 0,6 4 184-1,14-3-336 1,29 0-608-1,16-5 1472 1,0-7-912 0,-21 1 240-1,-30 8-32 17,-38 5-32-17,-8 3-32 1,-5 0 0-1,0 0 0 1,0 0 0 0,0 0 0-1,0 0 0 1,0 3-23197-16</inkml:trace>
  <inkml:trace contextRef="#ctx0" brushRef="#br0" timeOffset="1569.18">7472 2014 14675 0,'2'-2'2664'0,"15"-3"3506"16,-1-3-2618-1,-16 5-2976 1,2 3-384 0,34 3 417 15,-36-3-609-31,54 15 24 15,8 9 128 1,1 14-224 0,-13 4 96-1,-21-12 384 1,-15-11-184 0,-11-6 600-1,-23 9-96 1,-30 36-1824-1,-35 73-22237 1</inkml:trace>
  <inkml:trace contextRef="#ctx0" brushRef="#br0" timeOffset="4319.47">7087 2270 11322 0,'0'0'2520'0,"0"-8"4746"15,1 2-3025 17,-3 1-3505-17,21-4-360 1,49-3 224 0,-68 12-600-16,116-5 88 15,35 12-40 1,7 17-368-1,-55-14-17708 1</inkml:trace>
  <inkml:trace contextRef="#ctx0" brushRef="#br0" timeOffset="6330.57">8263 2086 14739 0,'12'-8'5745'16,"1"-15"-584"-1,-19 7-2873 1,-26 12-1471 0,-8 7-529-1,2 23-152 1,38-26-136-16,-15 10-376 16,13 5 136-1,26 22 0 1,16 13 56-1,-1 16 200 1,-22-4-72 15,-33-26 320-15,-37-14 400 0,-10-14-352-1,28-33-760 1,33-22-4601-1,43 15-14388 1</inkml:trace>
  <inkml:trace contextRef="#ctx0" brushRef="#br0" timeOffset="6732.79">8458 2060 16555 0,'0'0'0'0,"0"0"6930"16,-3 8-4930-1,-1 50-1456 1,8 72-528 0,14 116-232 15,-14-159 288-15,-4-87-72-16,-9 16 848 15,-24-48-400 1,6-83-504-1,27 27 608 1,26-25-536 0,13 26-32-1,-1 66-392 1,-9 52 480 0,-15 24 224-1,-17-13 112 1,-23-29-7-1,-6-13-713 1,26-42-7682 0,11 14-8298-1</inkml:trace>
  <inkml:trace contextRef="#ctx0" brushRef="#br0" timeOffset="7139.85">8734 2074 17843 0,'0'0'969'0,"0"18"3151"16,0 35-1967-1,0 34-1113 1,5 103-1176 0,-4-61-120-1,-1-129 256 1,-17 54 624-16,4-55 592 15,-4-70-1080 1,17-21 72 15,23-40-64-15,20 3-144 0,-2 80-24-1,-19 58 8 1,-4 47 401-1,-16 2-225 1,-17-24 72 0,-22-21 248-1,-3-15-1232 1,13-32-9635 0,27 29-191-1</inkml:trace>
  <inkml:trace contextRef="#ctx0" brushRef="#br0" timeOffset="7328.43">8936 2251 16123 0,'0'5'2745'16,"0"9"3024"0,23 2-2657-1,43-4-2527 1,24-18-1490-1,-21-6-18187 1</inkml:trace>
  <inkml:trace contextRef="#ctx0" brushRef="#br0" timeOffset="7564.14">9374 1967 19412 0,'-3'-5'7449'0,"-1"-23"-5032"31,1 6-1737-15,0 18-1856-1,9 26-9011 1,-2-8-639-16</inkml:trace>
  <inkml:trace contextRef="#ctx0" brushRef="#br0" timeOffset="7710.65">9391 2138 20284 0,'0'0'2256'16,"0"10"849"-1,0 22-2825 1,6 20-408-1,8-8-6713 1,1-24-7234 0</inkml:trace>
  <inkml:trace contextRef="#ctx0" brushRef="#br0" timeOffset="8064.15">9539 2127 16987 0,'0'0'3153'16,"0"0"-3153"-1,0 6 5225 1,1 31-4761 0,12 18-320-1,-6 2-16 1,-7-57-128-16,2 31 328 16,-2-27 136-1,2-45-672 1,11-36 64-1,20 9 104 1,-17 47 312 0,-6 29 384 15,5 45 41-15,3 13-745-1,11-11 7 1,1-28-2799-1,3-20-14684 1</inkml:trace>
  <inkml:trace contextRef="#ctx0" brushRef="#br0" timeOffset="8981.83">9729 1946 16371 0,'2'-4'4153'0,"3"-12"1928"16,-2 7-4008-1,-1 9-2513 1,18 36-1985 0,10 14-16027-1</inkml:trace>
  <inkml:trace contextRef="#ctx0" brushRef="#br0" timeOffset="9144.18">9895 2141 14595 0,'0'0'4953'16,"-5"7"-1016"0,-4 21-3297-1,9 11-1104 1,10-3-16780 0</inkml:trace>
  <inkml:trace contextRef="#ctx0" brushRef="#br0" timeOffset="9341.82">9958 2133 16643 0,'-3'0'3665'0,"-2"0"912"16,6-3-3601 15,40-9-552-15,28-2-280-1,10 4-144 1,-79 10 0-16,71-13-4777 16,-55 6-9394-16</inkml:trace>
  <inkml:trace contextRef="#ctx0" brushRef="#br0" timeOffset="9499.12">10087 1905 19908 0,'-3'0'2992'0,"-4"7"281"16,7 54-1040 0,10 84-2097-1,36 96-19541 1</inkml:trace>
  <inkml:trace contextRef="#ctx0" brushRef="#br0" timeOffset="11700.41">4018 3234 10290 0,'0'0'0'0,"3"-12"3969"15,3 9-1913 1,19 14-456 0,23 14 241-1,-10 0-729 1,-38-25-1112-1,20 11 864-15,-3-8-408 16,-7-6 328 0,3-11-111-1,23-8-497 1,13 18 296 0,5 31-72 15,20 8-432-16,-3-14 312 1,-7-6-80 0,-22-15-136-1,-7-8 96 1,4-6-104 0,4 1-48-1,-1 11-120 1,12 4 184-1,2 7-144 1,0-5 200 0,-2-6 16-1,-3-18 8 1,-13-5 96 0,0 8-280 15,-15 5 48-16,14 11 168 1,12 15-240 0,8 8 24-1,-6-12 64 1,-4-6 80 0,-7-2 48-1,0-4 0 1,-3-9-48-1,2-4-144 1,-3 7 120 0,14 16 0-1,5 12 32 1,-10-7 8 0,15-1-232-1,17-12 280 16,8-9 56-15,-8-7-200 0,-10 8 96-1,-1 11-232 1,7 2 104 0,15-10 88-1,13-22-112 1,-4 13-9842-1,-78 14-1104-15</inkml:trace>
  <inkml:trace contextRef="#ctx0" brushRef="#br0" timeOffset="21716.51">8576 4734 7977 0,'0'0'0'0,"-19"-9"10714"15,5 1-5088 1,11 1-2834 0,3 2-1751-1,4 5-665 1,-4 0-376-1,14 0 480-15,-1 0-16 16,0 2-48 0,0 11-264-1,4-5 64 1,0 3-168 15,3-7 72-15,0 1 96-1,-1-5-16 1,0-1-16 0,2 1-40-1,14 6-96 1,-1-6 104 0,3 0-56-1,2 0 16 1,3 0-48-1,9 2-80 1,0-2 296 0,2-5-88-1,-21-2-112 1,23-4 48 15,-4 6-96-15,-17 2-416-1,33-14 1072 1,-4 13-656 0,-4-2 0-1,-8 0 0 1,-21 3-64 0,28 3 32-1,-16 3 16 1,-4 3 0-1,12 0 17 1,0 0-33 0,-11-4-81-1,2-2 113 1,3 7 17 15,-2-1-49-15,14-6 0-1,1 6 0 1,-4 0 0 0,-1-3 0-1,3-3 0 1,5 0 0 0,2 0 0-1,-1 6 0 1,0 3 0-1,-3 0 0 1,-9-2 0 0,0-2 0-1,-9 4 0 1,7-6 0 0,5-3 0 15,-9 0 0-16,8 3 0 1,-1-4 0 0,13-4 0-1,2-4 0 1,-11 7 0 0,6 2 0-1,-14 0 0 1,-10 0-49-1,-2 0 65 1,1 0 17 0,-6-3-33-1,4 1 0 1,2 7 0 0,-5-5 0-1,7 3 0 16,0 1 0-15,-1-5 0 0,-2 1 0-1,-11 0 0 1,-1-6 0 0,-7 3 0-1,-9 3 0 1,-3-2 0-1,-1 2 0 1,-2-2 0 47,1-1-3265-17,23-26-18484-30</inkml:trace>
  <inkml:trace contextRef="#ctx0" brushRef="#br0" timeOffset="22214.52">11421 4721 12962 0,'-17'-1'5898'15,"-3"-8"-945"1,13 5-2049 0,8-1-1984-1,46-28 129 1,26-43-553-1,-73 76-496 1,94-84 248-16,7-9-56 16,-46 34-176-1,-27 32 0 1,-20 20 80 0,-8 7-96-1,-12 15-864 1,-21 49-9467 15,31-43-855-31</inkml:trace>
  <inkml:trace contextRef="#ctx0" brushRef="#br0" timeOffset="22405.84">11660 4707 16395 0,'-4'0'4433'16,"4"-5"-304"-1,10-23-1993 1,40-19-855 0,18-16-729-1,1 8-472 1,-69 55-80-16,57-38-200 16,-31 27-21165-1</inkml:trace>
  <inkml:trace contextRef="#ctx0" brushRef="#br0" timeOffset="23354.97">12220 3937 17339 0,'0'0'0'0,"-20"-31"6666"0,11 23-3506 16,-4 33-2792 0,-22 69-192-1,-19 8-136 1,54-102-40-1,-27 65-56 1,9-53 72 0,12-9 0-1,26 9-104 1,39 22 352 0,28-10-71-1,7 7-242 1,-32-6 130-1,-55-12-546 1,-30-19-4360 0,-41-51-5153-1,1 14 6642 1,9 7 9281 0,23 10 2033-1,17 13-4458 16,39-14-2351-15,87-42-345 0,56 1 208-1,17 29-368 1,-19 37-512 0,-42 11-104-1,-65-2-80 1,-50-2 264-1,-9-5-232 1,-9 0-32 0,-7 6-22709-1</inkml:trace>
  <inkml:trace contextRef="#ctx0" brushRef="#br0" timeOffset="26393.98">13147 3708 4536 0,'2'-5'3065'0,"1"-13"800"16,1-9-416 15,3 12 552-15,-6 3-377-1,-1 9-1695 1,0 3-1929-16,7 57 2816 15,-5 87-1367 1,-11 43-1041 0,2 0-488-1,13-106-416 1,1-81-5802 0,10-35-9281-1</inkml:trace>
  <inkml:trace contextRef="#ctx0" brushRef="#br0" timeOffset="26817.57">13254 3762 14691 0,'0'-17'3312'0,"-6"-51"1977"31,30 25-2864-15,23 28-1873-1,2 36-160 1,-38 57-160-1,-11-78-232 1,-41 126 184-16,-35-38-96 16,39-63 104-1,27-27 304 1,27-25-688 0,51-21 328-1,15 42-296 1,-13 48 88-1,-35 33 112 1,-40 16 344 0,-56-18 553 15,-26-42-129-15,4-31-368-1,38-36-344 1,42-18-1344-1,55 11-20245 1</inkml:trace>
  <inkml:trace contextRef="#ctx0" brushRef="#br0" timeOffset="27368.06">13614 3653 11914 0,'1'-2'1904'0,"-1"-36"4394"0,0 26-2041 32,2 27-2473-17,13 69 1169 1,-3 54-2009-1,-12-138-944 1,17 138 48-16,-7-20-24 16,0-45-1368-1,4-54-18781 1</inkml:trace>
  <inkml:trace contextRef="#ctx0" brushRef="#br0" timeOffset="27764.61">13890 3840 14010 0,'0'0'0'0,"-17"-13"10651"31,8 20-8147-15,7 73-2152-1,7 15-128 1,14 5-112-1,-19-100-112 1,17 35-128-16,-3-35 336 16,13-65 57-1,2-29-209 1,-6 27-72 0,-13 52-56-1,-10 17 16 1,10 50 560-1,6 7-264 1,10-20-136 0,11-30-40 15,9-25-1641-15,-6-13-17619-16</inkml:trace>
  <inkml:trace contextRef="#ctx0" brushRef="#br0" timeOffset="28178.66">14272 3918 15627 0,'-1'0'4113'0,"-9"5"2016"16,13-5-4961-1,30 9-728 1,5-18 72 0,2-18-247-1,-40 27-265 1,9-35 184 0,-24 1-56-1,-21 15-8 1,-15 38-192-1,14 43 344 1,20 25 560 0,18-10-112-1,27-32-400 1,18-29-272 0,17-12-136-1,36-45-3361 1,-27-14-16779-1</inkml:trace>
  <inkml:trace contextRef="#ctx0" brushRef="#br0" timeOffset="28378.63">14517 3859 11250 0,'-16'0'10074'15,"9"-1"-4009"1,13-4-4360-1,60 1-1401 1,27-11 88 0,-5 10-464-1,-88 5 72-15,58-16-4329 16,-28 2-15931 0</inkml:trace>
  <inkml:trace contextRef="#ctx0" brushRef="#br0" timeOffset="28565.15">14702 3595 19332 0,'0'0'1688'0,"-6"-3"4081"16,0 28-3248-1,3 74-1145 17,3 42-1064-17,13 4-328 1,-13-145 16-16,30 128-2232 15,12-91-18765 1</inkml:trace>
  <inkml:trace contextRef="#ctx0" brushRef="#br0" timeOffset="28845.35">14934 3869 18868 0,'0'-21'2000'15,"4"-29"2073"1,22 33-2969-1,9 29-1032 1,3 46 704 0,-29 14-528-1,-9-72-248 1,-24 52 360-16,-29-22 305 31,1-35-265-15,28-38-112-1,26-22-648 1,45 14-2233 0,-1 37-15947-1</inkml:trace>
  <inkml:trace contextRef="#ctx0" brushRef="#br0" timeOffset="29114.83">15193 3812 16899 0,'0'0'0'0,"7"-8"4529"15,1 0-1584 1,19 20-2193 0,1 28 336-1,-17 10-368 1,-11-50-720 0,-20 36 832-1,-29-13-263 1,5-18 159-1,6-35-224 1,30-25-584 0,44-17-896-1,27 24-20309 1</inkml:trace>
  <inkml:trace contextRef="#ctx0" brushRef="#br0" timeOffset="29314.12">15331 3760 19140 0,'0'0'0'0,"-3"0"5385"16,5-3-2161-1,44-2-1791 1,55-15-825 15,24-11-680-15,-125 31 72-16,47-10-1344 15,-31-6-20005 1</inkml:trace>
  <inkml:trace contextRef="#ctx0" brushRef="#br0" timeOffset="29523.06">15462 3550 19804 0,'0'-2'2776'0,"-6"10"2409"16,6 63-2992-1,12 29-1433 1,6 26-792 0,-5-24-232-1,-13-102 264 1,3 25-5937-16,2-30-10515 16</inkml:trace>
  <inkml:trace contextRef="#ctx0" brushRef="#br0" timeOffset="29885.8">15639 3362 21508 0,'0'-11'2865'15,"0"-3"1568"1,0 36-3033 0,3 67-272-1,3 64-560 1,-8 60-632-1,2-213 64 1,-11 143 16-16,4-127-32 16,15-37-32-1,30-69 96 1,14-27-128 15,-14 57 144-15,-16 54-264-1,-1 64 576 1,7 34-152 0,10-21-384-1,-1-28-20188 1</inkml:trace>
  <inkml:trace contextRef="#ctx0" brushRef="#br0" timeOffset="30425.71">16580 3399 17707 0,'-9'-4'4785'16,"-3"-1"-488"0,7 93-2144-1,8 85-1489 1,5 24-400 0,-2-26-840-1,-6-171 576-15,2 70-5129 16,0-82-10795-1</inkml:trace>
  <inkml:trace contextRef="#ctx0" brushRef="#br0" timeOffset="30679.98">16644 3501 18740 0,'0'-16'2320'0,"7"-46"2153"16,38 45-3257 15,30 53-640-16,-9 78-224 1,-60 46 121 0,-6-160-473-1,-72 158 944-15,-23-59 232 16,26-61-280 0,51-47-584-1,20-52-1688 1,31-58-15596-1</inkml:trace>
  <inkml:trace contextRef="#ctx0" brushRef="#br0" timeOffset="31045.33">16936 3791 19772 0,'0'4'2480'0,"-7"15"1841"31,24-16-2296-15,44-6-1225 0,10-40-392-1,-38-16-192 1,-33 59-216 0,0-53 248-16,-53 11-16 15,-10 32-392 1,24 62 888-1,2 68-784 1,36-1 456 0,28-36 344-1,39-46-1000 1,23-24-312 0,14-57-5585 15,-49-1-13219-31</inkml:trace>
  <inkml:trace contextRef="#ctx0" brushRef="#br0" timeOffset="31320.75">17264 3738 18555 0,'-8'-8'4025'15,"-8"-13"1016"1,13 21-3536 0,10 77-593-1,19 24-480 1,8-9-480-1,-34-92 48-15,25 37 0 16,-15-35 368 0,-3-54 544-1,10-35-552 1,9 3-136 0,0 19-592 15,5 27-10938-16,-24 33-969-15</inkml:trace>
  <inkml:trace contextRef="#ctx0" brushRef="#br0" timeOffset="31460.91">17615 3485 20204 0,'-7'-16'3841'15,"-20"-21"696"1,14 29-4129-1,13 36-3009 1,5 36-17803 0</inkml:trace>
  <inkml:trace contextRef="#ctx0" brushRef="#br0" timeOffset="31623.5">17625 3651 15875 0,'0'13'4041'0,"-9"53"1360"31,-2 17-1592-15,11-14-3201 0,11-14-624-1,36-44-5329 1,-11-31-11451-16</inkml:trace>
  <inkml:trace contextRef="#ctx0" brushRef="#br0" timeOffset="31856.87">17884 3668 18764 0,'-3'-4'1392'0,"-24"-23"4041"16,-6 26-1848-1,10 61-2305 1,6 23-864 0,27-28-152-1,-10-55-264 1,50 28 16-1,19-19-1496 1,11-46-9571 0,-62 21 49-16</inkml:trace>
  <inkml:trace contextRef="#ctx0" brushRef="#br0" timeOffset="32165.09">18060 3694 12810 0,'-14'-5'7930'16,"4"0"-1473"-1,7 8-4336 1,27 6-1169-1,36-6-320 1,6-13-336 0,-66 10-296-1,44-33 80-15,-32-7-192 16,-36 5-304 0,-43 29 168 15,-24 74 496-16,28 23 56 1,46 4-424 0,34-37 776-1,36-24-248 1,30-28 56 0,25-48-1104-1,-8-6-22421 1</inkml:trace>
  <inkml:trace contextRef="#ctx0" brushRef="#br0" timeOffset="32607.21">18624 3593 24701 0,'-13'-4'2072'0,"-1"-14"753"31,11 33-1953-15,3 62-752-1,6 31 24 1,1-12-240 0,-7-96 96-1,0 25 80-15,4-44 56 16,22-82-104-1,30-39-96 1,-10 54 80 0,-23 75-16-1,-11 35 144 1,-2 47 152 0,6 8-296-1,18 5-504 16,4-43-4441-15,0-76-18100 0</inkml:trace>
  <inkml:trace contextRef="#ctx0" brushRef="#br0" timeOffset="33435.78">19094 3577 15187 0,'0'-61'4065'15,"-32"16"2272"1,-21 56-3688-1,10 63-2065 1,37 13-400 0,27-5-8-1,-21-82-176-15,44 34 32 16,2-36 64 0,2-63 40 15,-29-8-32-31,-14 45-120 31,-5 25 16-15,-4 26 216-1,11 33 88 1,31-20-416 0,8-25-160-1,-1-29-4417 1,-25-27-4473-1,-11-11 6337 1,-9 13 8234 0,-3 3 545-1,3 33-3082 1,0 32-1471 0,0 33-545-1,-6 27-488 16,2 16-232-15,4-61-440 0,6-56 392-1,34-81-24 1,3-23 152 0,2 26-416-1,-36 75 280 1,-9 39-128-1,2 49 168 1,-1-7 16 0,9-25-8-1,-1-25-288 1,-5-12 304 0,6-45-72-1,26-39-176 1,11 6 104 15,-18 54 80-15,-24 33 56-1,0 59 392 1,6-5-512 0,15-12-224-1,8-33-3177 1,8-64-13546-1,-31 32 9553-15</inkml:trace>
  <inkml:trace contextRef="#ctx0" brushRef="#br0" timeOffset="33762.53">19773 3487 16307 0,'0'-2'5201'0,"-2"-1"-1120"16,4 9-2097 0,42 4-1063-1,28-10-441 1,-3-27-88 15,-69 27-392-31,36-37 288 16,-29-12-560-1,-34 22 0 1,-45 18-312 0,29 44 928-1,6 45 184 1,18 25 992-1,28-18-1368 1,38-29-920 0,15-34 1600-1,21-30-456 1,3-57-19900 0</inkml:trace>
  <inkml:trace contextRef="#ctx0" brushRef="#br0" timeOffset="34543.91">20470 3394 18579 0,'-4'-5'2577'0,"-7"-26"1560"15,5 22-1232 1,-3 16-2473 15,-19 56-344-15,-37 16 0 0,65-79-88-16,-56 55 80 15,37-31-168 1,23-24-288-1,43 9 288 1,16 6 192 0,20 21-16-1,17-7-72 1,-17-15 40 0,-48-15-1505-1,-17-14-20699 1</inkml:trace>
  <inkml:trace contextRef="#ctx0" brushRef="#br0" timeOffset="34802.07">20489 3482 17339 0,'-7'-1'3689'16,"-5"-5"1424"-1,9 0-3209 1,28 13-975 0,89-1 471-1,-8-22-1248 1,-106 16-152 0,146-21-872-16,-46 15 1360 15,-53 22-6873 1,-42-10-7066-1</inkml:trace>
  <inkml:trace contextRef="#ctx0" brushRef="#br0" timeOffset="41834.44">21349 3161 15691 0,'0'0'0'0,"29"-24"7505"15,-28 13-4184 1,-1 24-1993 0,-30 89-247-1,-28 52-689 1,58-154-392-1,-74 161-432-15,25-95-5442 16,41-87-13746 0</inkml:trace>
  <inkml:trace contextRef="#ctx0" brushRef="#br0" timeOffset="41997.43">21282 3384 16779 0,'2'-9'5689'16,"29"9"-1600"-1,38 13-2408 1,25-3-1529 15,-36 32-497-15,-79 27-18683-1</inkml:trace>
  <inkml:trace contextRef="#ctx0" brushRef="#br0" timeOffset="42136.24">21102 3762 21044 0,'-29'17'3897'15,"10"-8"16"1,51 1-3313 0,94-9-120-1,46-38-1408 1,-29 13-21253 0</inkml:trace>
  <inkml:trace contextRef="#ctx0" brushRef="#br0" timeOffset="42545.97">21627 3385 23348 0,'-12'-1'2641'16,"-7"-17"1272"0,19 18-3913-1,12 57 1344 1,3 2-1472-1,-15-37 96 1,0-22 32 0,-6-3 376-16,2-73-312 15,45-35-656 1,21 33 432 0,-25 73-1672-1,-7 84 2344 16,-31 29 40-15,-38-19-48 0,-8-41-176-1,24-44-16 1,20-10-424 0,50-31-152-1,24-1-5537 1,-60 3-10219-16</inkml:trace>
  <inkml:trace contextRef="#ctx0" brushRef="#br0" timeOffset="42917.63">21920 2991 19396 0,'-4'-1'4905'0,"-14"-12"632"15,18 27-4617 1,13 79-432 15,17 50-976-15,-3 56 1664-1,-27-199-1176-15,4 201 208 16,-7-153-1264 0,-21-67-3745-1,14-100-7233 1,21-19 7753-1,4 73 13459 1,-10 56-2641 0,8 9-5217-1,59 5-616 1,15-28-6121 0,-90-3-5561-1</inkml:trace>
  <inkml:trace contextRef="#ctx0" brushRef="#br0" timeOffset="43092.95">22243 3105 24701 0,'0'0'0'0,"-24"2"3256"16,45-2-2751-1,70-11-681 1,-19 2-16292 0,-54 9 8098-1</inkml:trace>
  <inkml:trace contextRef="#ctx0" brushRef="#br0" timeOffset="43462.46">22284 3262 17667 0,'-7'5'3105'0,"4"-5"1152"31,27-1-3921-15,48-14-88-1,-1-8-736 1,-26 19-1585 0,-45 4 2073-16,4 20-1352 15,-40 13 1512 1,-7 7 392-1,-4 5 665 1,9 6 895 0,18-16-1080-1,17-12-496 1,18-10-32 0,36-13-47-1,9-9-353 1,14-20-3129 15,-39 18-13915-31</inkml:trace>
  <inkml:trace contextRef="#ctx0" brushRef="#br0" timeOffset="43964.95">22274 3677 14387 0,'-20'5'7369'0,"-20"21"-1680"15,43-20-3904 1,71-1-777 0,43-28-920-1,30-27-72 1,-147 50-16-1,137-42-20980-15</inkml:trace>
  <inkml:trace contextRef="#ctx0" brushRef="#br0" timeOffset="44946.16">22672 3092 16139 0,'-39'-15'10650'16,"39"8"-8705"-1,26 5-1585 1,61-21-568 0,-2-4-705-1,-48 0-6472 1,-37 27 7385-1,1-13-3897-15,-55 39 5617 16,-12 29 2105 15,35 4-2480-15,31-21-1209 0,13-21-304-1,21-48-1193 1,9 1 537-1,-23 19 736 1,-7 44 472 0,-9 26 104-1,-28-1 0 1,-33-15-184 0,-2-5-232-1,27-29 329 1,30-9 655-1,9-3-680 17,61-23-240-17,8 1-216 1,-22 1-960 0,-31 14 455-1,-27 12 890 1,-27 37 351-1,12 6-328 1,5-6-272 0,-9-1 152-1,-27-8 32 1,-6-14 96 0,11-7-192-1,36-5-104 1,14-4-296-1,47-9 480 1,35-9 160 0,2-6-296 15,-5 12-72-15,-58 11-360-1,-50 24 72 1,-58 21 344-1,8 1 144 1,42-23 384 0,25 11 352-1,14 5 217 1,38-3-633 0,17-27-160-1,20-35-632 1,-13-28-5474-1,-38 34-10377 1</inkml:trace>
  <inkml:trace contextRef="#ctx0" brushRef="#br0" timeOffset="45623.78">23077 3236 21492 0,'-20'-22'4097'16,"0"2"-1120"-1,-7 52-2329 1,5 47-680 0,20-20-24-1,14-24 40 1,-12-35 16-16,25 19-64 16,12-38-128-1,2-37-793 1,-21 4 401-1,-17 33 920 17,-1 13 209-17,0 3-577 1,24 3 256 0,31-18-248-1,-19-15 184 1,-25-1-160-1,-11-21-328 1,-12 12 536 0,6 16-24-1,3 25 296 1,3 57 0 0,0 39-264-1,1 31 224 1,8-11-488-1,1-80-800 1,3-79-3921 15,10-67-3041-15,0-40 4241 0,-5 14 9042-1,-16 84 2241 1,-2 46-4329-1,3 56-2201 1,9 49-320 0,14 65-1104-1,-17 90-6145 1,-9-171-8274-16</inkml:trace>
  <inkml:trace contextRef="#ctx0" brushRef="#br0" timeOffset="46414.41">23820 2928 19460 0,'-28'3'5497'0,"-3"-3"-1888"16,27 0-3153 0,24 0-488 15,34-6 336-15,-8 5-128-1,-46 1-176-15,7 24 32 16,-44 41 48-1,0 17-432 1,34-13 488 0,21-32 0-1,29-30-456 1,20-78-2745 0,-22-25-9482-1,-35 30 9499 1,-45 40 11714-1,8 10-1953 17,19 11-5153-17,32-1-1368 1,47-11 56 0,-21 3-304-1,-45 33 8 1,-40 40 152-1,-11 7 16 1,23-2 89 0,31-31 23-1,53-30-48 1,25-42-168 0,-30 13-4169-1,-35 33-15123 1</inkml:trace>
  <inkml:trace contextRef="#ctx0" brushRef="#br0" timeOffset="46610.13">23727 3442 21836 0,'-17'0'2121'0,"-11"-10"495"15,104 10-815 1,90-13-705-1,6-10-800 1,-56-20-7026 0,-91 22-4696-16</inkml:trace>
  <inkml:trace contextRef="#ctx0" brushRef="#br0" timeOffset="47159.98">24248 2902 18916 0,'3'-3'2256'0,"31"-21"1833"16,-34 24-2921 0,1 55-576-1,-1 15 304 17,3-25-679-17,-3-45-217-15,24 12 120 16,37-18 88-1,28-29-576 1,-38 32-577 0,-50 23-3568-1,-74 42 1001 1,-28 2 3336 0,41-33 2928-1,38-16 977 1,25-9-2297-1,54 0-199 1,48-18-937 0,-2-24-104 15,-56 15-352-15,-54 29-409-1,-67 62 761 1,20 0 65-1,34-8-97 1,35-13-128 0,53-31 208-1,36-31-1793 1,0-56-18635 0</inkml:trace>
  <inkml:trace contextRef="#ctx0" brushRef="#br0" timeOffset="47410.11">24738 3026 21060 0,'2'-10'1616'0,"9"-15"425"15,15 24-985 17,0 42-1000-17,-23 20 232 1,-43-16 96-1,40-45-384-15,-39 9 88 16,2-16 840 0,22-55-752-1,29-6-728 1,20 22-8514 0,-17 42-2024-16</inkml:trace>
  <inkml:trace contextRef="#ctx0" brushRef="#br0" timeOffset="47614.19">24912 2762 19844 0,'3'-12'3328'16,"-3"53"1385"-1,-3 50-3400 1,15 43-1041-1,23 46-856 1,4-23 552 0,-39-157 32-16,24 51-8850 15,-10-46-3249-15</inkml:trace>
  <inkml:trace contextRef="#ctx0" brushRef="#br0" timeOffset="48048.32">25168 2770 22780 0,'3'-7'897'0,"24"-30"-81"15,-1 28-504 17,2 31-520-17,-38 33 496 1,-44-1 136-1,54-54-424-15,-45 27 8 16,35-20 176 0,20-16 16-1,38-26-232 1,-3 16-400 0,-39 17-184-1,-30 30 520 1,-31 32 568-1,33-24-120 1,25-23-272 0,27-15 648-1,35-17-600 1,-8-6-216 15,-15 11-2664-15,-31 28-17333-1</inkml:trace>
  <inkml:trace contextRef="#ctx0" brushRef="#br0" timeOffset="48261.53">25071 3109 16307 0,'-2'7'4505'16,"3"-7"-640"-1,62-18-1241 1,45-30-1431-1,10 2-1121 1,-17 29-889 0,-101 17 817-16,29 17-11426 15,-29-13 800 1</inkml:trace>
  <inkml:trace contextRef="#ctx0" brushRef="#br0" timeOffset="48623.4">25198 3238 21284 0,'-7'7'760'16,"1"25"1337"-1,18 7-793 1,5-17-1304 0,-11-19 256-1,-4-21 432 1,-2 18-688-1,17-57-88-15,21 0 88 16,12 30-88 0,-21 21-40-1,-18 44 32 17,-20 20 104-17,-9-3-176 1,18-33 352-1,1-16-112 1,29-6 304 0,41-16-968-1,19-11-10586 1,-69 22 1272-16</inkml:trace>
  <inkml:trace contextRef="#ctx0" brushRef="#br0" timeOffset="48780.58">25867 3394 23589 0,'4'-6'824'0,"19"-34"1768"15,-19 30-2536 1,15-9-20412 15</inkml:trace>
  <inkml:trace contextRef="#ctx0" brushRef="#br0" timeOffset="57831.84">5508 5207 10466 0,'-6'0'1704'0,"-10"3"2513"16,12-3-360 15,4 0-3857-15,4 37 1920-1,24 13-1592 1,-28-50-328-16,27 17 200 16,2-14 88-1,1-17 257 1,3-35-305 0,-10 24-304-1,15 11-8 1,-5 17 48-1,18 36 48 1,-4 1-72 0,1-14 304-1,6-18-136 17,-3-8 48-17,-17 0-72 1,10-6-456-1,-4-1 456 1,9-3 56 0,-8 5-120-1,5 19 200 1,18 11 448 0,11-11-312-1,-4 0-128 1,-1-20 16-1,-2-21-88 1,-28 1-256 0,-30 17 136 15,-10 9-48-15,5 0-128-1,22 23 96 1,32-9 272-1,14-3-296 1,2-5 72 0,-22 0 72-1,-7-2-208 1,7-4 168 0,-3-17 80-1,-5 3-112 1,-17 11-64-1,-4 10 8 1,12 4 64 0,2 5-48 15,17-4 48-15,4-12 312-1,8-28-336 1,4 4-32-1,-3 8-64 1,-12 9 32 0,-2 6 80-1,-1-1 72 1,1-1-232 0,-16 3 144-1,-12 0 32 1,6 3-336-1,-4 9-7522 1,-16 1-2848 0</inkml:trace>
  <inkml:trace contextRef="#ctx0" brushRef="#br0" timeOffset="83328.67">1896 6033 8353 0,'-11'17'2273'16,"-21"30"2464"0,17-10-104-1,12-13-1393 1,3-6-831-1,4-16-113 1,-4-2-2296-16,18-82 961 16,8-93-817-1,-8-34-16 1,-13 43-120 0,-5 85 56-1,0 69 8 1,27 74 360 15,43 85-80-15,19 30-152-1,-13-45-128 1,-44-64 176 0,-32-43 328-1,-70-15-376 1,-59-7-248-1,-33-6 144 1,22-3 264 0,43 5-784-1,60-6 440 1,68-20 808 0,74-63-279-1,40-30-545 1,7 8 0 15,-27 32 0-15,-51 58 0-1,-56 39 0 1,-55 80 0 0,-54 73 0-1,-16 5 0 1,27-54 0-1,45-69-2377 1,31-33-18852 0</inkml:trace>
  <inkml:trace contextRef="#ctx0" brushRef="#br0" timeOffset="86715.07">7898 5850 12306 0,'-4'0'2105'0,"-12"3"4744"15,11-3-3448 1,6-4-1649 0,36-13-928-1,38 0-496 1,-75 17-328-1,94-12 8-15,-31 14-1656 16,-54 10-16084 0</inkml:trace>
  <inkml:trace contextRef="#ctx0" brushRef="#br0" timeOffset="86894.39">7910 5957 18051 0,'-4'0'2481'15,"-9"0"784"1,22 0-1233 0,64-7-1016-1,32-8-944 1,0-9-3152 0,-61 1-12564-1</inkml:trace>
  <inkml:trace contextRef="#ctx0" brushRef="#br0" timeOffset="87171.64">8129 5648 20268 0,'0'0'0'0,"-16"-5"5193"32,9 2-2336-17,29 3-2609 1,37 16 280-1,7 9-392 1,-66-25-136 0,72 33 216-16,-15 6-192 15,-39 16 144 1,-65 44 152 0,-61 49-672-1,-5 6-12587 1,91-127 1985-1</inkml:trace>
  <inkml:trace contextRef="#ctx0" brushRef="#br0" timeOffset="87957.09">8776 5621 17795 0,'-28'0'3505'0,"0"-3"992"15,24-5-3201 17,48-17-1152-17,31-10 8 1,-29 24-360-1,-46 11 208-15,15-4 128 16,-32 48 24 0,-47 70 328-1,1-4 137 1,45-31 119 0,30-39-480-1,42-22-472 1,22-43 400-1,14-58-5657 1,-50 40-11163 0</inkml:trace>
  <inkml:trace contextRef="#ctx0" brushRef="#br0" timeOffset="88296">8958 5760 15075 0,'-32'13'7545'16,"26"-8"-2824"-1,11-10-4369 1,45-18-160 0,27-37-312-1,-24-1-3768 1,-53 61 3888-16,27-58-11963 16,-29 12 9338-1,-22 20 8563 1,2 5 1511-1,16 15-3408 1,6 41-2304 0,13 61-1009-1,15 22-648 1,-2-16-304 15,-12-65-3041-15,-4-65-15243-16</inkml:trace>
  <inkml:trace contextRef="#ctx0" brushRef="#br0" timeOffset="88481.91">9218 5397 18555 0,'0'0'3097'0,"-13"14"2696"16,9 63-3992-1,31 30-1425 1,26 43-888-1,-13-2-9050 1,-40-148 9562 0,40 43-14803-16</inkml:trace>
  <inkml:trace contextRef="#ctx0" brushRef="#br0" timeOffset="88719.68">9418 5654 15067 0,'3'-38'3008'15,"13"15"-247"1,31 43-2129 0,-17 27-112-1,-27 13 624 1,-61-22 889 0,58-38-2033-16,-88 20 2000 15,18-41-791 1,45-39-1025-1,49-24-424 1,47 15-7914 0,-51 63-3689-1</inkml:trace>
  <inkml:trace contextRef="#ctx0" brushRef="#br0" timeOffset="88933.18">9564 5375 18427 0,'0'0'2313'16,"-6"3"3088"0,7 58-3016-1,24 63-1577 1,18 66-808 0,17-36-272-1,-60-154 272 1,58 58-6690-16,-42-58-6016 0</inkml:trace>
  <inkml:trace contextRef="#ctx0" brushRef="#br0" timeOffset="89111.63">9821 5510 23661 0,'0'0'0'0,"-36"10"3552"31,34-15-2311-15,71-24-1257 0,34-9-2249-1,-33 22-18939 1</inkml:trace>
  <inkml:trace contextRef="#ctx0" brushRef="#br0" timeOffset="89404.76">9868 5684 17875 0,'-6'9'3409'16,"16"-14"-744"0,57-45-2073-1,4 15-584 1,-23 25-144 0,-38 42 272 15,-10-32-136-31,-58 86 264 15,-13 9-24 1,37-36 920 0,34-24-424-1,43-33-560 1,40-51-88 0,9-34-5273-1,-48 49-10938-15</inkml:trace>
  <inkml:trace contextRef="#ctx0" brushRef="#br0" timeOffset="89589.24">10123 5664 16563 0,'-16'4'3505'0,"0"12"1232"16,26-16-3057 0,61-27-1232 15,13-26-416-16,-27 3-5265 1,-36 32-10098-16</inkml:trace>
  <inkml:trace contextRef="#ctx0" brushRef="#br0" timeOffset="89731.74">10249 5347 14931 0,'-8'-5'6729'15,"8"6"-2344"1,8 81-1384-1,29 64-1489 1,30 93-1480 0,19 44-19476-1</inkml:trace>
  <inkml:trace contextRef="#ctx0" brushRef="#br0" timeOffset="90129.42">11002 5354 20764 0,'-21'-12'3833'15,"10"2"-1817"1,-35 76-1552 0,-17 57-464-1,-5-2-432 1,19-61-18772 0</inkml:trace>
  <inkml:trace contextRef="#ctx0" brushRef="#br0" timeOffset="90262.21">10863 5510 20644 0,'0'0'0'0,"54"0"1608"16,9-5-944-1,-14 0-824 1,-22 3-18548 0</inkml:trace>
  <inkml:trace contextRef="#ctx0" brushRef="#br0" timeOffset="90442.01">10668 5782 20332 0,'0'0'1608'16,"59"4"785"0,51-30-185-1,45-23-1856 1,-24 13-1216-1,-81 15-16484 1</inkml:trace>
  <inkml:trace contextRef="#ctx0" brushRef="#br0" timeOffset="90621.36">11025 5671 17675 0,'-20'28'4817'0,"-1"38"-896"31,23 16-1960-16,41 18-1873 1,10-8-384 0,2-69-20517-1</inkml:trace>
  <inkml:trace contextRef="#ctx0" brushRef="#br0" timeOffset="90769.11">11368 5486 21356 0,'0'0'0'0,"-6"-7"5129"16,-27 33-3480 0,-27 54-1810-1,-2 17-751 1,32-54-10978 0,30-40 2264-1</inkml:trace>
  <inkml:trace contextRef="#ctx0" brushRef="#br0" timeOffset="90907.96">11268 5590 13610 0,'17'0'6498'16,"29"26"-2113"-1,5 7-2793 1,19-6-1408 0,-25-30-3425-1,-24-27-13074 1</inkml:trace>
  <inkml:trace contextRef="#ctx0" brushRef="#br0" timeOffset="91094.21">11478 5232 20836 0,'-12'-3'4481'0,"6"23"-1240"16,3 59-1641-1,33 18-1320 16,29 10-112-15,-28 14-2312 0,-31-121 2144-16,-4 89-19493 15</inkml:trace>
  <inkml:trace contextRef="#ctx0" brushRef="#br0" timeOffset="91354.87">11362 5897 17315 0,'0'18'2977'16,"9"17"2208"0,45 7-1856-1,19-19-1609 1,9-12-1328 0,-4-16-208-1,-78 5-184 1,58-36 160-1,-31 1-472 1,-14 20-10810 0,-12 15-1137-16</inkml:trace>
  <inkml:trace contextRef="#ctx0" brushRef="#br0" timeOffset="91522.52">12025 5988 26389 0,'0'0'0'0,"-7"0"1392"16,4 0-3416 0,5 16-16828-1</inkml:trace>
  <inkml:trace contextRef="#ctx0" brushRef="#br0" timeOffset="97139.45">12560 6550 17299 0,'-3'0'3745'0,"-16"-3"2128"16,19 3-5873-1,31-5 2377 1,66-20-2185 15,11 14-56-15,-108 11-136-16,98-7-88 15,-2 8 208 1,-4-1-8 0,-46 3-272-1,-32-3 696 1,-12 0 520 0,-24-27-696-1,-34-22 432 1,-14-15-392-1,20 12-383 1,27 14-17 0,17 31 0-1,41 23-2425 17,11 36-17971-32</inkml:trace>
  <inkml:trace contextRef="#ctx0" brushRef="#br0" timeOffset="97295.93">13275 6579 22124 0,'0'0'0'0,"-45"85"4345"0,-45 25-2248 16,-11 9-5242-1,77-83-10890-15</inkml:trace>
  <inkml:trace contextRef="#ctx0" brushRef="#br0" timeOffset="102210.4">13773 5900 13570 0,'-19'-1'2569'0,"-37"-9"1760"16,32 9-1216-1,40 37-2281 17,54-10 544-17,56-41-464 1,-126 15-912-16,133-43 176 16,-57-2 0-1,-71-2-16 1,-70 10-48-1,-40 41-136 1,-11 73 24 0,32 22 0-1,40 1 96 1,53-33-64 0,46-38 0-1,45-23-48 1,39-20-10842 15,-105 12 544-31</inkml:trace>
  <inkml:trace contextRef="#ctx0" brushRef="#br0" timeOffset="102351.54">14294 6172 20204 0,'-18'-1'1080'15,"4"-3"-440"1,16 2-1584 0,25-54-10915-1</inkml:trace>
  <inkml:trace contextRef="#ctx0" brushRef="#br0" timeOffset="102816.82">14507 5806 17043 0,'-20'0'736'0,"-41"-3"1489"32,13 27-873-17,22 41-664 1,24 6-480 0,32-35-48-1,-30-36-160 1,40 1 96-16,5-66-48 15,-10-17 56 1,-16 29-72 0,-13 46-128-1,3 74 416 1,-4 63-48 0,3 19-152-1,-24 16 57 1,-48-39-113-1,-18-72 128 17,-2-68 40-17,31-46 448 1,36 0 152 0,32 34-576-1,47 9-184 1,43-1-280-1,-44 6-15227 1</inkml:trace>
  <inkml:trace contextRef="#ctx0" brushRef="#br0" timeOffset="102968.4">14806 6040 16523 0,'0'0'0'0,"-11"6"2961"15,8-6-1961 17,28 16-14883-32</inkml:trace>
  <inkml:trace contextRef="#ctx0" brushRef="#br0" timeOffset="105246.71">19099 5104 19804 0,'-43'-43'2792'16,"29"4"793"-1,11 30-2457 1,16 88-608 0,-2 100 193-1,-9 65-97 1,-2-244-616-16,0 248-352 15,6-118-937 1,-5-141-7817 0,-4-10-1288-1</inkml:trace>
  <inkml:trace contextRef="#ctx0" brushRef="#br0" timeOffset="105466.41">19058 5267 11858 0,'0'-19'1872'0,"5"-93"3674"15,47 29-2546 1,24 38-1127 0,32 46-537-1,-12 72-992 1,-96-73-344 0,41 103 240-16,-61 15 264 15,-64-27-112 1,-6-55-72-1,42-30-1920 1,46-25-16020 0</inkml:trace>
  <inkml:trace contextRef="#ctx0" brushRef="#br0" timeOffset="105762.17">19410 5379 16459 0,'0'0'0'0,"-15"73"2641"16,15 13 1447 0,0 55-2935-1,6-38-1065 1,1-80 496 0,-7-23-584-1,0-8 2712-15,0-83-2047 16,6-47-257-1,36 6-352 1,9 60-352 15,6 55-6338-15,-22 42-8497-16</inkml:trace>
  <inkml:trace contextRef="#ctx0" brushRef="#br0" timeOffset="106067.8">19677 5530 12562 0,'0'0'0'0,"-2"-28"6330"16,-4 5-713-1,-8 18-4281 1,-2 58-1096 0,13 31 104-1,3-84-344 1,25 84 104-16,10-48-64 15,2-36 440 1,2-75 312 0,-29-20-367-1,-37 13 87 17,-9 45-232-17,20 22-320 1,13 15-1841-1,21-11-16275 1</inkml:trace>
  <inkml:trace contextRef="#ctx0" brushRef="#br0" timeOffset="106250.85">19850 5406 16403 0,'-9'2'2024'0,"2"1"2489"16,31 10-1208-1,64-15-1897 1,26-14-1176 0,-20 2-1024-1,-94 14 792 1,10-51-17627 0</inkml:trace>
  <inkml:trace contextRef="#ctx0" brushRef="#br0" timeOffset="106434.23">20048 5193 15723 0,'-3'0'1616'0,"-7"-14"3745"16,10 31-3344-1,0 68-481 1,10 56-1056 0,8 25-480-1,-18-166 0 1,37 118-808-16,3-99-17924 15</inkml:trace>
  <inkml:trace contextRef="#ctx0" brushRef="#br0" timeOffset="106692.49">20297 5493 13698 0,'2'-7'2001'0,"12"-35"3192"31,-5 33-2584-15,15 40-1601-1,-8 47-600 1,-25 9-144 0,9-87-264-1,-56 59 408-15,-31-37 848 16,17-58 353 0,46-42-1241-1,49-5-440 1,58 20-2209-1,-30 53-13738 1</inkml:trace>
  <inkml:trace contextRef="#ctx0" brushRef="#br0" timeOffset="107199.71">20669 5402 17995 0,'-14'-11'2689'16,"-32"-18"712"0,-18 58-2337-1,15 54 272 1,31-3-144 0,36-3-1024-1,-18-77-168-15,62 62 112 16,31-38-1336-1,-7-66-8970 1,-36-29 880 0,-49-6 11122-1,-9 17 7074 17,2 20-3168-17,6 27-3698 1,23 15-1648-1,18 53-128 1,-23 34 8 0,-48-4 72-1,-19-52-16 1,-3-47 208 0,27-43 121-1,32-32-673 1,50 7-705-1,6 31-18195 1</inkml:trace>
  <inkml:trace contextRef="#ctx0" brushRef="#br0" timeOffset="107499.59">21056 4864 19260 0,'-3'-12'2104'0,"-4"-31"2393"15,7 43-2617 1,5 88-871 0,0 108 583-1,-4 97-816 1,-1-293-776-1,0 311 64-15,0-128-16 16,2-139-240 0,15-39-12915-1,-3-19 1529 1</inkml:trace>
  <inkml:trace contextRef="#ctx0" brushRef="#br0" timeOffset="108877.89">22701 4961 10306 0,'0'0'0'0,"18"-56"6441"15,-6-6-192 1,-12 18-3616 15,-13 9-889-15,-22 32-887-1,35 3-857 1,-75 49 72-16,-27 28-104 16,27-21 80-1,57-31-232 1,25 9 95 0,57 18 81-1,25 17-72 1,-6 35-8-1,-43 21 72 1,-53 1 168 0,-72-28 161-1,-27-45 599 1,-11-40 48 15,12-37 64-15,28-44-680-1,53 4-152 1,62-6-496 0,75 6-1576-1,18 33-21037 1</inkml:trace>
  <inkml:trace contextRef="#ctx0" brushRef="#br0" timeOffset="109317.58">22946 5018 16723 0,'-21'-12'4681'0,"12"0"-640"16,14 7-3897 0,46 9-552 15,-6 41-16788-16</inkml:trace>
  <inkml:trace contextRef="#ctx0" brushRef="#br0" timeOffset="109458.03">22988 5389 14571 0,'-16'0'3048'16,"14"0"1601"-1,2-2-2944 1,28-21-6650-1,-15 18-5778-15</inkml:trace>
  <inkml:trace contextRef="#ctx0" brushRef="#br0" timeOffset="110429.6">24593 4795 11754 0,'0'-22'1504'15,"9"-51"2665"1,-5 12 424-1,-20 29-1352 1,-18 18-1425 0,-27 76-1504-1,61-62-312 1,-113 176 376-16,9 18 561 16,68-52-697-1,43-52-208 16,45-41-16-15,21-35 408 0,32-49-656-1,11-30 96 1,9-16-2033 0,-35 8-10225-1,-78 59 3584-15</inkml:trace>
  <inkml:trace contextRef="#ctx0" brushRef="#br0" timeOffset="110725.11">24699 4979 11914 0,'0'0'0'0,"-80"0"7410"16,55-7-2137-1,16 1-2353 1,10 1-2287 0,43-8-569-1,-44 13-64 1,73-27 328-16,-11 8-304 31,-41 17 72-15,-10 43 8-1,-18 60 360 1,-23 64-144 0,-1 10-560-1,19-58 984 1,12-75-712-1,9-26-432 1,24-12-1649 0,6-42-16443-1</inkml:trace>
  <inkml:trace contextRef="#ctx0" brushRef="#br0" timeOffset="111145.19">23929 5638 11362 0,'0'0'0'0,"0"-4"6393"16,0 4-6393-1,-20 33 6754 1,-35 50-6698 0,2-18-14771-1</inkml:trace>
  <inkml:trace contextRef="#ctx0" brushRef="#br0" timeOffset="111929.18">25345 4805 15411 0,'-24'0'3192'16,"2"-12"1057"-1,13 6-3208 1,10 1-1570 0,19 10-583-1,-3 12-12179-15</inkml:trace>
  <inkml:trace contextRef="#ctx0" brushRef="#br0" timeOffset="112033.59">25351 5108 15531 0,'-2'0'224'0,"2"0"-224"16,0-1 3249-1,-4-19-13276 1</inkml:trace>
  <inkml:trace contextRef="#ctx0" brushRef="#br0" timeOffset="112468.61">26295 5353 15315 0,'0'0'0'0,"0"-14"6009"15,2-2-1288 1,-2 14-3657-1,-22 28-976 1,-63 51-6097 0,71-57-6002-16</inkml:trace>
  <inkml:trace contextRef="#ctx0" brushRef="#br0" timeOffset="113238.44">27041 4514 7473 0,'0'0'0'0,"16"-52"6778"15,-5 20-505 1,-9 23-3176 0,-2 33-2441-1,-51 102 416 1,51-126-1072-1,-97 211 320-15,1 6-432 16,56-103-504 0,47-113-15164-1</inkml:trace>
  <inkml:trace contextRef="#ctx0" brushRef="#br0" timeOffset="113470.64">27118 4468 15571 0,'0'-15'5305'0,"-3"-6"-720"31,27 20-3873-15,45 67-184 0,7 66 0-1,-30 48-432 1,-46-180-96-16,-1 161-16 15,-33-52-184 1,-7-65-4097 0,10-44-10602-1</inkml:trace>
  <inkml:trace contextRef="#ctx0" brushRef="#br0" timeOffset="113659.93">26921 4845 15339 0,'-2'-4'6129'0,"2"-2"-1600"16,53-18-4025 15,91 5-400-15,9 22-5577 0,-117 13-6354-16</inkml:trace>
  <inkml:trace contextRef="#ctx0" brushRef="#br0" timeOffset="113880.15">27575 4572 18075 0,'0'0'0'0,"-25"-30"4657"15,20 31-4137 1,7 75-6121 15,1-47-4529-31</inkml:trace>
  <inkml:trace contextRef="#ctx0" brushRef="#br0" timeOffset="113990.17">27583 4967 14307 0,'0'0'0'0,"-11"0"4721"16,11 0-4721 0,5 15-13563-1</inkml:trace>
  <inkml:trace contextRef="#ctx0" brushRef="#br0" timeOffset="114616.47">28725 5212 8201 0,'0'-8'5489'0,"-3"0"465"16,-4 8-4634-1,-29 75-1584 1,-23 16 648 0,47-72-13547-1</inkml:trace>
  <inkml:trace contextRef="#ctx0" brushRef="#br0" timeOffset="115130.69">29210 4359 10266 0,'-2'-11'2648'0,"-8"-23"3234"16,10 25-3338 0,8 45-1696-1,11 75 513 1,5 51-1185-1,-24-162-176 1,4 207 88-16,-37-39-336 16,26-111-7546 15,9-57-1776-31</inkml:trace>
  <inkml:trace contextRef="#ctx0" brushRef="#br0" timeOffset="115556.31">29340 4380 11706 0,'0'0'0'0,"27"-90"6601"15,44 25-4744 1,-4 63-849 0,-13 77-840-1,-43 54-144 1,-11-129-24-1,-75 139 720-15,-27-41-224 16,32-71 136 0,48-39-127 15,25-23-465-15,52 4-120-1,21 23-289 1,-6 58 73-1,-23 65 320 1,-39-11 8 0,-43-36 401-1,-37-28-209 1,10-36 656 0,21-18-680-1,38-27-2249 1,41-34-17691-1</inkml:trace>
  <inkml:trace contextRef="#ctx0" brushRef="#br0" timeOffset="115772.16">29878 4485 16955 0,'-4'-7'2985'0,"-4"-4"-1609"16,35 16-1984 0,15 41-14579-1</inkml:trace>
  <inkml:trace contextRef="#ctx0" brushRef="#br0" timeOffset="115913.63">29948 4792 15339 0,'-18'-2'2088'0,"21"-1"-1736"32,19 1-232-17,-11 6-10618-15</inkml:trace>
  <inkml:trace contextRef="#ctx0" brushRef="#br0" timeOffset="117429.66">31160 4484 8473 0,'-16'-26'3233'16,"-4"-41"1160"0,14 33-512-1,4 27-2841 1,9 47-1416-1,20 82 440 1,-27-122-64 0,33 148 144-16,8-23-64 15,-23-70-32 17,-10-48 776-17,-8-40 1673 1,10-81-2233-1,17-14-384 1,2 70 32 0,-12 47-128-1,19 69-1569 1,15 73 2025 0,-8-28-136-1,-10-69 96 1,-30-35 529-1,2-77-57 1,8-22-600 0,-1-22-688-1,-3-2 488 1,-8 75-233 15,-90 103-12065-15,59-20 5128-16</inkml:trace>
  <inkml:trace contextRef="#ctx0" brushRef="#br0" timeOffset="117632.86">30987 4782 13570 0,'0'0'0'0,"-8"-18"4601"16,32-19-1240-1,60-23-2377 1,41 27-864-1,26 21-1056 1,-151 12 936 0,117-1 512-16,-21 1-1232 15,-24 11-14827 1</inkml:trace>
  <inkml:trace contextRef="#ctx0" brushRef="#br0" timeOffset="118195.67">31758 4547 11394 0,'-11'-13'4809'15,"-6"-22"-632"1,9 23-3401 0,8 36-1144-1,0 58 328 1,0 39 80-1,0-121-40-15,0 100-40 16,0-64 544 0,0-36 552-1,5-58-952 1,25-48-40 15,30-14-24-15,6 16 56-1,-15 37-16 1,-26 52-96 0,2 14-144-1,-7 13 80 1,-4 1 56 0,-9-7-72-1,-5 0 96 1,2 5-8-1,1 22 96 1,-2-18 48 0,-3-9 272-1,0-6-408 17,0 0 0-32,3 3-1120 31,-2 5-13259-31</inkml:trace>
  <inkml:trace contextRef="#ctx0" brushRef="#br0" timeOffset="119018.85">32272 4520 12050 0,'-4'-14'2897'0,"-21"-34"3056"15,7 12-3705 1,18 30-2584 0,15 50 56-1,18 53 6090 16,-33-97-5810-31,32 135-3553 16,-3-15 4817 0,-9-65-776-1,-11-52 152 1,7-71-464 0,29-60 0-1,1-3-560 1,-18 48 112-1,-14 62-448 1,-9 67 936 0,-1 22 2073-1,3 3-1705 1,3-10-24 0,2-25 2401-1,3-39-2961 16,0-74 0-15,1-44-1521 0,6-25 2129-1,-5 21-1000 1,-10 47-2232 0,-29 69-18781-1</inkml:trace>
  <inkml:trace contextRef="#ctx0" brushRef="#br0" timeOffset="119213.79">32032 4699 12122 0,'0'0'816'0,"8"6"1857"15,52-4 3576 1,68-37 129 0,14-3-6002-1,-30 12 712 16,-112 26-1088-31,119-16-5769 16,-62 13-12179-16</inkml:trace>
  <inkml:trace contextRef="#ctx0" brushRef="#br0" timeOffset="119645.56">32877 4534 12234 0,'0'-13'5985'15,"5"-15"881"1,5-5-4378 0,3 12-2760-1,5 24 224 1,-2 57 104 0,-16-60-56-16,11 77 64 15,-4 2 64 16,-4-20 1601-15,-3-42-1089 0,5-52-400-1,21-35-1360 1,25-20-1 0,0 14 6019-1,-8 36-4898 1,-12 49 0-1,-17 48 0 1,-3 22 0 0,-5 2 0-1,-3-20 0 1,-1-11-4826 0,-15-37-11769-1</inkml:trace>
  <inkml:trace contextRef="#ctx0" brushRef="#br0" timeOffset="120610.32">30984 5499 15011 0,'-15'-6'1136'16,"-32"-29"1889"0,-42 43-1857-1,-32 99-544 1,12 80 1112 0,49-1-175-1,60-186-1561 1,24 138-64-16,70-51 504 15,63-72 120 1,26-43-744 0,-61-44-9098-1,-98 51-392 1</inkml:trace>
  <inkml:trace contextRef="#ctx0" brushRef="#br0" timeOffset="120832.1">31187 5626 15315 0,'-4'-3'1448'16,"-7"-10"2313"0,8 37-2553-1,-5 81 136 1,10 26-1128 0,11 28 17-1,-13-159-233 1,10 111-393-16,-5-95-6536 15,-5-30-2745-15</inkml:trace>
  <inkml:trace contextRef="#ctx0" brushRef="#br0" timeOffset="121204.9">31280 5654 9514 0,'0'0'0'0,"43"-130"6377"16,5 72-3040-1,3 38-2449 1,-8 56-672 15,-28 50 128-15,-15-86-344-1,-35 116 416-15,-34-30-528 16,23-67 936 0,23-27-240-1,12-32-600 1,15 22-232-1,13 23 152 1,17 44-8 0,19 30 184-1,15-15 304 1,-6-21 8 0,12-12-96-1,-11-22-3296 1,-30-5-11563-1</inkml:trace>
  <inkml:trace contextRef="#ctx0" brushRef="#br0" timeOffset="121587.39">32165 5486 18475 0,'-45'-23'3201'0,"17"-4"-1769"16,25 30-1328 0,3 78-24-1,-7 63-64 1,-16 17 24 15,23-161-40-31,-17 140 105 16,2-52-17-1,15-67-8 1,45-27 80 0,43-22-200-1,5 2 4825 1,-22 9-6482-1,-16 12 1097 1,-6-6-18308 0</inkml:trace>
  <inkml:trace contextRef="#ctx0" brushRef="#br0" timeOffset="121803.89">32587 5529 19932 0,'0'0'3256'16,"-7"-5"1738"-1,7-2-4050 1,28-5-776 0,47 3-656-1,18 6-1385 1,-93 3 1873-16,89 5-21588 15</inkml:trace>
  <inkml:trace contextRef="#ctx0" brushRef="#br0" timeOffset="122019">32585 5555 13234 0,'0'0'0'0,"-3"0"4905"16,-2 0 224-1,2 27-1432 1,3 34-2897 15,8 34-528-15,-8-95-272-1,6 134 249-15,-3 9-457 16,-3-24-10043 0,-3-99-1439-16</inkml:trace>
  <inkml:trace contextRef="#ctx0" brushRef="#br0" timeOffset="122176.59">32683 5803 22292 0,'0'0'1777'0,"0"-3"943"15,12-1-967 1,45-3-1497 0,37 3-5786-1,-65 4-8569 1</inkml:trace>
  <inkml:trace contextRef="#ctx0" brushRef="#br1" timeOffset="129956.97">30219 6679 13242 0,'-28'-4'2457'16,"-1"-24"2048"0,15 16-984-1,14 8-2233 1,6 1-1232-1,66-13 40 1,-72 16-96 0,141-39-960-16,74-16 200 15,51 21 1760 1,21 23-688 0,-40 10-1681 15,25 1 2106-16,75 0 5040 1,-101 0-8178 0,-83-5 4130-1,-10 2-2033 1,-23 0 248 0,-36-1-8-1,-46 4 776 1,-37 0-392-1,-28 0-7106 1,-3 6-11682 0</inkml:trace>
  <inkml:trace contextRef="#ctx0" brushRef="#br1" timeOffset="132659.91">28247 1970 15187 0,'0'-5'1528'0,"10"-30"2241"15,0 14-536 1,-9 22-3321 0,27 52 752-1,32 44-200 1,-60-97-464-1,60 116 168-15,-16-27 328 32,-22-64-16-17,-20-71-280 1,-18-74 456 0,8-24-88-1,8 41-1352 1,0 81 712-1,13 62 288 1,29 66 384 0,18 45-312-1,10-44-16 1,-22-86 449 0,-24-76-345-1,-9-79-208 1,-10-18 72-1,-5 22-736 17,0 44-24-17,-3 67-1641 1,-20 84-10970 0,7-40 4729-16</inkml:trace>
  <inkml:trace contextRef="#ctx0" brushRef="#br1" timeOffset="132908.89">28209 2251 12842 0,'0'0'2441'0,"-8"-13"2528"16,12-29-2401 0,48-35-935-1,47-4-609 1,38 15-344-1,-137 66-680 1,171-55 256 0,-3 3-128-1,-50 8-80 1,-75 18 352 0,-36 21-816-1,-13 5-18164 1</inkml:trace>
  <inkml:trace contextRef="#ctx0" brushRef="#br1" timeOffset="133906.6">29451 1328 13906 0,'0'0'0'0,"11"-4"6074"15,2-7-4802 1,7 4-1032-1,15 11 136 1,8 44-752 0,-43-48 376-1,18 26 288-15,-12-23-248 16,-3-21 224 0,3-18-144-1,11-16-568 1,13 13 576-1,-1 28 80 1,-1 18-24 15,-1 47 568-15,-26 27-1552 0,-27-22-560-1,-6-21-13691 1</inkml:trace>
  <inkml:trace contextRef="#ctx0" brushRef="#br1" timeOffset="134189.29">29361 1762 14547 0,'0'0'0'0,"-19"0"1128"16,13-11 2449 0,86-46-2193-1,34-15-360 1,-10 19-776-1,-104 53-248 1,69-27 256-16,-38 23 696 31,-22 42 97-15,-7 13-785 0,3-6-264-1,-1-7-2153 1,-2-2-15587-1</inkml:trace>
  <inkml:trace contextRef="#ctx0" brushRef="#br1" timeOffset="134344.13">29615 1760 8713 0,'0'0'0'0,"-25"13"5169"16,9 18-592 0,31 2-1048-1,46-11-1312 1,31-10-1553-1,-92-12-664 1,107 12-192-16,-14-14-17924 31</inkml:trace>
  <inkml:trace contextRef="#ctx0" brushRef="#br1" timeOffset="134571.69">29942 1369 14851 0,'0'-5'3752'16,"7"-14"337"0,4-16-2728-1,8 2-1041 1,7 18 472 0,-5 36-440-1,-21-21-352 1,8 135-1464-16,-47-1-6106 15,10-92-5633 1</inkml:trace>
  <inkml:trace contextRef="#ctx0" brushRef="#br1" timeOffset="134723.31">29976 1540 4737 0,'0'-2'2624'0,"7"-17"2777"32,26-5-1872-17,13 10-2073 1,1 14-1064-1,-8 0-4585 1,-36 0-4048-16</inkml:trace>
  <inkml:trace contextRef="#ctx0" brushRef="#br1" timeOffset="135058.72">30091 1062 13770 0,'0'0'1449'0,"0"-10"5136"15,-2-2-3656 1,2 6-1777 0,9 27-520 15,35 77-392-15,-44-98-240-16,83 211-656 15,-28-53 584 1,-29-102-200-1,-19-51-784 1,-26-51 136 0,-3-23 1192-1,10 16 392 1,6-2-352 0,7 0-608-1,26 16 160 1,24 15-19829-1</inkml:trace>
  <inkml:trace contextRef="#ctx0" brushRef="#br1" timeOffset="135288.37">30567 1739 15523 0,'0'0'1032'0,"0"-4"560"16,0-4-2184-1,12 3-10418 1</inkml:trace>
  <inkml:trace contextRef="#ctx0" brushRef="#br1" timeOffset="135423.54">30777 1681 16003 0,'0'3'1696'15,"0"4"-2648"1,-3-13-7938-16</inkml:trace>
  <inkml:trace contextRef="#ctx0" brushRef="#br1" timeOffset="136036.42">28438 3087 13306 0,'54'-46'1625'0,"-6"-2"679"15,9 27-1440 17,1 49 505-17,-18 38-217 1,-54 16-224-1,14-82-928-15,-77 80 1544 16,-17-51 209 0,34-52-801-1,37-44 232 1,48-18-1448 0,46 15-2304-1,-27 1-12460 1</inkml:trace>
  <inkml:trace contextRef="#ctx0" brushRef="#br1" timeOffset="136301.88">28728 2667 14139 0,'0'0'0'16,"-15"-24"7329"-1,12 16-4288 1,31 42-1865 0,32 89-464-1,13 51-432 1,-73-174-280 0,79 200 40-16,-16-49-168 15,-38-113-2312 1,-20-54-13756-1</inkml:trace>
  <inkml:trace contextRef="#ctx0" brushRef="#br1" timeOffset="136550.53">29085 2701 12922 0,'7'-35'5673'15,"-2"10"-2080"1,-5 43-3617 0,4 62 792-1,-9 66-744 1,-29-27-1496 0,34-119 1472-16,-25 44-9994 15,21-42 2880-15</inkml:trace>
  <inkml:trace contextRef="#ctx0" brushRef="#br1" timeOffset="136655.73">29063 2898 9017 0,'0'-7'1425'0,"6"-35"3680"16,48 3-2481-1,22 23-1839 1,-3 13-673 15,-33 48-14323-31</inkml:trace>
  <inkml:trace contextRef="#ctx0" brushRef="#br1" timeOffset="136836.17">29036 3230 15427 0,'-32'0'3321'16,"52"-29"607"-1,59-28-2287 1,24 20-1913-1,3 1-1265 1,-26 2-16387 0</inkml:trace>
  <inkml:trace contextRef="#ctx0" brushRef="#br1" timeOffset="137073.4">29400 2621 16235 0,'0'-34'3113'16,"18"-20"-593"-1,32 37-1632 1,22 21-336 0,-21 71 289-1,-30 35-561 1,-21-110-280-16,-21 154-184 15,-15-51-15868 1</inkml:trace>
  <inkml:trace contextRef="#ctx0" brushRef="#br1" timeOffset="137252.34">29388 2916 17451 0,'0'0'0'16,"1"-39"4313"-1,42-8-3425 1,38-13-944 0,10 18-3624-1,-75 21-6771-15</inkml:trace>
  <inkml:trace contextRef="#ctx0" brushRef="#br1" timeOffset="137551.75">29647 2734 16579 0,'0'0'0'0,"24"-2"3465"16,-12-37-2449 0,35-21-928-1,-4-2-640 1,-22 7-6122 0,-21 55 6674 15,-3-25-2984-31,-30 6 4880 15,20 19 2865 1,6 30-3056 0,12 26 207-1,38 12-888 1,1 6-792 0,-17-8-328-1,-14-55-3585 1,-10-18-8889-1</inkml:trace>
  <inkml:trace contextRef="#ctx0" brushRef="#br1" timeOffset="137751.85">29849 2395 11690 0,'-5'-13'6841'0,"-8"-5"-1343"16,10 14-3882 15,22 56-1272-16,50 82-176 1,-10 39-24 0,-59-173-144-16,36 190-416 15,-18-125-5289 1,11-54-9498 0</inkml:trace>
  <inkml:trace contextRef="#ctx0" brushRef="#br1" timeOffset="138020.54">30085 2459 15427 0,'0'0'0'0,"-7"-28"4905"16,1-1-2729-1,9 16-2520 1,30 37 856 0,2 65 136 15,-55-25-215-16,20-64-433-15,-46 33 296 16,1-38 80 0,18-56-296-1,23 3-808 1,31-12-17028 0</inkml:trace>
  <inkml:trace contextRef="#ctx0" brushRef="#br1" timeOffset="138188.34">30151 2167 14691 0,'0'0'2976'0,"0"3"297"16,0 40 48-1,16 32-2473 1,51 63-368 0,-4 2-536 15,-63-140 56-31,43 65-3713 15,-36-63-9650-15</inkml:trace>
  <inkml:trace contextRef="#ctx0" brushRef="#br1" timeOffset="138629.06">30315 2235 17235 0,'0'0'0'0,"-17"-5"5721"16,1-13-4456-1,38-25-1321 1,35-12-424 0,-4 5 264-1,-53 50 216 1,24-19 312-16,-23 22-296 16,-26 48-48 15,2 33 144-16,20-4-881 1,8-17 633 0,9-44 104-1,15-41 248 1,4-39-392 0,-6 15-168-1,-5 36 744 1,-2 13 169-1,-8 23-569 1,-3 15-217 0,-25 31-1311-1,-68 90-8378 1,64-128 2320 0</inkml:trace>
  <inkml:trace contextRef="#ctx0" brushRef="#br1" timeOffset="138788.01">30334 2645 10394 0,'10'-2'3817'15,"29"-20"-337"1,20-23-711 0,32-17-897-1,1 14-936 1,-15 21-543 0,-77 27-393-16,86-22-15452 15</inkml:trace>
  <inkml:trace contextRef="#ctx0" brushRef="#br1" timeOffset="139654.74">31042 1715 14379 0,'3'-5'2840'0,"9"-2"1497"16,-6 44-4049 0,-15 72-104-1,-15 18-40 1,-8-15-1880 0,32-112 1736-1,-23 42-15171-15</inkml:trace>
  <inkml:trace contextRef="#ctx0" brushRef="#br1" timeOffset="139803.85">31000 1998 7105 0,'0'0'0'16,"23"-17"6601"0,12 5-1832-1,-9 10-2184 1,27 8-1641 0,16 1-928-1,-69-7-16 1,60 0-5489-16,-49-4-4033 0</inkml:trace>
  <inkml:trace contextRef="#ctx0" brushRef="#br1" timeOffset="139989.01">31180 1574 12754 0,'-6'-12'3025'0,"-3"-28"2344"16,9 30-2392-1,21 62-1329 16,30 41-1048-15,16 48-1720 0,-67-141 1120-16,75 159-2945 15,-10-64-13450 1</inkml:trace>
  <inkml:trace contextRef="#ctx0" brushRef="#br1" timeOffset="140242.09">31434 1545 15235 0,'-2'-3'2320'0,"-8"-31"929"15,15-6-1849 1,35 26-752 0,24 8-288-1,-15 55 433 1,-49-49-793-1,12 94 616 1,-32 18-1400 0,-24-37-7074-1,21-76-728-15</inkml:trace>
  <inkml:trace contextRef="#ctx0" brushRef="#br1" timeOffset="140350.82">31395 1698 11346 0,'0'-3'1784'0,"-13"-7"3545"16,15-17-4840-1,56-5-697 1,15 14-13083 0</inkml:trace>
  <inkml:trace contextRef="#ctx0" brushRef="#br1" timeOffset="140599.17">31327 1976 14083 0,'0'0'0'0,"-6"0"4352"16,24-30-3119 15,54-49-1097-15,26-11-48-1,-30 48 152 1,-68 42-240 0,18 0 1480-16,-38 79-536 15,-43 40-640 1,3-11-752-1,31-58-7113 1,29-47-1465-16</inkml:trace>
  <inkml:trace contextRef="#ctx0" brushRef="#br1" timeOffset="140784.32">31588 1362 15275 0,'0'-4'3825'0,"0"-8"31"31,0 4-3047-15,19 30-489-1,41 91-264 1,0 55-168 0,-60-168 112-16,33 185-5354 15,-30-67-8809 1</inkml:trace>
  <inkml:trace contextRef="#ctx0" brushRef="#br1" timeOffset="140916.84">31556 2048 10394 0,'0'-4'1680'0,"0"-38"1921"15,20-21-2129 1,28 9-888 0,10 31-976-1,-19 24-12651 1</inkml:trace>
  <inkml:trace contextRef="#ctx0" brushRef="#br1" timeOffset="141102.54">31595 2068 12882 0,'0'0'0'0,"2"9"2065"15,23 3 2856 1,37-12-3025-1,35-26-1656 1,-5-30-5897 0,-74 40-4097-16</inkml:trace>
  <inkml:trace contextRef="#ctx0" brushRef="#br1" timeOffset="141303.81">31910 1299 12546 0,'5'-9'3849'0,"17"-18"2288"32,0-1-5561-17,6 8-55 1,-9 44 127 0,-19 133-1304-1,0-157 656-15,-36 184-9947 16,21-152 1338-16</inkml:trace>
  <inkml:trace contextRef="#ctx0" brushRef="#br1" timeOffset="141433.16">31973 1483 13154 0,'0'0'0'0,"11"-18"2489"16,18-19-913 0,4 17-1344-1,23 14-648 1,-6 27-11306-1</inkml:trace>
  <inkml:trace contextRef="#ctx0" brushRef="#br1" timeOffset="141615.76">31904 1913 15603 0,'0'0'984'15,"-4"-12"696"1,42-44 273-1,71-33-1401 1,32-9 4281 0,-47 50-22413-1</inkml:trace>
  <inkml:trace contextRef="#ctx0" brushRef="#br1" timeOffset="142004.85">29726 3514 20244 0,'-5'5'544'0,"10"22"-1264"31,9-11-11427-31</inkml:trace>
  <inkml:trace contextRef="#ctx0" brushRef="#br1" timeOffset="142110.54">29848 3807 16883 0,'-7'-5'912'16,"27"-10"-1640"-1,-15-30-8746 1</inkml:trace>
  <inkml:trace contextRef="#ctx0" brushRef="#br1" timeOffset="142650.75">30053 3302 13370 0,'-27'0'825'15,"-44"10"-161"1,61 46-208-1,6 28-240 1,16-18 120 0,3-47-224-1,-15-19-112 1,25-16 1496-16,0-48-392 16,-4-8-775-1,-12 19-137 1,1 24-64-1,3 15-216 1,17-6 88 15,-3 15-761-15,-15 28-839 0,-20 33 1128-1,-26-12 432 1,19-18 520-1,15-23-192 1,24 0 720 0,14-19 49-1,5-10-689 1,-26 2-1064 0,-8-29-13131-1</inkml:trace>
  <inkml:trace contextRef="#ctx0" brushRef="#br1" timeOffset="142826.43">30176 3142 8313 0,'0'-5'6002'15,"2"2"-2058"1,3 23-2967 0,23 37-457-1,5 12-368 1,5-8-528-1,-38-61 376-15,16 17-3529 16,-13-17-7193-16</inkml:trace>
  <inkml:trace contextRef="#ctx0" brushRef="#br1" timeOffset="143003.69">30251 3048 12202 0,'0'0'0'0,"0"-30"7218"15,-3 28-3426 1,10 30-3616-1,29 40 81 1,6 28-201 15,-42-96-56-15,27 148-16276-16</inkml:trace>
  <inkml:trace contextRef="#ctx0" brushRef="#br1" timeOffset="143171.54">30246 3539 12962 0,'4'-2'2465'16,"3"0"2848"0,-7 26-3865-1,-5 37-1224 1,-8 40-200 0,-12-9-2296-1,25-92 2272 1,-6 46-15836-16</inkml:trace>
  <inkml:trace contextRef="#ctx0" brushRef="#br1" timeOffset="143348.24">30271 3595 15931 0,'0'0'0'0,"11"0"3073"16,18 0-33-1,34 0-2304 1,14 3-984-1,-13 10-16611 1</inkml:trace>
  <inkml:trace contextRef="#ctx0" brushRef="#br1" timeOffset="143582.9">30469 3082 15915 0,'-3'-5'1888'0,"-23"-32"2177"16,37 29-3505 15,23 53 400-15,-11 19-591 0,-2-18-361-1,-21-46-8-15,17 14 88 16,21-20-144-1,14-50-3337 1,-25 18-12298 0</inkml:trace>
  <inkml:trace contextRef="#ctx0" brushRef="#br1" timeOffset="143766.48">30595 2893 13266 0,'0'0'0'0,"-21"-27"4969"15,18 24-2048 1,21 25-1585-1,24 32-856 1,4 15-256 15,-46-69-224-15,58 103-416-16,-40-21-5681 16,-2-64-7234-1</inkml:trace>
  <inkml:trace contextRef="#ctx0" brushRef="#br1" timeOffset="143909.76">30705 3080 11802 0,'-7'-19'3217'16,"10"-30"-641"0,43-1-1784-1,29 9-720 1,-45 21-10482 0</inkml:trace>
  <inkml:trace contextRef="#ctx0" brushRef="#br1" timeOffset="144326.88">30671 3344 12042 0,'-20'0'2825'16,"-14"7"-249"0,75-42-2272-1,32 15-408 1,-12 20-8-1,-49 36 248 1,-12-36-136 0,-51 80-1568-16,-31-8 776 15,32-49 1328 1,48-49 120 0,56-30-872-1,38-19 168 1,-22 38-160-1,-53 31-328 1,-36 55 744 15,-40 21 184-15,27 4 1312 0,32-42-375-1,49-25 7 1,22-51-664-1,-2-17-3777 1,-36 25-9441-16</inkml:trace>
  <inkml:trace contextRef="#ctx0" brushRef="#br1" timeOffset="144565.46">31058 2753 18243 0,'3'0'1753'0,"32"-12"31"16,8-24-1928 0,57-10-88-1,-35 25-6977 1,-48 42-3490-16</inkml:trace>
  <inkml:trace contextRef="#ctx0" brushRef="#br1" timeOffset="144815.28">31163 2883 9153 0,'-67'29'3545'15,"51"-29"-176"1,50-27-1881 0,42-28-904-1,-29 19-464 1,-34 40-528-1,-13-4 408-15,-23 61 344 16,-43 39-184 0,25-9 16 15,38-42 297-15,46-32 727-1,23-38 24 1,7-33-1800-1,-45-25-12603 1</inkml:trace>
  <inkml:trace contextRef="#ctx0" brushRef="#br1" timeOffset="145034.43">31217 2616 12778 0,'20'-6'2745'0,"1"0"1560"16,-16 40-2249-1,22 51-648 1,21 24-2184 0,8 22 1192 15,-56-131-416-31,46 129-400 16,-28-73-6241-1,-13-53-2873-15</inkml:trace>
  <inkml:trace contextRef="#ctx0" brushRef="#br1" timeOffset="145177.12">31352 2943 10882 0,'-17'-4'4577'0,"-14"-25"296"15,33 4-3817 1,61-32-1744 0,-7 23-13107-1</inkml:trace>
  <inkml:trace contextRef="#ctx0" brushRef="#br1" timeOffset="145410.19">31504 2676 14507 0,'0'0'1896'16,"9"-12"2489"-1,10-14-3497 1,26-13-992-1,7 13-48 1,-30 42 1080 0,-22-16-928-1,-3 89 664-15,-50 41-1944 16,19-22-9762 0,20-91 3992-16</inkml:trace>
  <inkml:trace contextRef="#ctx0" brushRef="#br1" timeOffset="145530.1">31581 2786 14139 0,'4'0'1664'0,"12"-4"-232"16,17 0-776-1,11 4-208 17,7 0-496-17,-26 2-11594-15</inkml:trace>
  <inkml:trace contextRef="#ctx0" brushRef="#br1" timeOffset="145768.22">31699 2436 10218 0,'0'0'0'0,"-35"-36"7201"16,8 10-2760-1,25 22-3649 1,21 44 1153-1,28 36-1489 1,-47-76-456 0,68 102-80-16,-1 29-104 31,-23-11-2457-15,-30-74-14770-1</inkml:trace>
  <inkml:trace contextRef="#ctx0" brushRef="#br1" timeOffset="145908.88">31852 2581 15603 0,'4'0'4201'15,"6"-25"-2001"1,18-17-2056 0,34-3-2608-1,-24 34-11723 1</inkml:trace>
  <inkml:trace contextRef="#ctx0" brushRef="#br1" timeOffset="146138.76">32073 2409 11074 0,'0'-7'3713'15,"7"-30"-1913"1,46-3-968-1,2 22-280 1,-15 24 1193 0,-23 50-673-1,-17-56-1072-15,3 79 88 16,-17 3-7506 0,8-61-1239-16</inkml:trace>
  <inkml:trace contextRef="#ctx0" brushRef="#br1" timeOffset="146374.73">32226 2121 15131 0,'-4'0'1856'0,"-26"3"665"31,11 21-961-15,43 44-96-1,31 33-2072 1,0 23 5001 0,-55-124-4393-1,42 119-4865-15,-24-81-10594 0</inkml:trace>
  <inkml:trace contextRef="#ctx0" brushRef="#br1" timeOffset="146890.43">32511 2177 11794 0,'0'0'0'0,"-4"-15"8730"16,-8-16-4865 0,-13-6-4609-1,16 57 1032 17,6 46-208-17,3-66-80-15,0 38 800 16,12-2-416-1,9-3-1480 1,5-24 816 0,-5-7 272-1,-10-20 456 1,-10-17 120 0,-1 8-216-1,-3 2-616 1,13 2 208-1,13 1 96 1,5-12-96 0,-4 6 408-1,-13-10-384 17,-7-7 512-17,-8 9 416 1,-1 26-432-1,2 25 208 1,5 35-304 0,14 16-512-1,12 8-80 1,1-20-6601 0,-12-37-8978-16</inkml:trace>
  <inkml:trace contextRef="#ctx0" brushRef="#br1" timeOffset="147077.35">32718 1781 11370 0,'0'-5'7450'0,"1"-6"-537"16,6 8-3824 15,7 28-697-15,19 57-2504-1,26 40-2072 1,-59-122 2184-16,50 121-22053 0</inkml:trace>
  <inkml:trace contextRef="#ctx0" brushRef="#br1" timeOffset="147433.84">31232 3359 21236 0,'0'0'0'0,"-83"5"3041"16,73 65-3081 0,-45 97-152-1,18-6-2305 1,-2-52-7345-1,25-98 2512-15</inkml:trace>
  <inkml:trace contextRef="#ctx0" brushRef="#br1" timeOffset="147581.51">31033 3696 10778 0,'0'0'0'0,"77"-57"6465"16,-18 35-3864 15,28 25-1953-15,3 20-1296-1,-62-15-11795-15</inkml:trace>
  <inkml:trace contextRef="#ctx0" brushRef="#br1" timeOffset="147893.07">31257 3253 15019 0,'-37'-9'3961'15,"10"-1"1144"1,30 47-4025-1,41 65-784 1,25 29-664 0,-2 1-768-1,-67-132 1136 1,33 83-4249-16,-23-43-504 31,-56-117 2968-15,5-5 6834-1,25-11-1888 1,41 10-1729 0,29 25-1888-1,14 31-960 1,-29 18-13115-16</inkml:trace>
  <inkml:trace contextRef="#ctx0" brushRef="#br1" timeOffset="148673.85">31532 3260 10546 0,'-4'-5'4625'0,"-9"-12"-1177"15,18 10-2223 1,34 29 247 15,-13 27-992-15,-22 20 56-1,-4-69-536-15,-33 47-384 16,-6-31-1040 0,18-26-96-1,5-15 943 1,16 21-207 0,0 37 1096-1,25 14-56 1,25-18-512-1,-19-26-4329 1,-7-59-3232 0,-7-5 10505-1,-8 29 3866 1,-4 22-4474 15,3 15-472-15,2 38-599-1,-12 23-409 1,-33 17-688 0,-9-20 200-1,22-39 104 1,13-20-480 0,22-12 768-1,48-32-208 1,26-13-528-1,-6 23-2713 1,-43 50-6329 0,-38 39 7994-1,-39-12 6313 1,14-27-272 15,22-15-3993-15,30 5-200-1,14 27-119 1,-16 12 879 0,-28 3-248-1,-57-16 0 1,-12-18 145 0,25-39-1201-1,43-61-3449 1,29 23-10906-1</inkml:trace>
  <inkml:trace contextRef="#ctx0" brushRef="#br1" timeOffset="149140.37">31887 3217 16339 0,'0'0'0'0,"-23"-12"4401"16,15-15-3737-1,37-25-832 1,16 24-136 0,-18 32 264-1,-27-4 40 1,-2 73 392-16,-38 14-80 16,16-19-312-1,12-48-720 1,30-21 280-1,25-10 400 1,-4 12 48 0,-18 44-8-1,-24 26-8 1,-45 19-32 0,-7-22 304 15,28-51 208-16,24-28-632 1,43-30 120 0,20-9-80-1,18 17-32 1,-8 6-4401 0,-50 11-8706-1</inkml:trace>
  <inkml:trace contextRef="#ctx0" brushRef="#br1" timeOffset="149361.01">32054 3009 11706 0,'-12'-9'4609'0,"5"-11"-640"16,31 31-2089 0,24 65-87-1,-3 48-1641 16,13 23-576-15,-58-147 424-16,63 140 920 16,-34-93-18780-16</inkml:trace>
  <inkml:trace contextRef="#ctx0" brushRef="#br1" timeOffset="149646.06">32223 3040 12546 0,'-6'-22'5073'16,"3"-13"-4385"0,31-15-920-1,32 11 4937 1,-18 31-4649 0,-27 55 1313-1,-15-47-1369 1,-21 99-96-1,1 8 320 1,17-35-312 0,42-57 104-1,12-43-12659 1,-38 24 3969-16</inkml:trace>
  <inkml:trace contextRef="#ctx0" brushRef="#br1" timeOffset="149931.75">32388 3032 18307 0,'0'0'0'0,"7"-4"4225"16,13-18-3945-1,17-14-512 1,6-4-1600 0,0-10-10403 15,-43 50 12235-31,28-52-3897 15,-20 4 8330 1,-29 19 6186 0,-1 12-6338-1,5 25-1481 1,14 48-2104 0,13 19-624-1,26 24-672 1,-14 5-19916-1</inkml:trace>
  <inkml:trace contextRef="#ctx0" brushRef="#br1" timeOffset="150110.74">32413 3387 15835 0,'0'0'2168'0,"-12"11"2137"16,18 7 496-1,21-10-2848 16,26-2-2177-15,20-6-7066 0,-53-5-5865-16</inkml:trace>
  <inkml:trace contextRef="#ctx0" brushRef="#br1" timeOffset="150310.79">32648 2912 15659 0,'0'0'1264'0,"5"-12"601"16,20-6-1185-1,13 2-520 1,11 14 1576 0,-11 36-240-1,-38-34-1496 1,10 54-992-16,-14-6-13515 15</inkml:trace>
  <inkml:trace contextRef="#ctx0" brushRef="#br1" timeOffset="150526.18">32820 2589 15923 0,'2'-2'3609'0,"12"-9"2360"15,3 8-3729 1,19 24-1335 0,4 51-865-1,13 42-1033 1,-53-114 993 0,55 136-4585-16,-16-46-14755 15</inkml:trace>
  <inkml:trace contextRef="#ctx0" brushRef="#br1" timeOffset="150763.04">33111 2527 8849 0,'0'-5'6874'16,"0"3"-3569"-1,-5 15-2481 1,5 23 32-1,7 4-328 1,18-18 6137 0,-25-22-6665-16,45 2 473 15,5-19-1050 1,1-10-21411 0</inkml:trace>
  <inkml:trace contextRef="#ctx0" brushRef="#br1" timeOffset="150925.24">33168 2931 8697 0,'0'0'7666'15,"-1"-4"464"1,4-22-5962 0,31-17-2080-1,26-6-1008 1,-9 17-20044-1</inkml:trace>
  <inkml:trace contextRef="#ctx0" brushRef="#br1" timeOffset="151178.76">33270 2909 9818 0,'0'0'0'0,"0"9"4857"16,1 3-1241 0,13 6-1831-1,12 6-433 1,-1 10 432 15,-25-34-1784-31,12 44 2217 16,-20 2 568-1,-29-10 855 1,-16-24-2727 0,16-19-913-1,23-38 0 1,19-7-26102-1</inkml:trace>
  <inkml:trace contextRef="#ctx0" brushRef="#br1" timeOffset="151344.82">33530 3067 32767 0,'0'-1'0'0,"5"-8"0"32,6-4-19485-17</inkml:trace>
  <inkml:trace contextRef="#ctx0" brushRef="#br2" timeOffset="180130.53">21599 4802 18291 0,'19'-23'4177'16,"-3"8"-216"0,-16 15-3961-1,0 92 1825 1,6 220-473 0,32 283-488-1,-38-595-864-15,55 622-264 16,-24-154 216-1,-12-213 216 1,-9-127 280 0,-9-120-22485-1</inkml:trace>
  <inkml:trace contextRef="#ctx0" brushRef="#br2" timeOffset="181140.47">33360 3976 3472 0,'3'-15'888'0,"11"-28"4394"16,2-6 2271-1,3-13-991 17,2 14-921-17,-9 23-3513 1,-12 25-2128-16,11 21 1241 16,-9 101-1241-1,-10 126 0 1,-1 120 0-1,-6 73 0 1,-1-13 0 0,-11-62 0-1,-17-84 0 1,-5-95-9435 0,34-152-6104-16</inkml:trace>
  <inkml:trace contextRef="#ctx0" brushRef="#br2" timeOffset="182348.54">22912 6999 11746 0,'-3'-24'6073'0,"23"-18"-2640"15,34 31-2297 1,-3 57 201 15,-32 24-289-15,-38-17 392 0,19-53-1440-16,-66 36 1440 15,-15-63-599 1,35-70-537-1,39 18-264 1,25 48-3089 0,20 67-17379-1</inkml:trace>
  <inkml:trace contextRef="#ctx0" brushRef="#br2" timeOffset="182685.99">22945 7142 18796 0,'-3'0'2696'0,"-2"0"1585"16,5 4-2801 15,2 42-792-15,-20 40-151 0,-55 24-449-1,73-110-88-15,-99 90-24 16,8-59-144-1,39-56 200 1,32-3 0 0,37 7-96-1,65 14 440 1,55 4 304 0,18-4-528-1,-25 7-792 1,-54-12-19613-1</inkml:trace>
  <inkml:trace contextRef="#ctx0" brushRef="#br2" timeOffset="183021.65">23139 6839 22396 0,'-6'0'4337'16,"-4"0"-1232"-1,16 68-2009 1,32 82-944 0,-12 93 8-1,-19-2-1320 1,-7-241 1160-16,-6 91-1424 16,-7-124-161-1,5-91 1225 1,28 14 472-1,4 44 184 17,21 46-152-17,8 15-104 1,-20 46-7033 0,-31-20-4730-16</inkml:trace>
  <inkml:trace contextRef="#ctx0" brushRef="#br2" timeOffset="183196.38">22908 7735 22436 0,'0'14'2377'0,"13"48"2296"16,60-11-2793-1,69-13-1656 1,3-32-2192-1,-44-50-18509 1</inkml:trace>
  <inkml:trace contextRef="#ctx0" brushRef="#br2" timeOffset="183612.93">23506 7003 21092 0,'-12'-12'6089'16,"34"-14"-4968"-1,56 7-569 1,-9 38-928 0,-48 46 560-1,-64 64 248 1,43-129-432-16,-95 138 456 15,13-65-576 1,61-83-2561 15,49-60-1152-15,32 16 2697 0,-15 45 1824-1,-7 41 1985 1,2 4-2145-1,-5-14-536 1,-20-15-7410 0,-14-11-3240-16</inkml:trace>
  <inkml:trace contextRef="#ctx0" brushRef="#br2" timeOffset="183769.05">23687 7147 17139 0,'0'0'0'0,"-6"0"6850"16,13 11-4050-1,45-5-1544 1,14-31-1135 0,-11-25-3194 15,-34-4-14923-31</inkml:trace>
  <inkml:trace contextRef="#ctx0" brushRef="#br2" timeOffset="183917.02">23866 6814 18579 0,'-12'7'7210'16,"-2"18"-4113"0,14 62-1481-1,21 8-1168 1,3 29-608 0,-3 44-1312-1,-21-168 1472-15,-35 133-18684 16</inkml:trace>
  <inkml:trace contextRef="#ctx0" brushRef="#br2" timeOffset="184111.64">23629 7541 21188 0,'-2'6'3513'15,"0"40"944"1,48 35-3025-1,39-21-512 1,36-27-672 0,-1-51-2488-1,-120 18 2240-15,79-46-21525 16</inkml:trace>
  <inkml:trace contextRef="#ctx0" brushRef="#br2" timeOffset="184873.31">24014 6818 25253 0,'0'0'0'0,"-4"0"2632"32,13 0-2672-17,48 10-1320 1,-23 14-6193-1,-29 28 895 1,-5-52 6658 0,-52 63 1432-16,8-19 4746 15,34-35-3954 1,26-11-1552 0,41-13 137-1,13-13-697 1,-37 18-72-1,-28 28 320 1,-37 50 328 0,-30 35-384 15,39-24 152-15,21-30 24-1,26-27-328 1,29-19-8-1,-11-28 104 1,-20-39-280 0,-18-2 24-1,-18 21 152 1,1 27 1024 0,10 10-535-1,42-16-497 1,21-12-120-1,-14 18-240 1,-23 22-385 0,-39 70 169 15,-37 3 192-15,10-18 536-1,29-30 705 1,15-4-137-1,25-18-536 1,24-14-248 0,18-53-2545-1,-30 7-10810 1,-35 37 4514-16</inkml:trace>
  <inkml:trace contextRef="#ctx0" brushRef="#br2" timeOffset="185348.44">24370 6729 21276 0,'-9'-2'6345'0,"0"4"-3496"16,9 65-1761-1,13 38-584 17,25 58-472-17,4 77-992 1,-42-240 960-16,7 182-3129 15,-29-101-3792 1,-21-74 3608 0,8-29 6674-1,23-3 1240 1,13 0-2961 0,36 14-887-1,18 29 63 1,7 56-272-1,-17 56-112 1,-64-17-176 0,-54-41 672-1,-34-53-112 17,22-39-48-17,40-39-687 1,39-25-81-1,43 1 0 1,40 33-2833 0,5 32-17659-1</inkml:trace>
  <inkml:trace contextRef="#ctx0" brushRef="#br2" timeOffset="185536.95">25057 7813 28422 0,'-5'0'1352'0,"-11"0"712"15,18 0-1696 1,4-6-4152 15,25 25-16733-31</inkml:trace>
  <inkml:trace contextRef="#ctx0" brushRef="#br2" timeOffset="188313.23">21854 7165 11098 0,'-19'0'4225'0,"2"3"-2481"16,-31 1 2745-1,-32-2-216 1,-14 1-2145 0,2-15-1399 15,92 12-729-31,-94-27 408 15,-16 7 48 1,-43 15-232 0,-31 5-528-1,2 0 472 1,0-3-32 0,-5 0-224-1,-25 0 104 1,-40 7-16-1,-11 31 0 1,17-4 136 0,2-13-32-1,-11 4-160 1,5 10 24 15,11 6 304-15,11-23-288-1,9-15 48 1,12-15-408 0,23-23 544-1,33-19-16 1,29-18-216 0,0-25 96-1,22-8-296 1,14-7 416-1,21-16 64 1,5-7-704 0,6 11 624-1,8 13-168 1,-5 14-288 0,-8 32 600-1,-17 30-192 16,-11 18-104-15,-11 15 64 0,-20-2-48-1,-22 6 32 1,-25 12-16 0,-18 29 0-1,-6 6-16 1,7-15-216-1,-4-4 232 1,20-6 120 0,30-7 32-1,60-14-88 1,52 0-96 0,24 0 16-1,21-2-3065 16,29-7-19340-15</inkml:trace>
  <inkml:trace contextRef="#ctx0" brushRef="#br2" timeOffset="188690.49">15144 6021 8153 0,'14'-4'2105'0,"14"-39"6288"15,-28 18-4072 1,-3 19-3400 0,-3 17-233-1,-30 59-536 1,36-70-152 0,-73 92 432-16,-6-9-168 31,2-40-64-16,19-17 472 1,42-10-272 0,24 16-296-1,57 61 80 1,39 27 64 0,34-15-336-1,-5-54 264 1,-39-25-408-1,-45-10-18356 1</inkml:trace>
  <inkml:trace contextRef="#ctx0" brushRef="#br3" timeOffset="193205.32">13722 7152 15971 0,'-19'-23'5705'15,"-22"8"-1184"1,-17 18-2777 0,-44 57-847-1,-12 56 271 1,21 8-400-1,93-124-768-15,-33 107 408 16,50-24-392 0,45-36 264 15,25-38-24-15,13-45-288-1,-14-14-1904 1,-65 20-8202-1,-24 16-1177-15</inkml:trace>
  <inkml:trace contextRef="#ctx0" brushRef="#br3" timeOffset="193502.7">13458 7638 10338 0,'-17'0'7257'0,"8"1"-799"15,25-15-4642 1,54-41-1072-1,20-4-72 1,-14 15-368 0,-76 44-304-1,35-14 72 1,-26 36 969 0,-29 73 431-1,-20 37-728 1,13-8-464-1,20-36-112 1,7-57-200 0,6-29-288-1,-2-10-5569 1,13-4-12395 0</inkml:trace>
  <inkml:trace contextRef="#ctx0" brushRef="#br3" timeOffset="194203.72">14093 7302 21596 0,'0'0'0'0,"-33"-14"6810"15,21-10-3514 17,12 14-3328-17,1 5-64 1,16 38-7337-1,-13-11-6050-15</inkml:trace>
  <inkml:trace contextRef="#ctx0" brushRef="#br3" timeOffset="194333.31">14069 7743 18691 0,'-4'0'3273'0,"-22"-21"976"16,20-5-2713-1,29 9-3400 1,-3 9-14491 0</inkml:trace>
  <inkml:trace contextRef="#ctx0" brushRef="#br3" timeOffset="194703.74">14546 7691 9610 0,'3'-9'4200'15,"6"-2"1682"1,-6 7-1817 0,-1 4-9-1,-8 0-2151 1,-18 21-1153 15,24-21-752-31,-55 51 0 16,27-21 56-1,28-18-1400 1,23-12-19557 0</inkml:trace>
  <inkml:trace contextRef="#ctx0" brushRef="#br3" timeOffset="195273.84">14818 7792 15435 0,'0'0'2440'0,"-9"-8"3306"15,6-56-2922 1,27-60-1528 0,25-63-167-1,52-34-1073 1,-101 221-56 0,82-143-120-1,-62 122 440 1,-11 75 8-1,-8 95 1088 1,-1 52-1248 0,29-8 480-1,-8-66-728 1,-29-69-1288 0,-35-49-19084-1</inkml:trace>
  <inkml:trace contextRef="#ctx0" brushRef="#br3" timeOffset="195465.73">14809 7603 20220 0,'0'0'0'0,"0"-13"5441"16,12-16-1920 15,68-11-2985-15,29 15-384-1,4 21-5817 1,-91 18-7778-16</inkml:trace>
  <inkml:trace contextRef="#ctx0" brushRef="#br3" timeOffset="195748.28">15373 7417 23453 0,'-13'-22'3608'15,"-7"-19"-2800"1,14 58-1712 0,8 44-18092-1</inkml:trace>
  <inkml:trace contextRef="#ctx0" brushRef="#br3" timeOffset="195856.11">15382 7703 17851 0,'-7'-7'3745'0,"-1"-10"-3009"16,35 1-14571-1</inkml:trace>
  <inkml:trace contextRef="#ctx0" brushRef="#br3" timeOffset="196153.42">16021 7720 20316 0,'-2'-7'2736'0,"-7"1"929"16,-26 68-2200-1,0 38-2250 17,1-45-15290-32</inkml:trace>
  <inkml:trace contextRef="#ctx0" brushRef="#br3" timeOffset="196724.54">16309 7136 20532 0,'0'-16'2881'0,"-4"3"-481"0,8 83 129 31,2 91-2185-16,-6 31-464 1,-10-19-1265 0,10-173 1385-16,-6 37-19820 15</inkml:trace>
  <inkml:trace contextRef="#ctx0" brushRef="#br3" timeOffset="197133.48">16331 7244 16395 0,'0'-27'4713'0,"5"-11"-904"16,54 33-2409 0,28 52-768-1,-55 43-440 1,-74 20-120 0,42-110-72-1,-96 83 72-15,25-60 40 31,59-50 64-15,42-30-176 0,55 21 0-1,-3 36-24 1,-34 79-64 0,-21 70 424-1,-60-3 449 1,-68-53 887-1,-24-61-224 1,45-71-720 0,60-28-1064-1,40-11-1888 1,7 52-16956 0</inkml:trace>
  <inkml:trace contextRef="#ctx0" brushRef="#br3" timeOffset="197922.09">16776 7414 14018 0,'0'0'0'0,"-13"-21"7970"0,13 7-4241 16,0 11-3321 0,24 23-744-1,-5 40-17260 16</inkml:trace>
  <inkml:trace contextRef="#ctx0" brushRef="#br3" timeOffset="198052.11">16764 7758 18211 0,'0'0'0'0,"-24"21"6274"16,20-21-2906-1,27-5-3920 1,19 6-18316-1</inkml:trace>
  <inkml:trace contextRef="#ctx0" brushRef="#br3" timeOffset="203792">17087 7343 14867 0,'0'0'4385'0,"-11"-12"1680"15,11 10-4577 1,16 35-616 0,9 61 513-1,-12 27-1049 17,-13-121-336-32,12 83-88 15,-7-66 264 1,-2-49 160-1,13-94-288 1,21 13-64 0,-27 83 120-1,-6 47-128 1,12 76 360 0,7 17-280-1,2-67 40 1,-8-44 136-1,9-83 80 1,-3-9-80 0,-9 35-296 15,-14 43-1064-15,-24 12-11363-1,4 7 2145-15</inkml:trace>
  <inkml:trace contextRef="#ctx0" brushRef="#br3" timeOffset="203949.65">17035 7572 12210 0,'0'0'0'0,"-53"6"12747"15,47 1-9402 1,62 1-1993 0,75-40-880-1,43-27-1000 1,-174 59 528-1,162-18-22813-15</inkml:trace>
  <inkml:trace contextRef="#ctx0" brushRef="#br3" timeOffset="204677.53">17642 7528 11362 0,'-6'-9'5873'0,"-1"-21"-600"16,7 8-2152-1,3 13-1657 1,4 4-984 0,2 8-8-1,-9-3-472-15,9 53 993 16,-7 59-529 15,-2-12-432-15,0-63-80-1,0-25 296 1,0-13 720 0,-8-48-648-1,35-78-256 1,39-2 96 0,-5 68-320-1,-15 61-2881 1,-13 48-17611-1</inkml:trace>
  <inkml:trace contextRef="#ctx0" brushRef="#br3" timeOffset="205402.29">18053 7545 16323 0,'0'-13'4297'0,"-10"-11"1008"15,7 22-3289 1,13 67-1295 0,19 39-201-1,1-5-392 1,-30-99-128 0,20 40 160-16,-16-35-48 15,-1-63 112 1,11-56-24-1,23 2-232 1,-19 79 0 0,-3 69 24-1,-9 83 176 1,7-33 16 15,23-54-80-15,1-50 80-1,7-64-8 1,-5-18 24 0,-20 4-216-1,-11 38-2048 1,-39 59-22510 0</inkml:trace>
  <inkml:trace contextRef="#ctx0" brushRef="#br3" timeOffset="205571.94">17921 7693 21948 0,'-10'-19'4585'0,"49"5"-1432"16,101-5-2121 0,101-36-712 15,-19-6-5273-16,-129 61-13707-15</inkml:trace>
  <inkml:trace contextRef="#ctx0" brushRef="#br3" timeOffset="205926.37">18739 7533 20092 0,'-21'-12'5201'15,"21"23"-3265"1,0 76-831 0,0 14-1049-1,0-43 16 1,0-51 96 0,0-7-168-1,0-50 192 1,28-60-8-1,32-20 40 1,4 70-120 0,-21 57 16-1,-14 73 936 1,-14 41-528 0,-4-11-600-1,-4-35-4033 1,-19-58-12810-1</inkml:trace>
  <inkml:trace contextRef="#ctx0" brushRef="#br3" timeOffset="-211241.56">12997 7033 7881 0,'-9'-19'4297'16,"3"-7"688"-1,6 8-936 1,2 9-1000 0,-2 9-3049-1,0 25 2568 1,0-25-2568-16,-8 165 1633 15,-52 118-457 1,39-13-1176 0,11-45 48-1,5-55-48 1,2-95 352 0,1-68-32-1,2-7-320 1,0 0 640 15,0-2-584-15,0 0-304-1,2-18-1384 1,45-21-21509 0</inkml:trace>
  <inkml:trace contextRef="#ctx0" brushRef="#br3" timeOffset="-209459.76">19323 7057 8897 0,'-19'-8'4985'16,"5"-5"-536"-1,-4 5-1376 1,9 8-928 0,9 0-2145-1,2 28 1424 1,-2-28-1424-16,-5 102 1584 16,-27 90-432-1,9 69-519 1,0-27-297 15,9-62 112-15,11-83-160-1,3-71-304 1,0-18 16 0,3 0-16-1,29-17-21037 1</inkml:trace>
  <inkml:trace contextRef="#ctx0" brushRef="#br3" timeOffset="-206716.63">12885 8677 8081 0,'0'0'0'16,"-2"-16"6610"-1,2-23-2898 1,11-6-927-1,1 19 264 1,-5 2-945 0,-7 24-2104-1,1-3 784-15,2 49-128 16,-2 83 505 0,-17 88-249-1,-6 95-832 1,9-46 424-1,10-86-136 1,9-105-288 0,1-63-264 15,-7-36-4465-15,1-50-18732-16</inkml:trace>
  <inkml:trace contextRef="#ctx0" brushRef="#br3" timeOffset="-206247.97">13544 8816 11834 0,'0'-6'928'0,"0"-44"4329"15,-3 10-1544 1,3 12-1104-1,-13 14-201 1,-30 31-1784 0,43-17-624-16,-79 94 304 15,-26 74 97 1,40-4 511 0,58-57-472-1,53-52-264 1,37-41 24-1,14-32-72 1,-28-16-1040 0,-46-6-6410 15,-19 3-11506-31</inkml:trace>
  <inkml:trace contextRef="#ctx0" brushRef="#br3" timeOffset="-205994.22">13442 9147 12794 0,'-20'0'5946'15,"20"0"-5946"1,46-32 5689 0,51-13-4921-1,-17 31-48 1,-41 40 384 0,-39-26-1104-16,13 95 1385 15,-45 70-713 1,4-13-552-1,15-68-296 1,15-82-5554 0,37-69-13602-1</inkml:trace>
  <inkml:trace contextRef="#ctx0" brushRef="#br3" timeOffset="-205869.72">13879 8822 17467 0,'-19'-9'5113'16,"1"-1"-3320"-1,12 39-5378 1,10 11-11730 0</inkml:trace>
  <inkml:trace contextRef="#ctx0" brushRef="#br3" timeOffset="-205730.56">13887 9144 18764 0,'-15'13'3664'0,"6"-7"-359"15,15-6-4041 17,35-2-17924-32</inkml:trace>
  <inkml:trace contextRef="#ctx0" brushRef="#br3" timeOffset="-205102.1">14339 9383 16987 0,'-4'-1'2113'15,"-16"-10"3544"1,2 7-3185 0,-18 57-2312-1,-3 34-88 1,3-23-3368 0,13-54-12076-1</inkml:trace>
  <inkml:trace contextRef="#ctx0" brushRef="#br3" timeOffset="-204716.22">14610 9494 20508 0,'-34'0'3113'15,"-2"-15"-249"1,29-58-1656 0,68-76-1120-1,29-55 64 1,3 7-96 0,-93 197-56-1,53-89-16-15,-43 82 225 16,18 49 631-1,0 83 328 1,11 38-856 0,-3 10-488-1,-26-53-632 17,-35-81-4601-17,-22-36-12499-15</inkml:trace>
  <inkml:trace contextRef="#ctx0" brushRef="#br3" timeOffset="-204554.42">14690 9156 18459 0,'-3'-1'2161'0,"-2"-5"1744"16,19 1-1449 0,56-18-1624-1,36 3-744 1,10 5-5153-1,-56 15-11578 1</inkml:trace>
  <inkml:trace contextRef="#ctx0" brushRef="#br3" timeOffset="-204362.05">15271 8899 19940 0,'0'0'0'0,"-28"-17"6385"16,16 9-4673 0,14 26-2840-1,8 48-21893 1</inkml:trace>
  <inkml:trace contextRef="#ctx0" brushRef="#br3" timeOffset="-204236.98">15250 9205 20460 0,'-6'-10'1672'0,"3"-1"1097"16,29-5-3585-1,24 3-17892 1</inkml:trace>
  <inkml:trace contextRef="#ctx0" brushRef="#br3" timeOffset="-204034.48">15819 9283 22356 0,'0'0'2585'0,"-9"38"239"16,-43 63-2375-1,-34 49-21702 1</inkml:trace>
  <inkml:trace contextRef="#ctx0" brushRef="#br3" timeOffset="-203286.62">16321 8399 9650 0,'0'0'3392'0,"0"0"2898"16,0 3-3066-1,4 91 577 1,-24 120-1528 0,-12 119-1265-1,32-333-1008-15,-7 492 32 16,12-76-64-1,19-257-20333 1</inkml:trace>
  <inkml:trace contextRef="#ctx0" brushRef="#br3" timeOffset="-191405.06">4682 7774 7569 0,'-4'0'3353'16,"-13"-3"1600"0,11 1-1432-1,6 1-2457 1,0 1-1064 0,0 0 0-1,0 0 0 1,3 6 3089-16,13 2-1769 15,-3 5-488 1,7-4-408 0,-6-7-8-1,3-2 224 1,-1 0-40 15,-2 0-336-15,6 0-71-1,15 0-73 1,2 0 48 0,28-6 24-1,-3 1 16 1,4-1-72 0,10-5-56-1,4-2-48 1,0 0 8-1,-3 3 80 1,-4-1 504 0,-4 1-624-1,-11 7-40 1,-1 1 280 0,-7 2-144 15,-5 0-48-16,0 0-64 1,-4 4-16 0,17 5 104-1,10-9 40 1,-3 3-128 0,-9-3 64-1,-5 0-48 1,2 0-16-1,4 0 136 1,22-7 128 0,-2-3-568-1,-8 1 576 1,4 5 24 0,4 4-40-1,-6 0-192 16,2-4 40-15,-2-1 24 0,1 5-80-1,-16 0-32 1,3 0 128 0,3 0-64-1,1 0 88 1,3-4 40-1,-3 1-160 1,13 0-864 0,4 1 488-1,-10-4 720 1,4 5 32 0,-3-6-224-1,-16 5 312 16,7 2-528-15,4 3 176 0,12-3-112-1,-3 0-128 1,5-1 160 0,-5-2-64-1,13 2 16 1,-14-3-464-1,-22 2-1192 1,24 2 1776 0,16 0 912-1,-32 0-752 1,20 0-40 0,29 8 0-1,-12 8-96 16,-8 1-256-15,-5-8-16 0,8-3 240-1,1-6-320 1,-1 3-1440 0,-24 1 1368-1,-28-4 632 1,-24 0-256-1,-16 0-112 1,-47 15-25757 0</inkml:trace>
  <inkml:trace contextRef="#ctx0" brushRef="#br3" timeOffset="-190542.83">3415 7538 16387 0,'0'0'0'0,"26"0"376"15,27-6 1056 1,6-1-455-1,9 14-297 1,-19 10-240 0,-49-17-440-1,17 43 520-15,-19 28 472 16,-53 26 713 0,10-3-1073-1,21-31-552 1,16-53-576 15,3-55-20733-15</inkml:trace>
  <inkml:trace contextRef="#ctx0" brushRef="#br3" timeOffset="-190294.43">3642 7659 10290 0,'0'0'5921'16,"-5"-2"-2576"-1,-2-1 920 1,-8 6-2401 0,-50 33-352-1,-47 45-672 1,112-81-840 0,-147 83 129-16,44-24-169 15,44-24-1297 1,49-7-18283-1</inkml:trace>
  <inkml:trace contextRef="#ctx0" brushRef="#br3" timeOffset="-188996.11">1201 8270 9049 0,'-5'0'4169'16,"-9"0"2161"0,-1 0-2409-1,1-3-3193 1,12 3-720 0,11 29 48-1,-9-29-56 1,18 63-16-16,2 6-24 15,-4-5 496 17,-10-39 144-17,-9-29-624 1,-6-45-8 0,5-19 216-1,9-1-152 1,20 21-160-1,12 39 200 1,-12 34 48 0,-10 41-256-1,-16 11 288 1,-24-9-80 0,-9-20 400-1,11-27-248 1,12-15-280-1,12-3 200 17,24-5-232-17,19-3-2368 1,-7-9-14348 0</inkml:trace>
  <inkml:trace contextRef="#ctx0" brushRef="#br3" timeOffset="-188717.02">1394 7982 16115 0,'0'0'0'0,"0"-5"6545"0,0-7-3536 16,5 6-2753-1,13 28 1056 1,19 67-616-1,-37-89-696 1,44 134 145-16,39 184-290 31,-26-123 81-15,-28-131-4609 0,-27-52-11922-16</inkml:trace>
  <inkml:trace contextRef="#ctx0" brushRef="#br3" timeOffset="-188528.51">1571 8371 18435 0,'0'0'0'0,"-9"-1"4481"16,-4-8-856 0,10-14-3609-1,61-12 176 1,27 24-13867-1,-70 11 4801 1</inkml:trace>
  <inkml:trace contextRef="#ctx0" brushRef="#br3" timeOffset="-188264.7">1765 8169 15395 0,'0'0'0'0,"-10"-9"5777"16,10-19-2520 0,20 3-2097-1,24 0-608 1,-1 15-336 0,-43 10-216-1,23 23 144-15,-23 61-400 16,-40 33-680 15,-13-11-8026-31,37-70-3497 16</inkml:trace>
  <inkml:trace contextRef="#ctx0" brushRef="#br3" timeOffset="-188134.65">1859 8288 12938 0,'0'0'0'0,"9"1"5978"16,18 2-2970-1,8 11-2192 1,4 12-736 0,-11-8-5129-1,-16-15-9826 1</inkml:trace>
  <inkml:trace contextRef="#ctx0" brushRef="#br3" timeOffset="-187904.89">1987 7929 17515 0,'0'-10'4897'15,"1"-8"-128"1,9 20-4081 0,15 62 105-1,25 61-705 1,4 55-600-1,-54-180 512-15,57 167-1217 16,-18-73-11609 0,-36-89 3560-16</inkml:trace>
  <inkml:trace contextRef="#ctx0" brushRef="#br3" timeOffset="-187481.41">2196 7951 19076 0,'0'-4'1824'0,"-3"-23"2681"16,-1 7-2801 0,12 34-1832 15,21 43 56-15,-5 14 200-1,-24-71-128-15,11 48 0 16,-9-45 72-1,1-35-424 1,7-37 208 0,26-1 16-1,1 46-312 1,-4 50 264 0,-14 35 152-1,-14 3 304 1,-9-33-48-1,1-25-320 1,3-10-1320 15,12-45-16708-15</inkml:trace>
  <inkml:trace contextRef="#ctx0" brushRef="#br3" timeOffset="-187217.06">2449 7696 17723 0,'-4'-3'3665'16,"1"-1"-1288"0,3 22-1785-1,26 38-232 1,8 37-192 0,-4-3-208-1,-30-90 40-15,17 37 280 16,-12-34 1416-1,-1-35-1144 1,5-25-480 15,55 4-800-15,-47 51-6921 0,0 37-6931-16</inkml:trace>
  <inkml:trace contextRef="#ctx0" brushRef="#br3" timeOffset="-186998.26">2440 8332 14147 0,'0'0'0'0,"-23"6"5361"15,2-8-880 1,44-35-3921 0,30-20-16-1,15 8-48 1,-68 49-496-1,51 10 592-15,-16 63-240 16,0 29-200 15,2-16-1288-15,-28-55-17052-16</inkml:trace>
  <inkml:trace contextRef="#ctx0" brushRef="#br3" timeOffset="-179738.25">965 7185 9978 0,'0'0'0'0,"-12"0"8425"16,-13-3-3423-1,7 0-3898 1,4 3-184 15,24 0 152-15,-10 0-1072-1,50-5 640-15,13-10-1640 16,-2-10-2113 0,-25-1-343-1,-31 18 3000 1,-23 28 1432-1,-17 42 56 1,2 15-856 0,27-3-392-1,7-28-2953 1,16-47-2024 0,8-48 5209-1,-6-12 3417 1,1 13-1297-1,-6 39-711 17,-10 57-993-17,-4 33-240 1,-23 25-112 0,-14-10 672-1,-2-45 1088 1,15-33-919-1,13-34-785 1,29-18-112 0,30 11-24-1,19 6-4201 1,-12 4-13707 0</inkml:trace>
  <inkml:trace contextRef="#ctx0" brushRef="#br3" timeOffset="-179399.73">1209 7018 18844 0,'0'0'0'0,"-2"-1"5049"16,2-2-4281 0,1 28-488-1,13 47-728 1,12 31 64-1,-26-103 384 1,22 110-64-16,-8-35 88 16,-13-56 88-1,-5-41 136 1,0-22-192 0,8 3-112-1,22 5-272 1,3 10-4657-1,4-14-6226 1,-27 25 6122 0</inkml:trace>
  <inkml:trace contextRef="#ctx0" brushRef="#br3" timeOffset="-179254.73">1374 6965 7761 0,'0'0'0'0,"-5"-13"11219"16,-3-3-5746-1,1 11-4241 1,4 23-40-1,18 68-1240 1,-15-86 48 0,38 137-80-16,13 31-1600 15,-20-55-16364 1</inkml:trace>
  <inkml:trace contextRef="#ctx0" brushRef="#br3" timeOffset="-179001.61">1584 6997 17419 0,'0'0'4969'16,"-6"-6"-1440"0,1-14-2209-1,48-6-167 1,30 15-977-1,-33 52-176 1,-40-41 0-16,9 95-24 16,-58 43-2969-1,-12-18-17627 1</inkml:trace>
  <inkml:trace contextRef="#ctx0" brushRef="#br3" timeOffset="-178836.61">1582 7129 19996 0,'0'0'0'0,"0"0"4865"16,2-5-2849 0,52-22-1768 15,27-16-4601-15,-47 17-11162-16</inkml:trace>
  <inkml:trace contextRef="#ctx0" brushRef="#br3" timeOffset="-178669.01">1779 6735 18619 0,'-5'-11'5946'16,"3"-6"-4298"0,6 34-1232-1,38 33-200 1,11 43-576-1,-14 53-20124 1</inkml:trace>
  <inkml:trace contextRef="#ctx0" brushRef="#br3" timeOffset="-178213.25">1955 7191 13466 0,'-3'-6'4609'15,"-10"-14"2609"1,2 7-4313-1,1 33-2769 1,-23 61-617 0,-10 33 369-1,43-114 112 1,-37 89-2712-16,18-56-18933 16</inkml:trace>
  <inkml:trace contextRef="#ctx0" brushRef="#br3" timeOffset="-178120.2">1892 7271 19732 0,'9'6'1816'0,"38"32"2689"16,38 21-3641 15,16 6-20836-15</inkml:trace>
  <inkml:trace contextRef="#ctx0" brushRef="#br3" timeOffset="-177054.9">1715 9042 13914 0,'-19'9'2745'0,"-15"30"-280"15,-32 36-2673 17,27 3-249-17,-7-2-1279 1,11-12-7650-1,35-64 9386-15,-14 4-5193 0</inkml:trace>
  <inkml:trace contextRef="#ctx0" brushRef="#br3" timeOffset="-176928.25">1467 9269 5617 0,'3'0'3328'0,"18"0"1009"16,40 24-344 0,23 11-2528-1,-12-24-3522 1,-49-12-9641-1</inkml:trace>
  <inkml:trace contextRef="#ctx0" brushRef="#br3" timeOffset="-176773.66">1692 8949 17315 0,'0'0'0'16,"-4"-3"5777"-1,4 6-4576 1,7 58-1161-1,19 28 0 1,9 39-3321 0,-22 5-15059-1</inkml:trace>
  <inkml:trace contextRef="#ctx0" brushRef="#br3" timeOffset="-176557.74">1665 9616 14667 0,'0'0'1760'0,"0"-5"1705"15,3-19-1697 1,31-19-1160 0,8 6 104-1,-5 36-368 17,-37 1-344-32,39 70 225 15,2 40-225 1,-11 9-2761-1,-13-59-14123 1</inkml:trace>
  <inkml:trace contextRef="#ctx0" brushRef="#br3" timeOffset="-176354.61">1908 9021 20164 0,'-8'0'3072'0,"-5"6"-2167"16,17 48-353 0,31 36-640-1,2 24-2841 1,-20-27-15747 15</inkml:trace>
  <inkml:trace contextRef="#ctx0" brushRef="#br3" timeOffset="-176008.39">1981 8926 14771 0,'1'0'1896'0,"10"-5"1929"16,10 8-2105 0,18 44-1280-1,11 38-432 1,-33 48-504-1,-17-133 496 1,-16 148-2256-16,-31-63-401 16,-4-85 473 15,27-54 2248-15,24 0 376-1,24 28 440 1,14 26 344-1,6 22-464 1,-15-1-431 0,-10-13-1170-1,-11-12-12450 1</inkml:trace>
  <inkml:trace contextRef="#ctx0" brushRef="#br3" timeOffset="-175712.47">2106 9114 15411 0,'-3'0'2920'0,"-7"0"241"16,13-22-2321 0,42-24-680-1,8 10-728 1,-33 44-224 15,-20-8 792-31,-18 71-384 16,-22 29 552-1,8-15 88 1,28-27 40 0,14-34 40-1,28-18 8 1,13-44-2416 0,-20-46-7274-1,-20 36 1912 1</inkml:trace>
  <inkml:trace contextRef="#ctx0" brushRef="#br3" timeOffset="-175559.32">2214 8937 7137 0,'0'-5'5313'0,"0"-20"2921"16,0 10-5946-1,1 35-1303 17,25 52-497-17,17 26-392 1,-43-98-96-16,46 136-1561 15,-22-14-16907 1</inkml:trace>
  <inkml:trace contextRef="#ctx0" brushRef="#br3" timeOffset="-175096.04">2214 9517 13818 0,'-7'-5'4665'15,"0"-11"-2440"1,27-15-1617-1,31 11-568 1,-8 19-176 0,-19 40 24-1,-24-39 112 1,-19 61-24-16,-33-5 136 31,9-30 384-15,33-18-280-1,27-31-424 1,41-33-136 0,14 11 72-1,-26 35-352 1,-39 31 328 0,-46 48 576-1,-25 8 552 1,19-16 0-1,38-23-528 1,28-29 224 0,49-26-456-1,4-31-5153 1,-27-17-7657 0</inkml:trace>
  <inkml:trace contextRef="#ctx0" brushRef="#br3" timeOffset="-174388.43">2441 8856 14411 0,'-15'0'5945'0,"-17"9"-3769"16,32 0-2008-1,28-11-216 1,35-25-784 0,47-5-4625-1,-110 32 5457 1,3 20-5689-16,-50 32 3088 31,8-7 4234-15,14-7 3128-1,20-25-2921 1,11-10-272 0,71-16-367-1,-18-12-1137 1,-43 21-488 0,-20 30 327-1,-32 45 346 1,-19-21-369-1,39-14 136 1,18-12 240 0,65-24 8-1,-27-19-128 1,-3 14-344 15,-18 54 488-15,-39 33-200-1,-33 24 64 1,-19-43-648 0,28-41 296-1,24-14-241 1,13-38 185 0,53-20 929-1,36 43 751 1,-27 10-192-1,9 6-656 1,0-17-704 0,-10-72-16603-1</inkml:trace>
  <inkml:trace contextRef="#ctx0" brushRef="#br3" timeOffset="-172504.81">2755 8804 4368 0,'17'-4'3241'16,"-13"3"-1697"0,-4 1-1544-1,0 0 0 1,0-2 12867-1,0 2-12867 1,0 0 0-16,8-8 2737 16,44-33-1849-1,15-6-704 1,-17 43-88 0,-23 45-8-1,-18 45 24 16,-9 7-280-15,-12-31-1648 0,-11-20-13812-1,11-39 9275-15</inkml:trace>
  <inkml:trace contextRef="#ctx0" brushRef="#br3" timeOffset="-172347.84">2788 8921 15971 0,'0'-9'4033'16,"12"-10"-1729"0,47-16-1872-1,19 19-1192 1,-32 32-8242 0,-27 19-1528-1</inkml:trace>
  <inkml:trace contextRef="#ctx0" brushRef="#br3" timeOffset="-172146.29">2747 9170 11938 0,'-16'5'4105'15,"1"-2"-152"1,83-54-737 0,78-45-2263-1,-23 15-937 1,-34 47-3665-1,-89 34 3649 1,27-8-19084-16</inkml:trace>
  <inkml:trace contextRef="#ctx0" brushRef="#br3" timeOffset="-171928.18">2970 9130 7513 0,'0'0'2313'0,"3"4"2944"15,-3-4-1240 16,6 21-457-15,3 29-423 0,17-4-1769-1,-26-46-1368 1,46 15 872-16,13-12-191 16,1-12-697-1,-13-18-7074 1,-32 22-5617-16</inkml:trace>
  <inkml:trace contextRef="#ctx0" brushRef="#br3" timeOffset="-163492.77">10795 11941 7753 0,'-21'-23'2985'16,"12"-5"111"-1,2 0 369 1,7 19-736-1,0 9-2729 1,13 27 2568 0,-13-27-2568-16,52 79 1049 15,-14-37-705 1,16-6-56 15,-19-25 56-15,-15-11 8-1,5-25 336 1,10 1-552 0,21-3-192-1,-7 20-24 1,44 50 248 0,-4 16-80-1,-1-20-160 1,-8-15 128-1,-21-27 96 1,-17-26 336 0,-4 6-344-1,15-5 32 1,-11 11-248 15,9 13 104-15,23 12 112-1,2 13-288 1,1-6 288 0,-8-15-144-1,0-19 464 1,-22-14-240 0,-11 20-80-1,12-2-160 1,4 11-24-1,17 12 80 1,14 20-8 0,13-2-184-1,4-7 40 1,-9-13 168 0,2-15-24 15,-9-27 457-16,-12 2-385 1,-17 16 280 0,-6 14 40-1,8 14-504 1,13 20 296 0,15-9-504-1,-3-3 320 1,-3-12 40-1,1-9 64 1,-14-25 104 0,-4-14-88-1,3 1-288 1,-28 35 256 0,-1 6-440 15,2 24 400-16,6-2-144 1,21 13 96 0,4-19-584-1,-8-16 912 1,-5-8-168 0,-8 0-176-1,13-9 16 1,13-16 0-1,-11 14 40 1,-6 10-296 0,-22 9 88-1,-19 14-15836 1,-12-9 7138 0</inkml:trace>
  <inkml:trace contextRef="#ctx0" brushRef="#br3" timeOffset="-162806.46">15276 11524 9137 0,'0'-12'2849'0,"3"-1"1432"16,-2 11-2305 15,-5 39 393-15,-60 77-689-1,-7 21-1232 1,71-135-448-16,-50 104 32 16,38-86-288-1,6-33-10050 1,18 4 2568-16</inkml:trace>
  <inkml:trace contextRef="#ctx0" brushRef="#br3" timeOffset="-162616.53">15440 11626 10170 0,'2'-4'4025'0,"18"-17"-929"16,-14 21 337-1,-22 36-1201 16,-56 65-847-15,31-22-1033 0,41-79-352-16,-20 69-56 15,-6-23-12491 1,26-30 4529-16</inkml:trace>
  <inkml:trace contextRef="#ctx0" brushRef="#br3" timeOffset="-161632.7">15921 11260 13690 0,'0'0'0'0,"0"-12"6466"16,-6 33-4314 15,-11 95-319-15,12 42-1489-1,-7-14-344 1,12-144 0 0,-7 95-192-16,7-80-5474 15,0-18-4368-15</inkml:trace>
  <inkml:trace contextRef="#ctx0" brushRef="#br3" timeOffset="-161208.73">15926 11391 11706 0,'-3'-27'3921'0,"4"-41"1088"16,38 20-2569 0,34 42-2047-1,-13 53-498 1,-37 61 210 0,-23-108-105-1,-50 132 56-15,-32-58 48 31,16-54-16-15,45-23 152 0,36-39-280-1,48 8-80 1,11 36 48 0,-7 64-112-1,-27 24 248 1,-37-4-8-1,-61-19 232 1,-23-47 384 0,32-42-208-1,36-34-872 1,43 3-19757 0</inkml:trace>
  <inkml:trace contextRef="#ctx0" brushRef="#br3" timeOffset="-160850.1">16290 11601 14699 0,'0'-7'1480'0,"0"-19"4873"16,0 22-4736-1,3 41-1521 1,8 27 0-1,0 12 56 1,-11-76-152 0,10 28-48-16,-1-25 240 15,41-70 112 1,-15 1-160 0,-16 42-304-1,-18 26-8 1,-4 57 144 15,3 12 48-15,29-30-48-1,20-32 160 1,7-15-560 0,-18-42-16724-1</inkml:trace>
  <inkml:trace contextRef="#ctx0" brushRef="#br3" timeOffset="-160671.98">16547 11559 15115 0,'-3'0'1344'0,"-7"-5"3217"15,14 4-3801 1,61 1-520 0,28-2-280-1,-22-3-11186 1,-44 5 4112-1</inkml:trace>
  <inkml:trace contextRef="#ctx0" brushRef="#br3" timeOffset="-160405.12">16855 11437 10258 0,'-29'-35'3881'15,"-23"-56"239"1,18-21-935-1,21 30-520 1,10 58-1241 0,0 45-1696-1,3-21 272 1,-8 108 216-16,-18 57 432 16,9 27-344-1,11-38-320 1,13-61-144-1,28-62-1264 1,7-44-15652 0</inkml:trace>
  <inkml:trace contextRef="#ctx0" brushRef="#br3" timeOffset="-160235.02">16879 11522 16203 0,'0'-2'1176'0,"-6"-1"-272"16,33 1 2049 0,55-4-2241-1,27 9-968 1,-17 3-16715 0</inkml:trace>
  <inkml:trace contextRef="#ctx0" brushRef="#br3" timeOffset="-159968.39">17211 11483 12570 0,'-4'-4'1040'0,"-29"-78"1641"31,13-19 280-15,6-12-1441 0,-12 1 776-1,16 51 625 1,10 61-2921-1,-6-5 960-15,-13 66-672 16,-5 93 48 0,7 55-336-1,16 4 88 1,43-79-584 0,24-109-18260-1</inkml:trace>
  <inkml:trace contextRef="#ctx0" brushRef="#br3" timeOffset="-159403.27">17246 11620 17643 0,'0'0'816'16,"-6"9"953"0,19-10 935-1,58-10-1487 1,17-24-937-1,-40 17-200 1,-48 18-80 0,0-20-24-16,-66 15-280 15,-30 57 288 1,27 13 128 0,47 7 288-1,35-2 200 1,54-27-504-1,36-34-192 17,-17-47-3257-17,-36-27-3000 1,-24-14 5945 0,-23 26 3040-1,-3 29 1929 1,1 25-4065-1,9 62 153 1,9 25-369 0,2-10-88-1,-14-45 0 1,-7-50 528 0,-5-66-664-1,13-20 408 1,52 14 56-1,20 51-528 1,16 76-15771 15</inkml:trace>
  <inkml:trace contextRef="#ctx0" brushRef="#br3" timeOffset="-158655.87">18367 11330 18740 0,'-33'-4'2256'0,"18"7"-2128"0,81-17 1600 16,57-28-1408 15,-56 38-384-15,-55 86 168-1,-12-82-104-15,-108 145 56 16,-46 1-32-1,58-67-40 1,79-74-104 0,70-56-784-1,43-18 280 1,-21 55 528 0,-39 21 48-1,20 55 72 1,-31-21-2760-1,-13-35-9219 1</inkml:trace>
  <inkml:trace contextRef="#ctx0" brushRef="#br3" timeOffset="-158521.81">18574 11575 17131 0,'-3'-3'2033'15,"-3"-10"-241"1,19 8-512-1,62-15-840 1,-10 22-880 0,-46 13-14123-1</inkml:trace>
  <inkml:trace contextRef="#ctx0" brushRef="#br3" timeOffset="-158311.58">18756 11199 14563 0,'-3'-3'2320'0,"-11"-12"777"16,-2 77 31 15,10 71-1111-15,30 50-1609 0,16 1-568-1,-40-184 160 1,19 103-14219-16</inkml:trace>
  <inkml:trace contextRef="#ctx0" brushRef="#br3" timeOffset="-157959.5">19006 11273 20180 0,'-19'-8'2696'0,"20"-16"-255"15,63-5-1729 1,2 37-672 0,-41 50 16 15,-66 65 16-15,41-123-72-16,-117 142-56 15,35-74-200 1,62-59-2593-1,57-64-6273 1,36 2 8698 0,-17 31 2417-1,-7 19 623 1,7 34-2160 0,-4 2-1464-1,-22-25-10050 1</inkml:trace>
  <inkml:trace contextRef="#ctx0" brushRef="#br3" timeOffset="-157652.35">19357 11066 17947 0,'0'0'0'0,"-20"-19"5281"15,6 57-3872 1,2 85-937-1,28 45-288 1,-15 29-296 0,-1-197 112-1,-4 96-224-15,7-106 352 16,31-84 8 0,-5-10-8-1,11 23-184 1,13 52-16-1,-9 43-392 1,-41 43-19933 0</inkml:trace>
  <inkml:trace contextRef="#ctx0" brushRef="#br3" timeOffset="-157373.27">19235 11761 13866 0,'-5'-6'2537'15,"16"5"-1185"1,39 16 145 0,2 38-977-1,-41 11-216 1,-48-20 616 0,37-44-920-16,-90 26 1864 15,-2-35 417 1,43-49-1121-1,61-34-904 1,81 16-984 0,-39 62-14131-1</inkml:trace>
  <inkml:trace contextRef="#ctx0" brushRef="#br3" timeOffset="-157254.02">19676 12073 21060 0,'0'4'632'15,"13"54"-15043"1</inkml:trace>
  <inkml:trace contextRef="#ctx0" brushRef="#br3" timeOffset="-125302.54">8523 7821 14147 0,'1'-21'4040'15,"-1"2"185"1,0 13-1984 0,0 6-2241-1,-26 38 1376 1,-34 19-1280 0,60-57-96-1,-75 59-24 1,1-7 40-1,41-24-64 1,29-16-80 0,24 11 216-1,26 23 80 1,23 7-40 0,4-20-40-1,-38-21 272 1,-25-12-2328-1,-10-12-15348 1</inkml:trace>
  <inkml:trace contextRef="#ctx0" brushRef="#br3" timeOffset="-124664.64">8365 8097 10706 0,'-3'0'2520'16,"-26"-1"3802"-1,17-7-2506 1,12 5-1575 0,2 3-1617-1,35-8-24 1,-37 8-600-16,58-13 672 16,25 3-7-1,31-2 311 1,49-17 24-1,14 1-888 1,18-6-160 0,19 7-576-1,7 7 1184 1,-8-4-528 0,-28 6-136 15,-21 12 88-16,-37 4-568 1,-55 2 1120 0,-44 0-216-1,-10 0-320 1,1-5 0 0,-15 1 80-1,-4 4-80 1,0 0 0-1,0 0 0 1,0 0 0 0,-3-3 184-1,0-33-104 1,3-25 464 0,25-32-592 15,-4 27-80-16,-18 51-8930 1,-7 29-4121-16</inkml:trace>
  <inkml:trace contextRef="#ctx0" brushRef="#br3" timeOffset="-123401.54">10830 7082 16067 0,'-2'-7'4825'16,"-3"6"-1112"0,6 52-1633-1,-1 54-1456 1,-3 27-432 15,-2-38-832-15,5-94 640-16,-2 8-18268 15</inkml:trace>
  <inkml:trace contextRef="#ctx0" brushRef="#br3" timeOffset="-123021.39">10983 6986 17723 0,'0'-3'4449'16,"0"5"-1640"0,26 54-1745-1,-11 48-1192 1,-33 10 96 0,-42-21-280-1,60-93 312 1,-64 27-280-1,32-57 248 1,28-42-48 0,38 5-64-1,-7 48 136 1,0 41 272 0,-15 49 104-1,-1-17-200 1,4-18-200-1,5-27-160 1,14-32-17892 0</inkml:trace>
  <inkml:trace contextRef="#ctx0" brushRef="#br3" timeOffset="-122845.41">11040 7236 15811 0,'0'0'0'0,"-26"3"8138"16,23-1-5602 15,24-2-2272-15,54-5-240-1,-30-6-1856 1,-45 11 1832 0,16-33-18196-16</inkml:trace>
  <inkml:trace contextRef="#ctx0" brushRef="#br3" timeOffset="-122658.59">11149 7021 11074 0,'0'0'0'0,"0"-43"7930"16,0 28-3546 0,11 36-1783-1,5 67-200 1,-11 76-2433 0,17 46 472-1,-22-210-440-15,41 140-456 16,-3-105-19101 15</inkml:trace>
  <inkml:trace contextRef="#ctx0" brushRef="#br3" timeOffset="-122086.11">11294 7049 20596 0,'-12'0'2632'0,"1"-3"913"16,41-5-3225-1,74-23-272 1,-15 5-800 0,-45 1-9578-1,-44 25 10330 1,3-4-14035-16,-69 20 19532 31,3 33 3945-15,21 5-5473-1,39-7-2713 1,13-19-1216 0,13-23-1048-1,4-32-664 1,-9 4 1784-1,-12 19 320 1,7 36 1216 0,-6 35-880-1,-11 5-480 1,-44-9-112 0,-4-37 48-1,16-26 145 1,26-14 559 15,10 6 0-15,16 5-224-1,37-4-400 1,15-7-176 0,0-13-2256-1,-14-9-14412 1</inkml:trace>
  <inkml:trace contextRef="#ctx0" brushRef="#br3" timeOffset="-121903.71">11590 7153 18451 0,'-9'0'3697'0,"-1"0"728"16,22-6-3801-1,44-2-592 1,2 3-136-1,-29-7-2272 17,-29 12 2376-32,17-14-18380 0</inkml:trace>
  <inkml:trace contextRef="#ctx0" brushRef="#br3" timeOffset="-121622.89">11754 6893 13978 0,'0'-4'4377'0,"-3"-1"817"16,3 5-3938 0,6 36 800-1,-1 44-199 1,-5 72-1073 15,0-152-784-31,0 195-48 16,4-53-40-1,14-87-1977 1,0-55-14722-16</inkml:trace>
  <inkml:trace contextRef="#ctx0" brushRef="#br3" timeOffset="-121336.7">11925 6999 19708 0,'0'0'0'0,"-9"-5"3841"15,38-11-2993 1,38-2-608-1,-18 18-224 17,-29 36 360-17,-20-36-376 1,-29 65 968-16,-34 17-848 16,20-29-960-1,36-53-15996 1</inkml:trace>
  <inkml:trace contextRef="#ctx0" brushRef="#br3" timeOffset="-121079.67">12144 6781 19388 0,'0'-2'2640'0,"-6"-16"2617"15,3 15-3640 1,16 34-1393-1,12 50 256 17,-14 56-736-17,-11-137 256-15,3 172 304 16,-3-47-1864 0,1-109-10227-1,1-18 1649-15</inkml:trace>
  <inkml:trace contextRef="#ctx0" brushRef="#br3" timeOffset="-120938.7">12245 6978 19692 0,'0'0'0'0,"-4"-3"5361"15,31-1-4185 1,51-11-960 0,2 1-7425-1,-67 18-4290 1</inkml:trace>
  <inkml:trace contextRef="#ctx0" brushRef="#br3" timeOffset="-120301.95">10814 7963 17243 0,'-4'-2'1961'0,"-19"-13"3136"15,20 11-3737 1,19 25-248 0,1 69-72-1,-14 14-864 1,-3-104-176 0,-10 75 145-16,-7-54 63 15,6-48 32 1,27-80-384-1,26-5 264 17,-5 57-168-17,-15 42 48 1,2 59 16 0,-5 32 104-1,-8 2-200 1,0-16-849-1,-8-75-17427 1</inkml:trace>
  <inkml:trace contextRef="#ctx0" brushRef="#br3" timeOffset="-119922.83">11090 7982 13938 0,'0'-7'3833'0,"-4"-12"2289"16,-3 21-4482-1,-19 61-728 1,20 8-368 15,8-10-528-15,-2-61-16-16,14 37-72 16,6-31 392-1,3-39-160 1,-4-23-8-1,-16 7 48 1,-15 26 113 0,-22 10 295-1,9 4-408 1,20 5-248 0,5-2-608-1,19 0-6978 1,-7 3-4305-1</inkml:trace>
  <inkml:trace contextRef="#ctx0" brushRef="#br3" timeOffset="-119738.89">11199 7949 17723 0,'0'0'0'0,"-7"0"5625"16,7 3-3456-1,43-1-1313 1,30-13-384 0,11-10-384-1,-84 21-88 1,57-8-1864-16,-46 10-16180 16</inkml:trace>
  <inkml:trace contextRef="#ctx0" brushRef="#br3" timeOffset="-119511.03">11322 7795 17947 0,'-20'-6'5458'16,"20"1"-1538"-1,0 30-2559 1,7 63 95-1,6 39-1328 1,2 52 304 0,-15-179-432-16,10 139-2624 15,-3-124-15172 1</inkml:trace>
  <inkml:trace contextRef="#ctx0" brushRef="#br3" timeOffset="-119003.89">10858 8538 21868 0,'-29'5'2281'15,"13"6"1071"1,50 2-2936-1,61-27-183 1,7-10-185 0,-51 15-1761-1,-51 9 1713-15,0-21-22733 16</inkml:trace>
  <inkml:trace contextRef="#ctx0" brushRef="#br3" timeOffset="-118733.04">10929 8568 14043 0,'-5'0'3400'0,"-29"24"2313"16,10 33-2208 0,-11 43-1432 15,14 22-1257-15,23-36-768-1,-2-86-48-15,19 48 24 16,17-32 40-1,10-18-64 1,17-14-80 0,7-5 72-1,-24-1-1184 1,-28-5-9171 0,-16 15-503-16</inkml:trace>
  <inkml:trace contextRef="#ctx0" brushRef="#br3" timeOffset="-118563.78">10894 8789 18267 0,'-5'0'3161'0,"-10"0"1664"15,32 0-4321 17,64-8-560-17,37-2-1032 1,-73-12-12819-16</inkml:trace>
  <inkml:trace contextRef="#ctx0" brushRef="#br3" timeOffset="-118076.33">11239 8692 18355 0,'-31'0'5362'15,"17"25"-1866"1,16 40-3176-1,9 19 0 1,-7-26-432 0,-4-47 376-1,0-11-264-15,-3-25 265 32,11-63-353-17,34 2 88 1,-6 51-137-1,-21 35 137 1,2 52 153 0,-9 11-225-1,1-21 56 1,-5-35 0 0,-4-12 120-1,8-60-104 1,10 12 0-1,-6 39 56 1,-3 16-40 0,5 35 56-1,3 6-184 17,8-4-953-17,-8-34-8529 1,7-17-3769-16</inkml:trace>
  <inkml:trace contextRef="#ctx0" brushRef="#br3" timeOffset="-117658.52">11517 8745 8937 0,'3'-28'4793'16,"-2"-18"2881"-1,-1 31-4009 1,9 20-1929 0,9 51-391-1,1 43-833 1,-19-99-512-1,16 159-32-15,-12 3 88 16,-13-98-24 0,-2-85 224-1,7-83-448 17,42-42 112-17,11 27-8 1,-22 88 104-1,-5 54 32 1,-6 52-80 0,-15 4 16-1,-21-26-32 1,-37-42 200 0,1-60-184-1,36-35-488 1,29-22-8562-1,6 84-2313-15</inkml:trace>
  <inkml:trace contextRef="#ctx0" brushRef="#br3" timeOffset="-117487.17">11790 8645 16683 0,'-6'0'5305'16,"6"-3"-1536"-1,31-2-2993 1,28-3-560 0,5-2-376-1,-40-5-5921 1,-24 15 6081-16,4-4-11923 0</inkml:trace>
  <inkml:trace contextRef="#ctx0" brushRef="#br3" timeOffset="-117284.45">11836 8431 17819 0,'0'0'1441'0,"-3"4"3440"15,5 57-2465 17,16 46-936-17,5 28-1143 1,7-28-633-1,-30-107 296-15,22 33-4906 16,0-34-11545-16</inkml:trace>
  <inkml:trace contextRef="#ctx0" brushRef="#br3" timeOffset="-117049.21">12069 8589 19692 0,'-7'0'3576'0,"-13"3"1177"16,22 19-4176 0,22 27-425-1,12-2-136 17,-3-22-152-17,-33-25 136-15,11 7-3041 16,-2-32-12690-1,-8 12 8785-15</inkml:trace>
  <inkml:trace contextRef="#ctx0" brushRef="#br3" timeOffset="-116877.34">12277 8495 12738 0,'1'0'2793'0,"-1"-7"5497"16,0 6-3961-1,-24 74-2777 1,-36 71-1152-1,-5 76 120 1,65-220-520 0,-67 229 48-16,43-144-2833 15,22-85-14730 1</inkml:trace>
  <inkml:trace contextRef="#ctx0" brushRef="#br3" timeOffset="-116678.73">12377 8930 22676 0,'13'0'5089'15,"-5"-3"-2616"1,-6 7-4305-1,15 14-18869 1</inkml:trace>
  <inkml:trace contextRef="#ctx0" brushRef="#br3" timeOffset="-114856.24">8872 9764 14010 0,'0'0'0'0,"-6"-13"6194"16,-5 6-2993-1,-11 9-2521 1,-30 70-472 0,-16 17-208-1,68-89 0 1,-47 63-1105-16,40-68-16058 16</inkml:trace>
  <inkml:trace contextRef="#ctx0" brushRef="#br3" timeOffset="-114705.74">8806 9834 12210 0,'0'0'0'0,"29"10"5977"16,32-7-2616-1,28-1-1585 1,14-13-1535 0,-37 11-11012-1,-65 2 2497-15</inkml:trace>
  <inkml:trace contextRef="#ctx0" brushRef="#br3" timeOffset="-114405.9">8884 9870 12690 0,'0'-2'3145'0,"-6"-6"1792"16,7 22-3401 15,7 61 913-16,-3 69-1601 1,-26 50-768 0,21-194-80-16,-23 147-40 15,11-114 184 1,12-35 1280 0,21-35-1072-1,39-15-256 1,21 23-8-1,25 21-408 1,25 6-17667 0</inkml:trace>
  <inkml:trace contextRef="#ctx0" brushRef="#br3" timeOffset="-114081.08">9290 10140 13770 0,'-39'-8'4978'16,"24"6"-930"-1,24 4-3119 1,64-2 303 0,29-15-600-1,6-5-672 1,-108 20 40-16,52-7-4193 16,-46 4-11042-1</inkml:trace>
  <inkml:trace contextRef="#ctx0" brushRef="#br3" timeOffset="-113699.4">9457 10110 12994 0,'-13'4'1545'16,"-28"62"2367"-1,34 17-1679 1,12-7-2001 0,25-28-536-1,-4-68-2457 1,-26 20 2761-1,36-68-3352-15,-15 2 3392 16,-2 43 1848 0,-13 37-296-1,-5 52-535 1,-24 6-641 0,-17-8-168-1,-24-20-56 16,17-34 488-15,32-20 2072 0,12-2-1303-1,27 1-873 1,38 11-208 0,28-7-224-1,9-16-2657 1,-70-5-12146-1</inkml:trace>
  <inkml:trace contextRef="#ctx0" brushRef="#br3" timeOffset="-113438.54">9684 10003 17219 0,'0'-4'2921'0,"-15"-22"2640"16,15 42-4281 15,3 71-624-15,15 72-352-1,0 57-392 1,-18-216 88-16,3 203-480 16,-8-154-3865-1,7-103-7593 1,2 28 5136-16</inkml:trace>
  <inkml:trace contextRef="#ctx0" brushRef="#br3" timeOffset="-113340.52">9726 10350 11658 0,'0'-44'8186'16,"-3"23"-3329"-1,30 17-4025 1,36 6-1000 0,-14-22-14827-1</inkml:trace>
  <inkml:trace contextRef="#ctx0" brushRef="#br3" timeOffset="-113020.02">10087 10051 19148 0,'-8'0'2344'16,"-38"42"1089"-1,-4 46-3041 1,-2 21-528-1,7-29-1192 1,35-69-6570 0,10-11 7898-1,10-51-5137-15,18-1 7441 16,-7 30 4466 0,6 26-3786-1,22 32-1487 16,19-13-1361-15,3-16-4465 0,-41-14-9802-16</inkml:trace>
  <inkml:trace contextRef="#ctx0" brushRef="#br3" timeOffset="-112855.64">10210 9896 15043 0,'-4'-3'5761'0,"-22"3"-1864"16,7 75-2369 0,38 35-1400-1,21 52-168 1,-30 48-9370 0,-10-157-984-1</inkml:trace>
  <inkml:trace contextRef="#ctx0" brushRef="#br3" timeOffset="-112609.14">10120 10596 16251 0,'0'-18'2200'15,"17"-25"1289"1,36 34-2497 0,1 51-592-1,-17 26-344 1,-35 0 417-1,-2-68-473-15,-57 47 360 16,-24-36 72 0,21-56 64-1,48-37-896 1,76-41-16948 0</inkml:trace>
  <inkml:trace contextRef="#ctx0" brushRef="#br3" timeOffset="-112309.75">10532 10015 14075 0,'0'0'0'0,"-3"-36"8377"16,3 28-7128-1,22 29-1209 1,-14 37 128-1,-28-14 312 1,20-44-480 0,-58 28 248-16,-2-29 16 15,31-42 384 1,36-4-184 0,43 22-1000-1,3 22-3289 1,-6 39-14979-1</inkml:trace>
  <inkml:trace contextRef="#ctx0" brushRef="#br3" timeOffset="-112133.22">10316 10317 16699 0,'0'0'3609'16,"32"-5"784"-1,84-38-3433 1,25-7-880 0,-19 36-3529-1,-89 25-12642 1</inkml:trace>
  <inkml:trace contextRef="#ctx0" brushRef="#br3" timeOffset="-111686.14">10494 10422 10730 0,'-9'0'5273'16,"5"-3"-2208"0,47-11-1241-1,24-1-1312 1,-13 21-384 0,-41 44-104-1,-13-50-24-15,-63 77 208 16,-17-29-176-1,37-32 224 1,36-13 24 0,41-15-448-1,42-24 216 1,-2 15-216 0,-28 19-144-1,-53 27 360 16,-56 36 216-15,-10-1 704 0,42-8 697-1,29-16-769 1,52-4-240 0,38-32-440-1,16-10-592 1,-6-31-8482-1,-77 36-1312-15</inkml:trace>
  <inkml:trace contextRef="#ctx0" brushRef="#br3" timeOffset="-111463.46">11070 9946 22676 0,'-18'-11'2545'0,"-4"-12"-409"32,48 19-2032-17,37 24-1792 1,-14 19-10563 0,-47-26 3770-16</inkml:trace>
  <inkml:trace contextRef="#ctx0" brushRef="#br3" timeOffset="-111117.95">11063 10106 13026 0,'-30'18'3721'15,"-6"-2"2744"1,53-16-5496 0,51-29-1145-1,-19 11-3017 1,-31 57-6177 0,-18-39 9370-1,-51 60 680-15,27-37 2641 16,21-14-257-1,28 1-527 17,9 12-2089-17,2 25-120 1,-34 3-16 0,-57-10 296-1,-8-28 1385 1,32-21-441-1,28-50-1304 1,53-20-1320 0,24-3-18348-1</inkml:trace>
  <inkml:trace contextRef="#ctx0" brushRef="#br3" timeOffset="-110833.16">11249 9925 17139 0,'0'0'0'0,"-3"-3"5473"16,3 20-3424-1,15 50-921 1,20 39-744 0,-5 22-376-1,-30-128-8 1,11 88-224-16,-11-77 136 15,-8-44-600 1,8-33 264 0,11 18 568-1,7 13-120 1,2 8-344 0,-1-6-7322-1,3 32-4713 1</inkml:trace>
  <inkml:trace contextRef="#ctx0" brushRef="#br3" timeOffset="-110607.2">11417 9831 13410 0,'0'0'0'0,"-6"-18"8178"16,2 18-4785-1,8 55-913 1,9 57-727-1,8 65-1345 1,15 33-360 0,-36-210-48-16,44 170-1312 15,8-136-18669 1</inkml:trace>
  <inkml:trace contextRef="#ctx0" brushRef="#br3" timeOffset="-110179.65">11640 9970 17467 0,'-8'-22'4665'16,"26"-2"-3344"0,42 12-1129-1,-16 49-424 1,-48 25 31-1,-66 2 201 1,70-64 0-16,-77 35 120 16,46-24 369-1,27-13-225 1,50-25-488 0,28 1 184-1,-24 15-312 1,-40 12-297-1,-49 48 689 1,-33 15 392 15,44-21 113-15,29-20 7 0,45-7-152-1,30-30-288 1,0-27-2137-1,-45-6-13834 1</inkml:trace>
  <inkml:trace contextRef="#ctx0" brushRef="#br3" timeOffset="-109781">11829 9749 16115 0,'0'-10'3889'0,"1"-16"1776"16,2 29-4561-1,9 71 217 17,-2 62-121-32,15 49-856 31,-25-185-344-31,33 188-56 16,-21-67-56-1,-9-95-232 1,-11-65-2737-1,-2-69 1145 1,1-3 1640 0,6 44 1232-1,0 48 1016 1,23 9-768 0,36-12-887-1,20 7-442 1,-10 12-8664-1,-52 8-2770 1</inkml:trace>
  <inkml:trace contextRef="#ctx0" brushRef="#br3" timeOffset="-109627.73">12393 10469 24013 0,'-47'-20'4673'0,"24"7"-4025"15,20 8-19468 1</inkml:trace>
  <inkml:trace contextRef="#ctx0" brushRef="#br2" timeOffset="-106903.2">5348 8775 9530 0,'0'0'0'0,"0"-14"5729"16,-3-4-1568 0,3 14-2689-1,0 25-32 17,0 14 465-17,0-35-1905 1,-4 85 1248-16,-14 22-1016 15,4-27-400 1,13-52-3897 0,18-28-10634-16</inkml:trace>
  <inkml:trace contextRef="#ctx0" brushRef="#br2" timeOffset="-103386.45">5507 8751 7969 0,'-2'0'4889'15,"-21"-6"200"1,18 3-1176 0,6 1-2409-1,12 7 553 1,25 3-889 0,-38-8-1168-1,50 1 592-15,24-4-184 16,5-6-24-1,-1 6-175 1,12 3-105 0,-8-4-72-1,5-12 40 17,-4 11-144-17,-13 5 24 1,2-2 216-1,5-3-152 1,-9 5 56 0,-8 10-72-1,7-2 88 1,-1-5-224 0,3-3 224-1,-14-2 64 1,-9 6 16-1,-9 5-152 1,10-6 0 0,-4-3 144-1,7 0-64 1,-2-7 24 15,2-8-80-15,7 5-24-1,-11 4 64 1,2 3-24 0,4-8-56-1,15-15-512 1,5 12 1008 0,-1 4-248-1,1 5-176 1,-13 1-72-1,-2 4 96 1,-10 0-192 0,6 0 72-1,-10 0 96 1,-8 0 32 15,-1 0 8-15,4 0-128-1,1 0 80 1,1 0-64 0,-4 9 8-1,7-9-48 1,13 9 112 0,0-4-72-1,13-1-40 1,6-1-816-1,7 0 1376 1,12 5-144 0,11-2-344-1,1-3 16 1,11 0 152 0,-33 8-184 15,-19-7 16-16,18-3 24 1,-9-9-112 0,-5 4 128-1,13 4-1536 1,-2 2 1904 0,0-2 352-1,-5-2-464 1,-10-5-424-1,0 3 96 1,-8 2 32 0,4-2 0-1,14-6-128 1,-9 5 96 0,-10 0 128 15,-21 5-128-16,-19 0-64 1,-11 0 16 0,-5 0 48-1,8 0-56 1,13 0 176 0,-9 0-224-1,5 3 56 1,4-3 80-1,12 0-96 1,-18 0 32 0,-9 0 0-1,13 0 32 1,1 0-1368 0,-9 0 1704 15,-10 0-352-16,-1 0 16 1,3 10-112 0,7 1 24-1,8-2-64 1,-4 4 96 0,-6 0-24-1,-1 13 520 1,2-9-184-1,-2-1-304 1,-3 8 192 0,-8 13-192-1,-9 16-392 1,10-12 248 0,3-5 144 15,-2 14-256-16,-9 10 368 1,-2 4-16 0,3-4 112-1,4-23-112 1,1-4 8 0,1-19-128-1,4-11 72 1,-3-1-32-1,3-2 32 1,0 0 0 0,-3 0 224-1,-23 0-208 1,-7 12 696 0,-3-2-848-1,-4-5 536 16,-21-5-328-15,-16 14-176 0,6 15-32-1,2-15-32 1,11 2 224 0,-4-12-8-1,4-4-48 1,2-4 152-1,3-8-240 1,-12 10-264 0,-2-1 232-1,7 3-696 1,2-6 848 0,5 1 312 15,-9 3 568-16,-1-5-880 1,-11 3 192 0,8 2-192-1,3-5-80 1,-3-2 192 0,-6 9-40-1,16-5-40 1,12 3-96-1,2 2 128 1,1-3-128 0,1-12-312-1,-17 4 376 1,5 6-608 0,-1 1-224-1,-1 4 1232 16,1-1 176-15,-7-5-40 0,12 1-400-1,-1-4-152 1,-5 9-104 0,-3 3 176-1,-7 3-104 1,-1-6 32-1,-8 0 16 1,-2 2 16 0,6 3-80-1,10-5-184 1,-14 2-152 0,-20 7-848 15,0 12 1520-16,17-17 744 1,-1-4-800 0,-6-5-312-1,-10 10 96 1,-10 11-16 0,-10-4 48-1,14-13-80 1,3-10-96-1,-27 4-1184 1,-3 12 2576 0,13 2-968-1,3 1-264 1,11-5 40 0,13-1-176 15,-9-2 72-16,-3 0 64 1,-4 4 56 0,-6 5-920-1,27 1 1184 1,21 1-400 0,20-9 464-1,14-2-448 1,12 3 256-1,7-3-224 1,3 0-176 0,-2 0 208-1,4-1 264 1,-8-10-440 0,6-7 128-1,-4-36 16 1,2-38 96 15,26-51-800-15,48-47-14731-1,-49 140 5145-15</inkml:trace>
  <inkml:trace contextRef="#ctx0" brushRef="#br2" timeOffset="-102586.79">5273 9227 9001 0,'-4'-3'6034'0,"-9"-5"-3250"16,-21-1 1529 0,-16 2-1240-1,-28 35-1257 1,-29 57-1336 15,107-85-480-31,-149 100 136 16,-7-3-120-1,30-7-96 1,29-12-168 0,46-43-3032-1,51-27-15100 1</inkml:trace>
  <inkml:trace contextRef="#ctx0" brushRef="#br2" timeOffset="-102242.06">4655 9360 16115 0,'0'-5'3121'0,"-7"-6"1520"15,-4 9-2657 1,-16 38-1728-1,-36 47-288 17,-22 32-80-17,85-115 112-15,-81 89-232 16,21-39 264 0,46-25 40-1,32 16 24 1,62 2 520-1,65-20-224 1,4-20-968 0,-86-10-18404-1</inkml:trace>
  <inkml:trace contextRef="#ctx0" brushRef="#br2" timeOffset="-101792.06">2501 10412 13114 0,'-10'-2'7050'0,"-9"-1"-3946"16,19-8-2415-1,59-27 559 1,55-17-1160-1,-107 58-464 17,-7-3 376-32,-17 36 168 15,-40 39 40 1,1 13-72 0,39-39-88-1,43-28 528 1,103-41-1392-1,-60-29-8554 1,-43 21-2657 0</inkml:trace>
  <inkml:trace contextRef="#ctx0" brushRef="#br2" timeOffset="-101491.95">2761 10152 10394 0,'0'0'0'0,"-12"-41"10610"15,12 32-7281 1,12 53-3265-1,11 62-16 17,-13 43-352-17,-10-149 304 1,3 120-696-16,-3-106 487 16,8-75-287-1,18-29 832 1,-1 21-7-1,12 24-169 1,-4 29-1641 0,-15 45-16827-1</inkml:trace>
  <inkml:trace contextRef="#ctx0" brushRef="#br2" timeOffset="-101302.2">2645 10708 13938 0,'0'14'2089'0,"-1"40"4008"31,41-22-3600-15,56-29-1193 0,21-49-912-1,5 7-1472 1,-122 39 1080-1,87-46-20020-15</inkml:trace>
  <inkml:trace contextRef="#ctx0" brushRef="#br2" timeOffset="-100973.02">3192 9980 19780 0,'0'0'0'0,"-34"0"5537"16,22 28-4441-1,10 38-1064 17,-6 36-480-17,-17-13-4273 1,25-89 4721 0,-11 8-6745-16,9-69 4376 15,6 12 5730 1,17 17 2200-1,23 3-3104 1,19-10-1857 0,-12 27-640-1,-31 19-2177 1,-43 77-15803 0</inkml:trace>
  <inkml:trace contextRef="#ctx0" brushRef="#br2" timeOffset="-100736.35">3096 10350 8177 0,'0'0'0'0,"-10"12"8674"16,13-16-4913 15,49-37-2057-15,24-18 225 0,-9 24-689-1,-67 35-1240 1,43-8 456-16,-22 40-352 15,-4 22 168 1,-14 2-192 0,-3-20-224-1,-2-22-4145 1,-19 16-14355 0</inkml:trace>
  <inkml:trace contextRef="#ctx0" brushRef="#br2" timeOffset="-100556.55">3199 10420 11650 0,'-14'3'2409'0,"-13"38"3448"16,23 7-2761 15,30-6-1359-15,46-18-129 0,25-28-800-1,-97 4-808-15,105-30 280 16,-40 5-2576-1,-34-7-17164 1</inkml:trace>
  <inkml:trace contextRef="#ctx0" brushRef="#br2" timeOffset="-100128.16">2797 11141 11418 0,'0'0'0'16,"-36"16"8538"0,34-12-6530-1,49-17-1464 1,38-27-200-1,-34 12-184 1,-51 28-160 0,12-2 216-16,-37 32 353 15,-27 51 871 1,21 8-760 0,22-19-96-1,31-33-408 1,22-13 80-1,39-28-360 1,-10-59-8698 15,-32 29-5657-31</inkml:trace>
  <inkml:trace contextRef="#ctx0" brushRef="#br2" timeOffset="-99941.1">3109 10885 15043 0,'0'0'0'0,"-26"-15"7425"16,19 11-4392 0,9 54-2505-1,19 67 128 1,19 29 176 0,-40-146-832-1,50 143 120-15,-24-82-3304 16,-6-66-15820-1</inkml:trace>
  <inkml:trace contextRef="#ctx0" brushRef="#br2" timeOffset="-99772.04">3242 10860 17011 0,'0'0'0'0,"-4"-2"4977"16,8 24-4329-1,36 51-368 1,-1 21-1128 0,-16-22-17076-1</inkml:trace>
  <inkml:trace contextRef="#ctx0" brushRef="#br2" timeOffset="-99432.98">3365 10765 12890 0,'0'0'0'0,"3"-22"6106"16,24 25-4610 0,11 66-544 15,-14 30-592-15,-21 51-184-1,-3-150-176 1,-43 146 952-16,7-86-616 15,10-91-15 1,22-54-762 0,38 16-87-1,8 48 608 1,-5 28 72 0,1 27-72-1,8-10 120 1,-19-28-9049-1,-22-9-409 1</inkml:trace>
  <inkml:trace contextRef="#ctx0" brushRef="#br2" timeOffset="-99233.48">3469 10966 17531 0,'-5'0'3041'15,"2"-2"720"1,27-9-3305-1,60-48 240 1,-41 26-1152 0,-19 16-4041-1,-24 17 4497-15,4-20-12787 16,-4 14 7338-16</inkml:trace>
  <inkml:trace contextRef="#ctx0" brushRef="#br2" timeOffset="-99077.39">3585 10726 8569 0,'0'0'0'0,"-8"-25"8922"16,5 22-4545-1,8 34-2272 1,29 60-521 0,19 0-1128 15,13 24-656-15,-66-115 200-16,54 63-7898 15,-54-67-3016-15</inkml:trace>
  <inkml:trace contextRef="#ctx0" brushRef="#br2" timeOffset="-98857.2">3743 10696 18699 0,'-13'0'3833'16,"13"-8"-2256"-1,53-13-1121 1,2 6-208-1,-38 37-48 1,-18 46 176 0,1-68-376-1,-33 89-24 1,11-33-2369 0,21-47-15122-1</inkml:trace>
  <inkml:trace contextRef="#ctx0" brushRef="#br2" timeOffset="-98621.24">3872 10389 15731 0,'0'-5'4201'0,"-3"-3"352"16,21 49-3505-1,23 57-80 1,11 11-808-1,0 25-208 1,-52-134 48 0,25 152-4665-16,-38-89-10378 15</inkml:trace>
  <inkml:trace contextRef="#ctx0" brushRef="#br2" timeOffset="-98386.22">3977 10994 13866 0,'0'0'0'0,"-15"-37"7282"15,26 10-4441 1,31 19-2249 0,6 32-456-1,-18 37 104 1,-30-61-240 0,8 40 616-16,-46-12 208 15,-20-16-704 1,-3-35 312-1,43-62-3296 1,65-20-16709 0</inkml:trace>
  <inkml:trace contextRef="#ctx0" brushRef="#br2" timeOffset="-97820.21">4135 10513 10562 0,'0'-48'6649'15,"2"3"-2064"1,22 26-3233 0,15 14-1264-1,-12 48 81 1,-17 37 127 0,-10-80-296-16,-21 69 112 15,-11-38-16 1,8-36-617-1,5-41-815 1,15 15 1080 0,4 29-576-1,7 27 1056 1,17 15 56 15,5-16-264-15,14-41-624-1,-4-55-3689 1,2-7 2737 0,-18 49 3904-1,-15 23 585 1,-6 28-1353 0,-9 54-272-1,-29 17-1112 1,-21-21-111-1,1-29-274 1,29-29 546 0,25-20-97-1,28-32-64 17,57-17 32-17,25-20-800 1,0 27-17796-1</inkml:trace>
  <inkml:trace contextRef="#ctx0" brushRef="#br2" timeOffset="-97556.37">4406 10673 11626 0,'-3'-2'4433'0,"-2"-11"-1216"15,20 6-1881 1,31 16-792-1,-10 35 104 1,-31 19 368 0,-5-63-1016-1,-34 51 1673-15,-30-34-537 32,-1-35 96-17,49-43-984 1,47-21-1768-1,39 43-18332 1</inkml:trace>
  <inkml:trace contextRef="#ctx0" brushRef="#br4" timeOffset="-86883.42">8767 8243 10866 0,'-2'-7'4761'0,"-3"-12"-1240"16,17 0-1609-1,-1 11-656 1,-6 28 913 15,-3 74 23-15,-2-94-2192-16,-5 146 960 15,2 0-800 1,4-65-232 0,10-69-2168-1,-24-63-19589 1</inkml:trace>
  <inkml:trace contextRef="#ctx0" brushRef="#br4" timeOffset="-85476.05">8840 8169 14899 0,'-22'0'3456'16,"1"-6"2490"-1,21 3-4130 1,0 2-1472 0,15-1 448-1,13 2-56 1,-28 0-736-16,50-1 521 16,18-5-129-1,20-8 240 1,2 5-616-1,10-4-424 1,8-4 1016 0,-3 6-640-1,-14 5 64 1,-8 0 40 15,-5 2-208-15,-24 4 272-1,7-6-72 1,5-4-80 0,1-8-120-1,-6 3 136 1,-21 11-96 0,-22 7 312-1,-6 2-352 1,5-2 120-1,1 1 0 1,-13-1-48 0,-2-3 216-1,-2 7-224 1,1-5-24 0,-2 0 192 15,0 10-144-16,0 1 368 1,0 4-360 0,0 9 64-1,0 39 360 1,-10 45-8 0,4 43-224-1,0-11-120 1,3-55 32-1,3-32-32 1,-5-38-8 0,5-17-24-1,0 0 0 1,0 0 0 0,0 0 0 15,0 0 0-16,0 0 0 1,-3 0 816 0,-11 0-720-1,-11 0-128 1,-1 0 80 0,-21-1-48-1,-12 1 64 1,-21 11-32-1,-18 3 0 1,-6-5 64 0,7-5-96-1,10 10 96 1,2 3-712 0,5-1 16 15,4-13 1480-16,-7-3-80 1,-11 7-767 0,8-5-33-1,7 1 0 1,8 6 0 0,22-11 0-1,25-10 0 1,8 5 0-1,10 6 0 1,4-1 0 0,3 2 0-1,57 0-10147 1,-36 0-3464 0</inkml:trace>
  <inkml:trace contextRef="#ctx0" brushRef="#br4" timeOffset="-83553.43">10076 7900 11458 0,'0'0'0'0,"-6"36"4569"16,6-26-224-1,0-10-4345 1,3-37 6545 0,3-53-5417-1,-6 90-1128 1,1-123 409-16,-24-58-81 15,0 15 16 1,14 102 552 0,9 58-560-1,18 37-552 1,33 76 296 0,18 34 0-1,11-31-328 16,-33-62 664-15,-39-39-632 0,-32-12 488-1,-60-36-296 1,-41 9 256 0,5 5-144-1,33 8-88 1,60 14 80-1,27 2-112 1,31-18-80 0,58-45 176-1,31-17-136 1,8 5 40 0,-42 38-616-1,-71 40 664 16,-30 74 136-15,-60 78 296 0,-9 39 0-1,16-33-40 1,32-42-112 0,27-70-184-1,9-42-80 1,0-6-32-1,-18-29-20412 1</inkml:trace>
  <inkml:trace contextRef="#ctx0" brushRef="#br5" timeOffset="-70411.36">20420 9065 20740 0,'-30'21'2096'16,"3"6"1945"-1,24-27-2152 1,9-15-313 0,40-96-1200-1,27-91-272 1,-73 202-104-16,83-210 0 16,-46 109 192-1,-32 103-88 1,2 107 256-1,10 99 272 1,34-8-408 15,18-73-672-15,-42-73-568 0,-26-48 1408-1,-82-41 584 1,-77-56-592-1,-6-20-239 1,-38 51-145 0,32 48-385-1,123 7 770 1,66-4-385 0,142-38 0-1,118-25 0 1,-57 34 0-1,-46 21-209 1,-113 24-527 0,-80 54 1392 15,-101 71-367-15,-65 35-289-1,-11-7 0 1,52-67 0-1,125-86-417 1,75-34-23692 0</inkml:trace>
  <inkml:trace contextRef="#ctx0" brushRef="#br5" timeOffset="-69400.8">21585 9142 17187 0,'0'-21'2945'0,"-14"-69"3192"15,14 46-2752 1,7 38-2713-1,30 76-296 1,-15 107 336 0,-22-177-712-1,11 264 456 1,34-57-56 0,-1-121-1272-1,-33-74 1648 1,-6-47-183-1,16-129-593 1,30-115-273 0,6 75-519-1,-44 145 1312 1,-8 59-568 0,14 89 400-1,1 104-111 1,9 50-241-1,13-111 0 1,-24-101 0 0,-12-50 0 15,15-117 0-15,55-170 0-1,-13 66 0 1,-43 137 0-1,-46 116 0 1,-57 97-5466 0,46-18-15130-1</inkml:trace>
  <inkml:trace contextRef="#ctx0" brushRef="#br5" timeOffset="-69083.89">21434 9510 22756 0,'-50'-4'3689'0,"32"-6"120"15,57-1-2817 17,86-3-256-17,75-29-1408 1,49 2 2129-1,-249 41-1457-15,255-39 0 16,-103 29 0 0,-122 9 0-1,-47 8-641 1,-49 16-11457 0,54-23 63-16</inkml:trace>
  <inkml:trace contextRef="#ctx0" brushRef="#br5" timeOffset="-68381.45">22816 8989 17147 0,'0'0'0'0,"-22"-33"7906"16,8 8-4001-1,12 21-3633 1,-27 59 368 0,-9 87-656-1,38-142 16 1,-35 200 1904-16,33 18-1312 15,102-82-960 1,-6-107 624 0,72-73 273-1,-46-77-529 17,-50-46 0-17,-67-3 0 1,-71 53-17-1,-30 53 1 1,-18 54-480 0,29 60-2840-1,104 10-18429 1</inkml:trace>
  <inkml:trace contextRef="#ctx0" brushRef="#br5" timeOffset="-67477.76">24554 9372 21388 0,'0'0'0'0,"-10"-28"4441"16,16 26-3553 0,54 8-16-1,20 1-1616 1,-35 1-18780 0</inkml:trace>
  <inkml:trace contextRef="#ctx0" brushRef="#br5" timeOffset="-67325.99">24465 9528 20380 0,'-11'23'2632'15,"12"-11"-423"1,58-18-697 0,42-12-1384-1,-8-6-7081 1,-71 12-4554-16</inkml:trace>
  <inkml:trace contextRef="#ctx0" brushRef="#br5" timeOffset="-67088.02">24782 9166 19708 0,'0'0'0'0,"-22"-5"6281"16,22 4-4529-1,46 36-39 1,40 31-809 0,9 28 152-1,-95-94-1056 1,40 126 80-16,-105 35 16 16,-48-37-3224-1,86-82-15500 1</inkml:trace>
  <inkml:trace contextRef="#ctx0" brushRef="#br5" timeOffset="-63116.41">25479 9171 8905 0,'-2'-18'5474'0,"-3"-49"1983"16,22 23-2920 0,-6 35-2784-1,-8 72-569 1,-60 110-408-1,57-173-776 1,-69 207-32 0,21-43-320-1,27-126-5513 1,7-106-8194-16</inkml:trace>
  <inkml:trace contextRef="#ctx0" brushRef="#br5" timeOffset="-62855.81">25439 9164 16939 0,'0'-19'3057'15,"5"-25"3160"1,21 35-4096 0,13 67-801-1,18 75-688 1,-1 65-2320 0,-56-198 1688-1,55 141 1440-15,-27-125-808 16,2-99-336 15,27-126 0-15,-19 18-424-1,-10 69 160 1,-10 94-1832 0,-8 30-17068-1</inkml:trace>
  <inkml:trace contextRef="#ctx0" brushRef="#br5" timeOffset="-62462.7">26197 9089 22204 0,'0'0'0'0,"-7"-68"5561"15,7 36-3016 1,0 48-1985-1,0 78-480 1,-3 95 432 15,3-189-512-31,38 263 176 16,6-185-256 0,55-52 272-1,-21-86 24 1,-27-29-1680-1,17-136 544 1,-46 82 632 0,-13 20 440-1,-19 64 168 1,5 59-1160 0,5 56-6226-1,0-61-4712 1</inkml:trace>
  <inkml:trace contextRef="#ctx0" brushRef="#br5" timeOffset="-62104.94">26900 9007 21572 0,'0'0'0'0,"3"-93"6554"16,-1 73-4858-1,6 38-1576 1,4 80 360 0,-32 92-312-1,20-190-168 1,-31 212 0-16,16-96-16 16,15-106 112-1,8-12 288 1,54-24-288-1,41-21 280 17,-10 13-144-17,-36 11-576 1,-37 9-2616 0,-15 0-16581-1</inkml:trace>
  <inkml:trace contextRef="#ctx0" brushRef="#br5" timeOffset="-61730.32">27316 8992 13690 0,'0'0'0'0,"14"-98"9522"16,2 43-3424 0,-8 38-5306-1,2 37-640 1,-2 71 592-1,-8-91-744 1,-18 175-528 0,-15 45 1208-1,9-52-352 1,21-128-456 0,14-40 352-1,52-24-504 1,31-33-208-1,4 34-1008 1,15 19 2328 0,-25 8-536-1,-58 27-1624 1,-25 16-11163 0,-5-35 1849-1</inkml:trace>
  <inkml:trace contextRef="#ctx0" brushRef="#br5" timeOffset="-61572.57">28071 9704 17251 0,'-3'0'7786'16,"-8"3"-3321"-1,3-3-4513 1,-14 0-20749-1</inkml:trace>
  <inkml:trace contextRef="#ctx0" brushRef="#br5" timeOffset="-59692.77">25097 10040 16843 0,'-23'-34'3793'15,"15"20"-1937"1,22 7-984 0,23 11-95-1,4 35-145 1,15 9-168-1,-56-48-464-15,69 29 536 16,21-55 464 15,27-40-544-15,-12 11-544 0,-14 39 96-1,-9 20 112 1,-2 32-208-1,0-13 280 1,7-5 160 0,6 6-16-1,3-4-143 1,6-14-25 0,-19-13-168-1,4-19 56 1,49-35-1161-1,-32 40 1393 1,-52 25 145 0,-4 28-401 15,5 5 40-15,22-10-649-1,20-4 1210 1,-2-2-185-1,-18-12-296 1,-1-9-272 0,3-25-160-1,-1-9 56 1,-15 8-809 0,-35 16 513-1,-5 14 200 1,12-1-16692-1</inkml:trace>
  <inkml:trace contextRef="#ctx0" brushRef="#br5" timeOffset="-55758.32">29948 6360 15435 0,'-7'-36'4561'15,"7"23"-1233"1,30 13-2567 0,67 0-353-1,27-9-872 1,-15-5 448-1,-109 14 16-15,52-4-392 16,-52 6 400 0,-36 36 408-1,-47 51 888 1,-8 20-1136 0,33 18 328 15,37-38-96-16,18-56-368 1,13-31-120 0,13-37-2336-1,36-50-17133 1</inkml:trace>
  <inkml:trace contextRef="#ctx0" brushRef="#br5" timeOffset="-55476.28">30295 6320 13410 0,'0'-21'5362'16,"0"4"-337"0,-8 12-4849-1,-15 21 1088 1,-77 76-1136 0,-35 30 632 15,135-122-760-31,-138 99 488 15,15-42-1032 1,67-38 672 0,43-16-384-1,13 0 344 1,1-3-936 0,32 3-16812-1</inkml:trace>
  <inkml:trace contextRef="#ctx0" brushRef="#br5" timeOffset="-54728.45">28111 6918 15251 0,'0'0'0'0,"-13"-47"6257"16,15 28-3368 0,25 15-1617-1,12 51-1112 1,-21 14-64 0,-18-61-96-1,4 32 176-15,-4-24 168 16,3-45-304-1,46-65-368 1,20 28-200 0,-22 52 432-1,-20 37 80 1,-23 57 16 0,-35 7 0 15,11-36 0-16,16-35 96 1,4-8-96 0,1-3-128-1,3-1-1848 1,-4 1-16068 0</inkml:trace>
  <inkml:trace contextRef="#ctx0" brushRef="#br5" timeOffset="-54451.22">27961 7203 11370 0,'0'0'0'0,"-84"15"9954"16,82-15-6225-1,41-1-2033 1,107-42-1912 0,28-17-72-1,-55 34-128 16,-119 26 416-31,46-7-464 16,-40 23 616 0,-48 52 504-1,-1 7 496 1,35-19-1136 0,9-27-208-1,1 2-5865 1,-21-28-7770-16</inkml:trace>
  <inkml:trace contextRef="#ctx0" brushRef="#br5" timeOffset="-54258.36">28120 7374 17115 0,'-8'18'4009'0,"-14"25"552"16,20-7-1344-1,32 21-2665 16,53-2-200-15,36-21-272 0,-119-34-80-16,110 8-2369 15,-13-67-15514 1</inkml:trace>
  <inkml:trace contextRef="#ctx0" brushRef="#br5" timeOffset="-53892.94">28618 6997 19932 0,'0'-22'3024'16,"0"-14"-1223"-1,45 1-489 1,17 17-936 0,-29 38-208-1,-52 57-80 16,19-77-88-31,-107 112-816 16,3-19 40 0,86-75-1777-1,57-54-7481 1,32-7 7114 0,-38 24 9417-1,-28 22-632 1,9 22-4304-1,23-10-1481 1,2 1-160 0,-20-13-17324-1</inkml:trace>
  <inkml:trace contextRef="#ctx0" brushRef="#br5" timeOffset="-53588.61">28935 6753 17619 0,'0'0'0'16,"-7"-24"7954"0,1 23-7402-1,7 62-120 1,16 59-304 0,-10 68-1040-1,-7-188 912 1,-10 128 2008-16,8-112-1784 15,-2-56-1384 1,10-30 568 0,31 20 656-1,2 12-128 1,-6 33-448 0,-21 57-9530-1,-16-28 216 1</inkml:trace>
  <inkml:trace contextRef="#ctx0" brushRef="#br5" timeOffset="-53342.72">28765 7403 17243 0,'0'-15'4593'16,"0"5"-1208"0,36 24-2705-1,10 45-456 1,-22 14 584-1,-38-22-416 1,14-51-392-16,-57 18 192 16,-12-22-672-1,40-55 1136 1,25-20-2048 0,47 7-16436-1</inkml:trace>
  <inkml:trace contextRef="#ctx0" brushRef="#br5" timeOffset="-53039.19">29217 7057 14563 0,'5'-14'2736'0,"36"-30"777"15,-19 33-2137 1,2 34-608-1,-17 12-448 1,-61-3 265 0,54-32-585-1,-64 4 536-15,31-27 544 16,28-25-600 0,48-9-592-1,12 45-648 1,-34 76-7426 15,-21-35-2032-31</inkml:trace>
  <inkml:trace contextRef="#ctx0" brushRef="#br5" timeOffset="-52863.26">29037 7406 13770 0,'-13'0'4201'0,"-9"9"1585"16,22-9-5786-1,31-1 4441 1,93-24-4385 0,15 1-793-1,-139 24 737 1,98-11-3352-16,-66 3-14356 16</inkml:trace>
  <inkml:trace contextRef="#ctx0" brushRef="#br5" timeOffset="-52587.81">29433 6852 16955 0,'0'-16'2257'16,"3"-24"1663"-1,-3 35-2351 1,0 26-1289-1,-5 87 200 1,-11 85 144 0,16-193-624-1,-8 233 2025-15,8-55-1761 16,0-86-601 0,16-73-10145-1,-8-19-504 1</inkml:trace>
  <inkml:trace contextRef="#ctx0" brushRef="#br5" timeOffset="-52170.62">29798 6975 12130 0,'-31'-14'5665'0,"9"-2"-1512"16,19 6-1864-1,20-7-2041 17,43 0-72-17,-26 22-80 1,-34-5-96-16,19 40 272 16,-18 21-192-1,-19 4-288 1,7-26-112-1,11-19-9154 1,4-20-8-16</inkml:trace>
  <inkml:trace contextRef="#ctx0" brushRef="#br5" timeOffset="-51934.82">29912 6936 16475 0,'-3'0'3441'0,"3"-5"96"16,40-20-2073-1,13 10-1296 17,-23 33 176-17,-10 19-168 1,-20-37-176-16,-6 63 152 16,-29 14-480-1,-43-2-2521 1,-8-12-13530-1</inkml:trace>
  <inkml:trace contextRef="#ctx0" brushRef="#br5" timeOffset="-51748.78">29620 7282 14026 0,'0'-3'2529'0,"7"-36"3192"16,53 3-3016-1,54-1-2769 1,21 3 200-1,-33 28-344 17,-102 6 208-32,53 19-8578 15,-46-7-1392-15</inkml:trace>
  <inkml:trace contextRef="#ctx0" brushRef="#br5" timeOffset="-51142.92">29832 7365 16539 0,'0'-9'5321'16,"1"0"-1384"-1,70-23-3449 1,31 12-448 0,-33 11-408-1,-43 30-2481 1,-26-21 2849-1,4 26-9578-15,-27 12-768 16,-36-19 13763 15,19-3 5257-15,23-13-3465 0,14-3-3265-1,11-6-1600 1,35-4-80-1,2-2-272 1,-18 7-320 0,-19 5-1672-1,-13 5 1080 1,-32-5 1024 0,-9 12 392-1,0 4 296 1,-19 22 656-1,1 23-367 17,6 11 79-17,41-25-248 1,25-17-416 0,45-8 128-1,12-13-192 1,1-9-184-1,-29-2-256 1,-9-10-2616 0,-3-3-16644-1</inkml:trace>
  <inkml:trace contextRef="#ctx0" brushRef="#br5" timeOffset="-50285.01">29786 7553 6553 0,'0'-9'3137'15,"-6"-3"1712"1,6 7 48 0,0 3-969-1,1 2-2143 1,57 10-1033-1,-58-10-752-15,102 31-648 16,-42-16-14603 0</inkml:trace>
  <inkml:trace contextRef="#ctx0" brushRef="#br5" timeOffset="-48813.94">28435 9054 19020 0,'-6'-58'4745'16,"-6"38"-1281"0,9 15-3352-1,3 27-720 1,5 49-18916-1</inkml:trace>
  <inkml:trace contextRef="#ctx0" brushRef="#br5" timeOffset="-48670.42">28413 9353 17723 0,'0'0'0'16,"-13"21"6250"-1,13-21-6250 1,2-3 384-1,-7-15-13251-15</inkml:trace>
  <inkml:trace contextRef="#ctx0" brushRef="#br5" timeOffset="-47734.14">29049 8964 15747 0,'-6'-40'4505'0,"6"20"-1256"16,17 23-2641-1,3 54-96 1,-15 1-152 0,-8-17-32-1,3-41-328 1,-4 0 560-16,-1-27-184 31,25-38-632-15,32 1 24-1,6 37 160 1,5 21-392 0,-16 49 464-1,-40 29-208 1,-48 13 928 0,-39-9-80-1,31-41-472 1,32-35 184-1,20-25-424 1,48-1-888 0,-21 19-18508-1</inkml:trace>
  <inkml:trace contextRef="#ctx0" brushRef="#br5" timeOffset="-47436.2">28861 9319 14307 0,'0'0'0'0,"-91"0"6913"16,78 2-2288-1,34-6-3721 1,108-37-592 0,54-19-392-1,-183 60 80 1,138-27-120-16,-68 18 80 15,-55 13-24 1,-18 33 312 0,-30 41-336-1,9 12 296 1,9-5-48 15,-11-28-480-15,0-19-11594-1,9-38 2400-15</inkml:trace>
  <inkml:trace contextRef="#ctx0" brushRef="#br5" timeOffset="-47247.75">28991 9544 15611 0,'-6'7'1760'0,"-1"26"2977"15,11 19-544 1,38-1-2553-1,49-23-1159 1,22-28-449 0,-113 0-32-1,100-29-10539-15,-81 17-631 16</inkml:trace>
  <inkml:trace contextRef="#ctx0" brushRef="#br5" timeOffset="-46996.46">29517 9189 21324 0,'0'0'0'0,"4"-50"5233"16,48 10-5289 0,19 33 1232-1,-44 44-639 1,-54 44-481-1,27-81-56 1,-114 121-457-16,8-24-319 16,57-76-8562-1,46-21-1200 1</inkml:trace>
  <inkml:trace contextRef="#ctx0" brushRef="#br5" timeOffset="-46868.59">29526 9319 10882 0,'0'0'0'0,"7"9"10674"16,14 7-6993 0,16 2-3089-1,3 7-632 1,-18-20-17004 0</inkml:trace>
  <inkml:trace contextRef="#ctx0" brushRef="#br5" timeOffset="-46607.48">29791 8865 18459 0,'-3'-18'4905'0,"-2"8"-1712"16,5 74-2425 15,0 69-152-16,-8 85 777 1,-16 20-1409 0,24-238 16-16,-18 166 400 15,-1-97-936 1,-2-93-15004 0,24 5 6194-16</inkml:trace>
  <inkml:trace contextRef="#ctx0" brushRef="#br5" timeOffset="-46484.81">29860 9267 15083 0,'0'-1'4585'0,"3"-27"1296"16,57-8-4321-1,16 29-1720 1,-29 33-17259 0</inkml:trace>
  <inkml:trace contextRef="#ctx0" brushRef="#br5" timeOffset="-45902.65">30336 9054 19076 0,'0'-18'944'0,"-8"-42"3961"15,-18 51-3561 1,-20 47-1224 0,3 49 1184-1,17 13-1096 1,26-100-208 0,-4 77-176-16,32-49 232 15,42-49 152 16,-21-42-544-15,-30-8-168 0,-21 11 640-1,-11 24-816 1,16 21 0 0,51 8-696-1,21 5 1448 1,-23 11 264-1,-38 22 1032 1,-76 21-1640 0,-14-13 88-1,45-15 1088 1,25-9-832 0,32-2-288 15,47-13 48-16,2-30 192 1,-17-28-7713 0,-33 36-6931-16</inkml:trace>
  <inkml:trace contextRef="#ctx0" brushRef="#br5" timeOffset="-45715.93">30589 8863 13418 0,'0'0'0'0,"0"-5"7498"0,0 5-7498 15,-10 58 4801 1,7 33-4049 0,1 40-184-1,2-131-568 1,-3 134 1089-16,-22-19-1282 16,-35-24-19483-1</inkml:trace>
  <inkml:trace contextRef="#ctx0" brushRef="#br5" timeOffset="-45272.12">30290 9437 14611 0,'0'-5'2472'16,"1"-17"1953"0,29 16-3457-1,26 9-968 1,-16 28-160-1,-33 14 360 1,-7-45-200 0,-69 50 160-16,-13-16-24 15,50-26 48 1,30-8 441 0,49-24-801-1,30 8-161 16,-10 3-55-15,-44 12-16 0,-46 26 368-1,-46 13 632 1,15 16-144 0,28-9 1049-1,30-7-673 1,64 2-368-1,42-35-744 1,16-10-18684 0</inkml:trace>
  <inkml:trace contextRef="#ctx0" brushRef="#br5" timeOffset="-44981.87">30832 9137 15395 0,'9'-13'3393'15,"25"31"-3337"1,-28 61 336 0,-22 0 16-1,-31-53 392 1,-10-23 1072-1,57-3-1872-15,-25-53 1329 16,29-24-1209 0,52 12-320-1,-11 51-609 1,-21 55-14866 0</inkml:trace>
  <inkml:trace contextRef="#ctx0" brushRef="#br5" timeOffset="-44790.65">30561 9494 10938 0,'-13'13'7201'15,"-11"24"-1519"1,29-41-3634 0,102-8-768-1,48-10-584 1,-22 6-584-1,-133 16-112 1,93-12-4048-16,-64 3-12212 16</inkml:trace>
  <inkml:trace contextRef="#ctx0" brushRef="#br5" timeOffset="-44539.74">31063 8937 19140 0,'1'-13'2248'16,"6"-18"2545"0,-3 70-2913-1,-4 85-1207 1,-4 89 1727 0,-33 71-2384-1,37-284-16 1,-4 207-96-16,50-105-8570 15,-24-90-4521-15</inkml:trace>
  <inkml:trace contextRef="#ctx0" brushRef="#br5" timeOffset="-44168.99">31575 8931 16395 0,'0'-10'3761'15,"16"-18"32"1,34-2-2377 0,18 12 80-1,-19 15-1368 1,-45 58 184 0,-4-55-312-16,-46 87-600 15,-6-2 296 16,12-20-1944-15,27-44-15884-16</inkml:trace>
  <inkml:trace contextRef="#ctx0" brushRef="#br5" timeOffset="-43947.51">31801 8874 15347 0,'6'-3'5145'16,"21"-5"-1096"-1,6 1-3073 1,3 14-736 0,-20 37-40-1,-15 20 200 1,-1-64-400-16,-38 77 0 16,-22-1-8962-1,40-58-1496 1</inkml:trace>
  <inkml:trace contextRef="#ctx0" brushRef="#br5" timeOffset="-43754.63">31362 9314 12730 0,'0'-1'4769'16,"45"-12"448"-1,26-4-2624 1,50-21-1081-1,27 3-1152 1,-15 26-200 0,-133 9-160-16,86 9-1968 15,-70 21-16076 1</inkml:trace>
  <inkml:trace contextRef="#ctx0" brushRef="#br5" timeOffset="-43508.45">31542 9501 13498 0,'0'0'3161'15,"0"0"-3161"1,20-7 7442 0,42-15-5930-1,30-3-784 1,-7 10-752-1,-85 15 24-15,51-3-1584 16,-51 37-12523 0,-16-30 6801-16</inkml:trace>
  <inkml:trace contextRef="#ctx0" brushRef="#br5" timeOffset="-43138.59">31648 9576 8441 0,'0'0'2521'0,"-8"0"2752"15,5 0-3385 1,11 0-295 15,17-1-841-15,2-3 616-1,-27 4-1368-15,19-4 1016 16,-11 4-504 0,-11 0-63-1,-50 23-345 1,-16 25-104-1,9-8 32 1,21 15 680 0,11 0-248-1,22-12 608 1,33-18-232 0,36-16-416-1,13-11 225 1,-7-11 47 15,-37 6-704-15,-26 4-1553-1,-10 3-16995-15</inkml:trace>
  <inkml:trace contextRef="#ctx0" brushRef="#br5" timeOffset="-42606.23">31648 9662 6465 0,'0'0'3289'0,"0"0"-3289"0,-3 0 12130 15,3 0-12130 1,0-1 4993-1,14-4-4441 17,-14 5-552-32,63-9-368 15,32 0-10002 1,-72 8-152-16</inkml:trace>
  <inkml:trace contextRef="#ctx0" brushRef="#br5" timeOffset="-40723.02">20579 10937 13106 0,'-3'-27'3281'16,"-5"-37"1328"0,8 19-1208-1,3 28-1257 1,18 29-2080 0,4 62 48-1,-25-74-112 1,14 106-256-16,-8-67 400 15,-2-42-248 1,11-79 216 0,23-15-112 15,22 26 16-15,-23 55 88-1,-11 48-120 1,-32 58-56-1,-37-11-32 1,-13-19 64 0,12-31 144-1,23-23-32 1,26-22-88 0,48-10-104-1,-6 23 80 1,-31 68 216-1,-32 41-280 1,-39 11 104 0,-19-19 72 15,3-48-40-15,27-51 64-1,16-45-48 1,18 8 8-1,13 23-72 1,39 7 72 0,45 3 32-1,48 5-88 1,15 13-936 0,-83-31-20877-1</inkml:trace>
  <inkml:trace contextRef="#ctx0" brushRef="#br5" timeOffset="-40328.64">20956 10801 20396 0,'0'0'0'0,"-30"-12"3921"16,56-1-2353-1,84-10-1512 1,-9 4-152 0,-58 24-528-1,-43-5 624 1,-23 36-904-16,-78 28 192 16,-21 18 824-1,40-31-184 1,71-33 168-1,61-22 192 1,62-22-56 0,0 10-200 15,-41 19-392-15,-61 42-11435-1,-10-32 4209-15</inkml:trace>
  <inkml:trace contextRef="#ctx0" brushRef="#br5" timeOffset="-39944.71">20975 11153 14091 0,'-25'3'3504'15,"8"5"-847"1,38-8-1337 0,78-13-520-1,7 8-616 1,1 16-352-1,-107-11 168 1,55 14-120-16,-40 4 120 16,-59 26-216 15,-27-21 184-15,9-4 40-1,17 6 232 1,9 10 448-1,4 10 849 1,29 15-345 0,22 5-144-1,38-16-40 1,45-21 57 0,42-35-865-1,-22-9-1897 1,-81 14-13674-1</inkml:trace>
  <inkml:trace contextRef="#ctx0" brushRef="#br5" timeOffset="-38307.65">22147 10973 11802 0,'0'-12'3593'16,"0"-47"272"-1,-23 17-449 1,-29 40-2728 0,-52 56-287-1,9 8 455 1,95-62-856-16,-31 27-80 16,74-4 136-1,68 4 64 1,-2 33-104-1,-53 32 8 1,-50-9-48 0,-92-20 904-1,-43-41 1080 17,-14-35-951-17,94-34-737 1,55-10-824-1,41 26-16708 1</inkml:trace>
  <inkml:trace contextRef="#ctx0" brushRef="#br5" timeOffset="-38026.35">22111 11043 19796 0,'-6'-8'2440'0,"36"-27"-223"0,96 8-929 31,29 0-784-15,-40 22-568-1,-80 30-7041 1,-35-22-3626-16</inkml:trace>
  <inkml:trace contextRef="#ctx0" brushRef="#br5" timeOffset="-37824.41">22381 10799 15291 0,'0'-1'4073'0,"-3"-6"856"15,-6 62-1617 1,13 45-2583 0,6 65-377-1,-8 8-408 17,-2-173 56-32,-2 112-3929 15,-1-76-12003-15</inkml:trace>
  <inkml:trace contextRef="#ctx0" brushRef="#br5" timeOffset="-37544.7">22537 11114 9498 0,'3'-36'11074'16,"0"33"-7833"0,14 49-2393-1,-9 45-368 1,-10-14-328-1,-22-35 128 1,24-42-280-16,-25-5 1032 16,16-65-264-1,57-37-784 1,25 10-16 0,-1 48 168 15,-25 46-184-16,-26 27-3993 1,-12-4-11306-16</inkml:trace>
  <inkml:trace contextRef="#ctx0" brushRef="#br5" timeOffset="-37376.27">22862 10814 17363 0,'-2'-32'4377'0,"-17"-20"496"16,17 35-4089 0,12 39-1320-1,-8 35-15963 1</inkml:trace>
  <inkml:trace contextRef="#ctx0" brushRef="#br5" timeOffset="-37197.42">22858 11003 14899 0,'0'0'2848'0,"0"5"1497"15,-3 31-752 1,0 35-3161 0,0 31-304-1,6-35-2464 1,3-51-12876-1</inkml:trace>
  <inkml:trace contextRef="#ctx0" brushRef="#br5" timeOffset="-36834.78">23050 11030 17531 0,'0'-25'4721'0,"0"16"-2312"31,1 60-2153-16,6 21-104 1,-11 6-24 0,-4-47 40-1,8-31-168-15,0 1 608 16,23-73-656 0,50-33 176-1,-13 33-64 1,-49 61-520-1,-11 43 640 1,-11 35 40 0,11-6-296-1,12-14-896 1,50-34-6826 15,-39-48-2400-31</inkml:trace>
  <inkml:trace contextRef="#ctx0" brushRef="#br5" timeOffset="-36319.98">23423 11104 5585 0,'0'0'0'0,"37"-86"9698"16,-33 41-5161 0,-26 33-1401-1,-21 50-1967 1,11 38-265 0,32-76-904-1,-5 98 320-15,12 1-416 16,32-46 104-1,12-75 96 1,-12-64 88 0,-9-32-64-1,-3 24-72 1,-14 69 160 0,-7 36 272 15,-12 83 952-16,-10 67-423 1,1 47-689 0,-18 13-432-1,-20-27-104 1,18-135 384 0,-3-96-160-1,12-78-88 1,22-46-48-1,4 44 360 1,2 88 200 0,11 28-64-1,69 4-296 1,47 16 104 0,33-11-8554 15,-124-3-4361-31</inkml:trace>
  <inkml:trace contextRef="#ctx0" brushRef="#br5" timeOffset="-35944.46">23924 10613 16747 0,'0'0'0'0,"-15"-66"6441"0,32 63-4264 16,64-11-2081 0,21-4 32 15,-45 5-104-16,-57 13-24-15,13-2-56 16,-30 49 968 0,-17 27-392-1,21 5-344 1,13-4-288 0,-3-14-6201-1,-2-48-5202-15</inkml:trace>
  <inkml:trace contextRef="#ctx0" brushRef="#br5" timeOffset="-35670.7">24046 10735 19844 0,'0'0'0'0,"-24"4"3657"16,-3 36-2177 0,-6 22-1240-1,-16 5-56 16,-10-22-240-15,59-45 56 0,-46 4 80-16,30-24 64 15,24-6-104 1,39 9 32 0,27 1 128-1,18 13-16 1,1 2-280-1,-37-3-7322 1,-50 0-3264-16</inkml:trace>
  <inkml:trace contextRef="#ctx0" brushRef="#br5" timeOffset="-35341.02">24231 10501 15339 0,'0'-4'3729'0,"-6"-12"4024"31,6 15-6008-15,10 62-1337 0,10 36-336-1,-24 49-40 1,4-146-32-16,-33 157-432 16,18-117-593-1,23-86-2295 1,20-40 2800-1,-2 15 1568 1,3 27 352 0,8 17-504-1,16 18-768 1,-19 28-552 0,-73 26-15731 15</inkml:trace>
  <inkml:trace contextRef="#ctx0" brushRef="#br5" timeOffset="-35137.8">23956 11181 18475 0,'-7'-17'3857'16,"0"10"1288"-1,58 43-2648 1,71-3-2097-1,11-20-136 1,-54 18-760 0,-79-31 496-1,46 35-12171-15,-41-35 1209 0</inkml:trace>
  <inkml:trace contextRef="#ctx0" brushRef="#br5" timeOffset="-34680.05">24573 10530 20244 0,'0'-18'1760'0,"7"-29"-175"16,27 46-1065-1,-4 58-448 1,-44 0-104-1,-48-6-72 1,62-51 104 0,-64 40 8-16,40-26 64 15,24-14-72 1,29-4 136 0,29-12-272-1,-14 8 112 16,-31 11-280-15,-59 40 168 0,-19 21 480-1,39-6 144 1,32-27-472 0,44-16 432-1,20-18-16 1,-4-39-2104-1,-16 2-16276 1</inkml:trace>
  <inkml:trace contextRef="#ctx0" brushRef="#br5" timeOffset="-34375.23">24700 10613 17059 0,'0'0'0'0,"-7"-5"5881"16,13 1-3848-1,52-9-2105 1,-12 10-96 15,-36 28-880-15,-10-25 1048-1,-33 45-985-15,-35-4 857 16,23-10 328 0,36-13 8-1,17-1 217 1,43-9 143-1,7-11-200 1,-16-32-392 0,-9-24-4801-1,-9-21-11363 1</inkml:trace>
  <inkml:trace contextRef="#ctx0" brushRef="#br5" timeOffset="-34198.19">24880 10533 9682 0,'0'-87'8481'0,"-3"63"-1687"16,-2 36-5066 15,-5 54-776-15,10 9-495-1,0 31-353 1,0-106-104-16,-34 156-313 16,-11-20-5752-1,32-110-5945-15</inkml:trace>
  <inkml:trace contextRef="#ctx0" brushRef="#br5" timeOffset="-34009.46">24583 11087 15195 0,'0'0'2536'0,"-3"5"2369"16,6 22-8 0,42 15-3544-1,33 5-185 1,38-43-1016-1,-116-4-152 1,81-21-2361 0,-72 16-15650-16</inkml:trace>
  <inkml:trace contextRef="#ctx0" brushRef="#br5" timeOffset="-33201.61">25386 10680 9794 0,'0'0'0'0,"-33"-9"10314"0,30 3-7482 32,58 4-2504-17,23 22-264 1,-50 23-104 0,-28-43 40-1,-34 58 96-15,-57-12 17 16,13-23 103-1,57-23 216 1,22 0-672 0,58-6 192-1,23-4 64 1,-32 4-208 0,-40 14-88-1,-85 49 424 1,-24 4-32 15,45-26-144-15,43-3 224-1,39-13 360 1,44-10-224 0,18-9-128-1,-10-11-2873 1,-45-14-12066-16</inkml:trace>
  <inkml:trace contextRef="#ctx0" brushRef="#br5" timeOffset="-32865.08">25673 10525 19020 0,'0'0'0'0,"-7"-28"6257"0,2 72-5121 16,5 58-176-1,0 47-167 17,-2 45-793-17,2-194 0-15,-14 182-40 16,11-133-81 0,3-85 137-1,14-88-272 1,0-2 304-1,-2 34 128 1,13 34 121 0,36 25-241-1,19 27-353 1,-37 20-17666 0</inkml:trace>
  <inkml:trace contextRef="#ctx0" brushRef="#br5" timeOffset="-32587.54">26055 10756 12794 0,'6'-8'2961'16,"13"-11"456"0,-6 39-2745-1,-9 46 104 1,-29-6 24-1,-40-34 992 1,65-26-1792-16,-67 1 2489 16,25-49-1153-1,33-24-824 1,63 8-832 0,16 50-10978-1,-63 14 1328 1</inkml:trace>
  <inkml:trace contextRef="#ctx0" brushRef="#br5" timeOffset="-32328.14">26237 10549 12794 0,'0'-14'6090'15,"-3"-25"855"1,3 30-5289-1,8 59-1007 1,0 57 143 0,-6 61-264-1,-2-168-528 1,14 202 336-16,-1-46-488 16,11-114-464-1,-5-37-20229 1</inkml:trace>
  <inkml:trace contextRef="#ctx0" brushRef="#br5" timeOffset="-31934.74">26492 10549 16795 0,'0'-16'1872'0,"0"-20"3754"15,0 38-4258 1,0 65-472 0,13 27-848-1,-2 24-112 1,-11-118 64-16,-5 76-5729 15,7-64-10835-15</inkml:trace>
  <inkml:trace contextRef="#ctx0" brushRef="#br5" timeOffset="-31482.91">26718 10497 14675 0,'3'-3'2096'0,"6"-1"153"16,0 40-889-1,-8 25-680 1,-7 5-312 15,-57 5-144-15,63-71-224-16,-80 46-80 16,28-35 16-1,34-44-104 1,21-18 168-1,29 8 0 1,13 29 0 0,-14 9-376-1,-19 23 200 1,-27 28 416 0,-33 13-72-1,2-2-8 1,32-37-304-1,34-24 464 1,46-40-72 15,4 15-224-15,-24 20-744 0,-36 16-14027-16</inkml:trace>
  <inkml:trace contextRef="#ctx0" brushRef="#br5" timeOffset="-31279.79">26421 11246 17299 0,'0'-3'1400'0,"4"2"2561"16,33-15-1664-1,44 0-1153 1,55-18-816-1,12 7-456 1,-148 27 128 0,103-17-18652-16</inkml:trace>
  <inkml:trace contextRef="#ctx0" brushRef="#br5" timeOffset="-30834.18">26976 10588 17723 0,'5'-25'2393'15,"63"-8"-1577"1,-13 36-704 0,-38 58-88-1,-56 13 160 1,-83 4-72-1,122-78-112 1,-52 24 160-16,44-24 184 16,47-12-536 15,42-20 104-15,-22 19-176-1,-49 12-80 1,-58 40 304-1,-37 21 184 1,37 3 360 0,48-16-184-1,54-24 472 1,47-23-224 0,-17-23-3248-1,-49 4-11115 1</inkml:trace>
  <inkml:trace contextRef="#ctx0" brushRef="#br5" timeOffset="-30680.15">27135 10773 12930 0,'-3'0'4617'16,"-1"0"-1096"0,31-6-3081-1,36-12-416 1,-20 4-2192-1,-9 5-12828 1</inkml:trace>
  <inkml:trace contextRef="#ctx0" brushRef="#br5" timeOffset="-30479.14">27300 10480 14243 0,'0'0'0'0,"0"-18"6841"15,-3 39-2240 1,-15 54-2000-1,18 41-2153 1,19 33-376 0,30 19-312 15,-49-168 240-31,59 126-18668 16</inkml:trace>
  <inkml:trace contextRef="#ctx0" brushRef="#br5" timeOffset="-30015.39">27643 10528 18796 0,'3'-13'1056'0,"44"-24"-360"15,-20 39-960 1,-11 49 272-1,-53 5-48 1,-65 11-584 0,102-67 624-1,-100 44-232 1,74-41 504 0,31-3-72-1,69-18-288 1,23 0 40-1,-44 16-264 1,-41 6-465 0,-72 33 801-1,-47 17 449 1,43 9 79 0,48-19-136-1,39-31 624 1,46-10-240-1,6 7-400 1,-13-5-2288 0,-15-13-13363-1</inkml:trace>
  <inkml:trace contextRef="#ctx0" brushRef="#br5" timeOffset="-29790.08">27839 10419 17971 0,'0'0'0'0,"3"-38"6842"16,-2 43-4850-1,11 60-375 1,4 49-1097 0,-19 76 312-1,3-190-832 1,-26 228-680-16,29-97 1184 15,33-115-9426 1,-18-29-3105 0</inkml:trace>
  <inkml:trace contextRef="#ctx0" brushRef="#br5" timeOffset="-29544.83">28163 10558 12466 0,'0'-11'4337'16,"4"-24"1560"-1,1 24-2624 1,-7 41-3201 0,-37 50 8-1,19-8-32 1,20-72-48 0,9 37 96-16,34-27 8 15,29-7 224 1,-16-8-1016-1,-41 23-18196 1</inkml:trace>
  <inkml:trace contextRef="#ctx0" brushRef="#br5" timeOffset="-29201.57">27997 10904 12970 0,'0'0'0'0,"-6"-13"3689"16,43 9-1344-1,57 4-1257 1,11 0-888 0,-17-4-152-1,-88 4-48 1,33-2 120-16,-36 2 544 16,-69 24-744-1,-21 37 56 1,24 19 536-1,46-5 696 1,24-13 1257 0,58-19-937-1,40-30-1032 17,-14-24-424-17,-34-36-5121 1,-28 40-12074-16</inkml:trace>
  <inkml:trace contextRef="#ctx0" brushRef="#br5" timeOffset="-28461.86">29240 10451 16043 0,'0'0'0'0,"-20"-44"6793"0,13 38-4096 31,-10 85-2273-15,7 41-368-1,6-41 72 1,4-79-128 0,0 10 184-16,8-31 528 15,54-69-712 1,9-13 24 0,-5 51-152-1,-37 68-624 1,-37 73 1176-1,-44 11-584 1,7-30 176 0,18-35-104-1,24-22 88 17,6 3-4841-17,-18-20-5977-15</inkml:trace>
  <inkml:trace contextRef="#ctx0" brushRef="#br5" timeOffset="-28199.12">28892 10894 17059 0,'-18'-7'5713'16,"42"-4"-2656"0,130-26-1561-1,53-10-1144 1,-44 27-744-1,-115 24 416 1,-48-4-24-16,-21 47-24 16,-43 17 504-1,30-14-208 1,26 5-304 15,5 2-1080-15,-21-24-19100-1</inkml:trace>
  <inkml:trace contextRef="#ctx0" brushRef="#br5" timeOffset="-28029.12">29104 11026 15843 0,'-51'4'5073'16,"30"9"-672"0,22 22-1905-1,58 6-1423 1,61-11-193-1,16 2-872 1,-136-32-8-16,110 10-7306 16,-86-10-5336-16</inkml:trace>
  <inkml:trace contextRef="#ctx0" brushRef="#br5" timeOffset="-27766.24">29571 10633 18427 0,'-6'-53'5930'15,"41"22"-3818"1,25 24-1272 0,-8 50-576-1,-38 26-112 1,-14-69-152-1,-66 100 160-15,-40 4-760 16,47-54-6969 0,62-73-9451-1</inkml:trace>
  <inkml:trace contextRef="#ctx0" brushRef="#br5" timeOffset="-27623.37">29606 10785 8993 0,'11'-10'6882'15,"3"-3"-1825"1,13 18-680-1,25 20-2449 1,8 14-1632 0,-21 11-704-1,-39-50 408-15,9 6-11658 16,-9-6 2248-16</inkml:trace>
  <inkml:trace contextRef="#ctx0" brushRef="#br5" timeOffset="-27306.27">29851 10523 14387 0,'0'0'0'0,"18"-111"7761"16,-15 82-1455 0,-1 53-5242-1,5 79-312 1,0 25-584 0,-7-128-168 15,-6 173 136-31,-19-10-640 15,21-129 208 1,4-70-792 0,16-66 720-1,-4 8 576 1,25 22 104 0,28 37-112-1,14 24 24 1,-17 24-5305-1,-48 0-8042 1</inkml:trace>
  <inkml:trace contextRef="#ctx0" brushRef="#br5" timeOffset="-26783.3">30391 10521 17243 0,'-8'-50'5729'16,"-18"40"-3056"0,-55 70-2329-1,13 27-88 1,47-11-184 0,26-12-64-1,-5-64-8-15,52 14 160 16,15-36 160-1,-31-38-248 1,-13-13-40 0,-22 17 200-1,5 21-856 1,23 24 376 0,16 12 48 15,-27 35 48-16,-40 22-96 1,-40 5 280 0,13-14 368-1,37-19-488 1,18-19 160 0,54-9-112-1,9-24-64 1,-17-14-3441-1,-15-28-13514 1</inkml:trace>
  <inkml:trace contextRef="#ctx0" brushRef="#br5" timeOffset="-26621.67">30559 10350 8529 0,'0'-13'6762'0,"-6"-5"975"0,-1 18-5448 16,-6 77-1145-1,6 33-192 1,-4 22-496 0,11-132-456-16,-34 160-216 15,-23-14-4249 1,27-98-10762 0</inkml:trace>
  <inkml:trace contextRef="#ctx0" brushRef="#br5" timeOffset="-26191.21">30251 10980 14787 0,'0'0'0'0,"9"-54"4705"16,35 29-2609 0,10 20-2032-1,-16 25-624 1,-30 26 592 0,-8-46-32-1,-33 59 432-15,-44-4 80 31,8-27-552-15,53-24 344 0,32-4-632-1,66-18 56 1,11 11-864 0,-21 16 848-1,-60 10 248 1,-95 37 664-1,-12-15 352 1,60-1-168 0,31-18-488-1,71-14 481 1,65-8-2018 0,-25-9-14458-1</inkml:trace>
  <inkml:trace contextRef="#ctx0" brushRef="#br5" timeOffset="-25909.34">30769 10600 18307 0,'17'-15'2089'15,"34"-1"175"1,-21 52-1832-1,-18 28-232 1,-50-13 385 0,-47-25-17-1,85-26-568 1,-72-6 528-16,56-37-208 16,50-19-560 15,53 29-288-16,-35 42-16692 1</inkml:trace>
  <inkml:trace contextRef="#ctx0" brushRef="#br5" timeOffset="-25752.29">30501 10969 17667 0,'0'0'0'0,"-23"36"3929"16,42-36-904-1,100-9-1433 1,54-29-1360 0,-34 11-1528-1,-83 4-16516 1</inkml:trace>
  <inkml:trace contextRef="#ctx0" brushRef="#br5" timeOffset="-25556.23">30959 10503 13714 0,'5'-24'6778'15,"-4"42"-465"1,-10 79-3672 0,7 71-2321-1,16 67-384 1,21 26-2513-1,-35-261 2577-15,34 103-18036 16</inkml:trace>
  <inkml:trace contextRef="#ctx0" brushRef="#br5" timeOffset="-25144.2">31272 10547 12338 0,'24'-58'4937'0,"31"33"-4345"15,3 22 753 1,-15 22-97 0,-26 24-664-1,-38 22 136 1,21-65-720-1,-39 61 96 1,11-36-10538 0,28-25 2952-16</inkml:trace>
  <inkml:trace contextRef="#ctx0" brushRef="#br5" timeOffset="-24967.13">31511 10510 11994 0,'6'-24'6249'16,"35"-16"-2504"-1,17 10-2465 1,7 19-1336 0,-37 46 192-1,-45 41 25 1,17-76-161-16,-63 91-689 16,-43 9-16578-1</inkml:trace>
  <inkml:trace contextRef="#ctx0" brushRef="#br5" timeOffset="-24787.15">31149 10818 16059 0,'42'-36'2608'16,"80"-11"-39"-1,1 16-1785 1,-3 14-72-1,2 13-2000 1,-62 29-15003 0</inkml:trace>
  <inkml:trace contextRef="#ctx0" brushRef="#br5" timeOffset="-24433.65">31359 10961 11026 0,'0'-6'4465'0,"1"-8"112"31,53-10-3161-15,11 13-816-1,25-7-416 1,-2 5-176 0,-88 13-8-16,34-2-584 15,-76 26 584 1,-129 64-96-1,83-24-16 1,62-5 48 0,31-11 736-1,59-18 705 1,16-30-361 0,29-7-728-1,-30-2-824 1,-62 4-16764 15</inkml:trace>
  <inkml:trace contextRef="#ctx0" brushRef="#br5" timeOffset="-24287.63">31469 11101 13514 0,'-8'3'6602'15,"4"0"-2137"1,32-17-3145-1,58-4-1800 1,-8 12-16396 0</inkml:trace>
  <inkml:trace contextRef="#ctx0" brushRef="#br5" timeOffset="-23974.55">32047 10697 13426 0,'5'-32'6866'15,"13"-7"-4682"1,4 41-2144 0,-18 59 216-1,-51 20 248 1,-30-28-55-1,77-53-449-15,-78 19 616 16,18-38-264 0,41-37-200-1,62-22-432 1,42 15-16028 0</inkml:trace>
  <inkml:trace contextRef="#ctx0" brushRef="#br5" timeOffset="-23757.03">32231 10362 14891 0,'0'0'0'0,"0"-18"4993"16,5 11-2825-1,1 89-167 1,-23 62-1129-1,-31 68-1192 1,48-212 320 0,-51 268-3921-16,47-197-7762 0</inkml:trace>
  <inkml:trace contextRef="#ctx0" brushRef="#br5" timeOffset="-23152.06">20632 12518 10506 0,'-23'3'6913'0,"-71"113"-5056"15,21 48-1081 1,48-19-608-1,25-85-1104 17,11-63-11331-32</inkml:trace>
  <inkml:trace contextRef="#ctx0" brushRef="#br5" timeOffset="-22887.19">20562 12569 16059 0,'0'-2'1232'16,"6"4"32"-1,19 98 1249 1,23 55-1305 0,21-21-648-1,-2-48-520 1,-67-86-40 0,14 13 2097-16,-1-81 327 15,30-102-2184 1,21-35-256-1,-6 76 296 1,-24 103-1216 15,-24 60-16587-15</inkml:trace>
  <inkml:trace contextRef="#ctx0" brushRef="#br5" timeOffset="-22528.33">21288 12561 17955 0,'7'-64'4513'16,"6"32"-1080"-1,-6 64-3281 1,-4 82 224-1,-15 34 0 17,18 7-216-17,-6-155-160-15,27 73-32 16,6-70 544 0,29-100-16-1,-2-38 25 1,-14 1-489-1,-19 57 40 1,-17 67-2393 0,-10 14-13874-1</inkml:trace>
  <inkml:trace contextRef="#ctx0" brushRef="#br5" timeOffset="-22212.02">21827 12464 18996 0,'-18'-39'3984'15,"11"-3"265"1,-2 89-3825 0,-15 63-328-1,-17 34 0 1,16-7-8-1,25-137-88-15,-7 94-16 16,28-61 16 0,53-38 193-1,14-24-49 1,9 10-377 0,-22 0-4335-1,-45 16-12044 1</inkml:trace>
  <inkml:trace contextRef="#ctx0" brushRef="#br5" timeOffset="-21895.68">22091 12523 17275 0,'0'-12'2113'15,"-6"-17"3568"1,10 30-4737-1,16 56-456 1,-16 40 352 0,-44 39-576-1,40-136-264 1,-30 116 72-16,18-77-216 16,30-39 360-1,52-16-168 1,25 0-16-1,-11 32-872 1,-2 1-18348 0</inkml:trace>
  <inkml:trace contextRef="#ctx0" brushRef="#br5" timeOffset="-21490.29">22577 12564 18291 0,'-9'-9'2481'16,"9"5"-1417"-1,26 25-1224 1,8 34 264 0,-23 14 136 15,-44-3 152-15,33-66-392-16,-64 28 1505 15,-2-28 519 1,39-50-888-1,31-39-1120 1,64 15-144 0,-4 51-6281-1,-47 23-5026-15</inkml:trace>
  <inkml:trace contextRef="#ctx0" brushRef="#br5" timeOffset="-21284.92">22765 12383 10762 0,'0'0'0'0,"-4"-76"13251"15,1 67-9867 1,6 49-2776 0,7 73-295-1,-17 58 175 1,-23 52-648-1,30-223 160-15,-12 177-7098 16,16-152-4936-16</inkml:trace>
  <inkml:trace contextRef="#ctx0" brushRef="#br5" timeOffset="-20767.45">23044 12391 15499 0,'0'-5'3337'16,"32"-9"-1465"0,10 14-1424-1,-9 43-432 1,-28 6 512-1,-62 1-16 1,57-50-512-16,-85 40 360 16,25-17-272-1,39-21 128 1,23-2-416 0,49-10 160-1,21-2 224 1,-21 5-408-1,-34 11 40 1,-56 30 224 15,-43 15 48-15,1 10-8 0,47-8 160-1,29-16-32 1,62-27 505-1,36-10-353 1,-2-13-16580 0</inkml:trace>
  <inkml:trace contextRef="#ctx0" brushRef="#br5" timeOffset="-20560.53">23325 12249 22292 0,'-2'0'3369'0,"-4"13"-1497"16,0 75-951 15,10 44-697-15,-4 27 160-1,-13 27-680 1,13-186 296-16,-10 101-3449 15,-11-97-12394-15</inkml:trace>
  <inkml:trace contextRef="#ctx0" brushRef="#br5" timeOffset="-20411.28">23350 12644 16027 0,'0'-1'4617'0,"-5"-19"1600"15,29 2-5225 1,55 11-1120-1,-19 10-17723 1</inkml:trace>
  <inkml:trace contextRef="#ctx0" brushRef="#br5" timeOffset="-20138.25">23705 12458 20156 0,'0'-21'1496'0,"1"-54"1905"16,55 25-1969-1,35 14-1312 1,-27 25-64 0,-48 26-376-1,-16-15 320 1,-3 63 248-16,-21 23 96 15,17-10-216 1,7 1-688 0,-8-26-17836-1</inkml:trace>
  <inkml:trace contextRef="#ctx0" brushRef="#br5" timeOffset="-19803.51">23690 12582 19908 0,'0'0'2040'0,"0"-7"1329"16,3 11-3185-1,5 50-40 1,-38 15 152 0,-47 26-152-1,77-95-144 1,-102 72 16-16,27-52-48 15,57-40 64 1,24-34-48 0,44 29 160 15,37 20 648-15,78 28-504-1,75 34-952 1,-98-13-15003-16</inkml:trace>
  <inkml:trace contextRef="#ctx0" brushRef="#br5" timeOffset="-19331.77">24692 12260 18507 0,'0'-22'1833'0,"0"-22"3896"15,-10 62-4761 1,-65 109-928 0,-35 19 272 15,10-37-536-15,100-109 224-16,-39 46-17820 15</inkml:trace>
  <inkml:trace contextRef="#ctx0" brushRef="#br5" timeOffset="-19205.61">24539 12507 15859 0,'5'0'1288'0,"48"7"841"15,-13 34-897 1,15 5-648 0,-25-23-13803-1</inkml:trace>
  <inkml:trace contextRef="#ctx0" brushRef="#br5" timeOffset="-18899.64">24828 12072 17771 0,'0'-5'2649'0,"-11"-11"2560"31,20 71-3905-15,9 119-864-1,-7 17-544 1,-26-33-336 0,15-158 440-1,-28 81-944-15,18-90 536 16,13-77 264 0,24-18 360-1,29 16-8 1,18 35-192-1,-7 40-216 1,-46 57-4201 0,-21-18-7169-1</inkml:trace>
  <inkml:trace contextRef="#ctx0" brushRef="#br5" timeOffset="-18680.23">24518 12857 17299 0,'-55'21'5793'16,"52"4"-2944"-1,66 9-1737 1,68-21-424 0,-15 14-792-1,-31 4-17179 1</inkml:trace>
  <inkml:trace contextRef="#ctx0" brushRef="#br5" timeOffset="-18413.49">25182 12293 19828 0,'0'-3'1536'15,"13"-18"1761"1,52 3-1729 0,10 42-1768-1,-53 40 288 1,-66 37 96 0,44-101-184-1,-109 99 168-15,29-50-808 16,61-46-9706-1,32-6 856 1</inkml:trace>
  <inkml:trace contextRef="#ctx0" brushRef="#br5" timeOffset="-18304.48">25266 12471 13170 0,'0'0'0'0,"6"2"3145"16,10 36-905 15,11 11-1399-15,-2-4-4002-1,-22-42-6057-15</inkml:trace>
  <inkml:trace contextRef="#ctx0" brushRef="#br5" timeOffset="-18150.77">25359 12471 16035 0,'0'-5'2352'0,"-2"-21"2938"15,42-7-4666 1,33 9-592-1,-26 10-376 1,-25-2-8250 0,-22 4-680-1</inkml:trace>
  <inkml:trace contextRef="#ctx0" brushRef="#br5" timeOffset="-17755.43">25519 12115 12130 0,'0'-28'6417'16,"-3"27"-1415"-1,-7 59-4082 1,10 38-488 0,3 23-96-1,-9 15-464 1,6-134 128-16,-52 124-2945 16,15-68-2056-1,23-47 5337 1,11-26 1257-1,15-1-1113 1,23 18-472 0,-4 64 264-1,-23 33 552 1,-34-5 32 15,-48-42 1025-15,-16-36-145-1,17-34-296 1,54-33-888 0,69-33-1104-1,23 6-22229 1</inkml:trace>
  <inkml:trace contextRef="#ctx0" brushRef="#br5" timeOffset="-17431.65">25733 12215 20228 0,'0'0'0'0,"-45"-71"5785"16,70 61-5681-1,66 27-464 1,-31 47-4337 0,-46-4-3481-1,-14-60 8178 1,-48 37 656-16,0-17 3073 16,34-18-536-1,47-7-2353 1,61-23-1312-1,-55 25-12347 1</inkml:trace>
  <inkml:trace contextRef="#ctx0" brushRef="#br5" timeOffset="-17181.08">25791 12464 9994 0,'0'-2'5873'0,"7"-2"-3073"31,45-3-2143-16,-24 32-593 1,-25 38 552 0,-66-2 1096-1,63-61-1712-15,-83 44 1929 16,18-33-617 0,44-37-256-1,55-39-1224 1,59 2-3081-1,-34 45-12850 1</inkml:trace>
  <inkml:trace contextRef="#ctx0" brushRef="#br5" timeOffset="-16824.31">26069 12166 18523 0,'0'0'0'0,"-14"14"6586"15,9 29-5866 1,-9 81-296 0,2 2-32-1,12-30-352 1,0-96-40 0,-9 58-256-16,4-56 216 15,12-61-408 1,19-11 680-1,-11 34-16 1,-4 18-264 0,8 18-264-1,9 0 40 1,-14-4-2705 0,4-54-4160 15,11-35-4802-16</inkml:trace>
  <inkml:trace contextRef="#ctx0" brushRef="#br5" timeOffset="-16672.97">26213 12140 10298 0,'0'-34'6625'16,"-6"11"1617"-1,-1 38-5930 1,-20 81-1447 0,28 28-801-1,15 31 160 1,-16-155-224-16,5 196-400 15,-3 11-18477 1</inkml:trace>
  <inkml:trace contextRef="#ctx0" brushRef="#br5" timeOffset="-16324.07">26716 12171 11146 0,'0'-77'11970'16,"-22"94"-10337"-1,-62 118-1241 1,-26 34-280 0,-8-37-408-1,48-75-848 1,70-57 1144-16,-4-17-6338 15,82-59 3074 1,-5 16 3920 0,-37 45 1776-1,2 34-823 1,-3 44-1073 0,-2-2-24 15,-11-26-14331-16</inkml:trace>
  <inkml:trace contextRef="#ctx0" brushRef="#br5" timeOffset="-16167.62">26627 12436 12882 0,'-4'-21'4201'16,"2"-33"992"0,39 31-3944-1,44 17-1049 1,0 8-168-1,-51 14-4345 1,-24-16-9202 0</inkml:trace>
  <inkml:trace contextRef="#ctx0" brushRef="#br5" timeOffset="-15975.96">26889 12012 13162 0,'0'0'0'0,"-3"-18"9474"31,-9 50-6121-15,-15 100-1088 0,34 43-1873-1,20 46-1097 1,-27-221 705 0,23 283-20492-16</inkml:trace>
  <inkml:trace contextRef="#ctx0" brushRef="#br5" timeOffset="-15507.98">27448 12206 17067 0,'-16'-27'4521'0,"28"-37"-136"15,68 28-4105 1,14 50 344 0,-53 54-608-1,-117 40-80 16,76-108 64-31,-163 121 280 16,40-55-408 0,104-53-7705-1,25-17-3434-15</inkml:trace>
  <inkml:trace contextRef="#ctx0" brushRef="#br5" timeOffset="-15179.68">27801 11898 16699 0,'0'-25'6850'16,"-4"56"-4498"0,-23 112-1304-1,12 29-1016 1,-4 14 24 0,-23-50-552-1,42-136 496-15,-13 28-680 31,14-65-544-15,29-66 1040 0,8-15 504-1,3 29 464 1,0 49-400 0,-4 35-512-1,-12 29-1632 1,-20-6-16644-1</inkml:trace>
  <inkml:trace contextRef="#ctx0" brushRef="#br5" timeOffset="-14993.03">27922 12044 5377 0,'12'-62'9058'16,"-4"28"-2153"0,-13 47-3800-1,-34 93-265 1,32 53-2272 15,21 32-608-15,-14-191 40-16,16 170-4096 15,-12-99-14852-15</inkml:trace>
  <inkml:trace contextRef="#ctx0" brushRef="#br5" timeOffset="-14773.77">28178 12034 13186 0,'0'0'0'0,"0"-14"8266"16,1 33-7810-1,16 67 176 1,-3 53-240 15,-11-9-6417-15,-3-107-3985-16</inkml:trace>
  <inkml:trace contextRef="#ctx0" brushRef="#br5" timeOffset="-14432.76">28348 12026 13938 0,'8'-62'5546'15,"15"42"-3834"1,11 70-1456 0,-25 43-48-1,-83 22 360 1,-35-29-520 0,109-86-48-16,-60 22 232 15,48-61-128 1,52-31-384 15,14 36 216-15,-35 47-616-1,-35 45 544 1,1 9 8 0,17-13 336-1,57-29 64 1,20-57-18916-1</inkml:trace>
  <inkml:trace contextRef="#ctx0" brushRef="#br5" timeOffset="-14138.58">28501 11926 13458 0,'0'-27'5434'0,"-5"8"-1850"15,2 80-2479 1,2 46-177 15,6 25-592-15,-2-14-296-1,-3-118-40-15,0 61-320 16,4-88 728 0,12-61-352-1,33-22-56 1,-11 60-352-1,50 6 1152 1,-40 45-1096 0,-34 83-8930-1,-17-58-736-15</inkml:trace>
  <inkml:trace contextRef="#ctx0" brushRef="#br5" timeOffset="-13696.45">28298 12525 10226 0,'0'0'0'0,"-31"14"7769"16,25-14-3192 0,64-14-4369-1,22 9-208 1,-32 5-48 0,-48 0 48-1,5 10-56-15,-81 39 256 16,-9-5-136-1,62-27-272 1,28-13 96 0,70-4 0-1,15-17-944 1,-32 9-440 0,-56 39 872-1,-78 21 496 1,-2-8 1232 15,58-10-672-15,26-21 184-1,69-12 296 1,40-15-560 0,36-4-17835-1</inkml:trace>
  <inkml:trace contextRef="#ctx0" brushRef="#br5" timeOffset="26114.2">20575 14348 18211 0,'5'-62'4121'16,"20"26"-1176"0,2 56-2281-1,-3 92-32 1,-9 31-216-1,12-34-328 1,-27-109-88-16,21 50 88 16,-15-50 1433-1,16-83-625 1,22-39-656 0,9 5-144-1,-10 56-160 1,-19 73 16-1,-9 85 160 17,-15 43-176-17,19 10 264 1,10-81-80 0,-9-57 128-1,16-57 576 1,21-72-624-1,18-23-216 1,6 21-328 0,-39 78-9186-1,-36 41-2472 1</inkml:trace>
  <inkml:trace contextRef="#ctx0" brushRef="#br5" timeOffset="26579.05">21378 13836 20484 0,'-6'-71'5305'0,"26"25"-3073"15,17 71-1815 1,-12 117-241-1,-28 134-72 1,-31 44-136 0,34-320 32-16,-13 172 48 15,-4-124 360 1,14-67 1240 0,29-106-1568-1,52-40-160 1,-30 75 8-1,-23 84-8 17,-16 91 112-17,-13 31 104 1,-4-13-184 0,0-34 8-1,8-39-1096 1,16-40-18692-1</inkml:trace>
  <inkml:trace contextRef="#ctx0" brushRef="#br5" timeOffset="26799.88">21777 14073 21780 0,'0'0'0'0,"-38"-39"6346"15,25 17-4202 1,15 25-2256 0,11 58-1000-1,-15 63-4233 1,-7-53-10123-16</inkml:trace>
  <inkml:trace contextRef="#ctx0" brushRef="#br5" timeOffset="27000.75">21743 14407 22124 0,'0'-10'5265'16,"0"7"-2832"-1,3 21-1881 1,12 59-504-1,-21 57-328 1,-1-28-8842 0,7-106 9122-1,0 18-11650-15</inkml:trace>
  <inkml:trace contextRef="#ctx0" brushRef="#br5" timeOffset="27249.95">22032 13844 19628 0,'0'-31'3008'0,"2"-54"2393"15,1 94-4008 1,2 86-985 0,-11 71 208-1,6 26-384 1,0-192-232-1,2 161 0-15,25-65-416 16,25-56-9890 15,-33-40-1113-31</inkml:trace>
  <inkml:trace contextRef="#ctx0" brushRef="#br5" timeOffset="27608.94">22195 14369 23292 0,'-4'4'1369'0,"-14"26"903"16,36-12-399 0,58 2-1369-1,21-21-264 1,15-27-256 0,-112 28 16-1,31-26-80-15,-38-41 40 16,-49 6 72-1,-4 42 88 1,-4 62-104 15,4 69 272-15,31 13 312 0,50-10 128-1,33-47-464 1,17-49-120-1,35-48-128 1,29 5-10250 0,-105 20-2425-16</inkml:trace>
  <inkml:trace contextRef="#ctx0" brushRef="#br5" timeOffset="27931.19">23139 13676 17035 0,'-6'-74'4289'0,"-10"43"-208"15,-41 78-3361 1,-28 100 1633 0,7 93-793-1,60 39-632 1,18-279-928-16,72 180 280 16,46-87-312-1,-4-39-2296 1,-53-42-15732-1</inkml:trace>
  <inkml:trace contextRef="#ctx0" brushRef="#br5" timeOffset="28581.01">23726 14052 9594 0,'0'-23'5425'0,"0"-56"624"0,-20 50-1824 16,-38 37-3617-1,-38 63-584 1,21 33 1480 0,75-104-1504-1,-31 115 1529 1,53-5-921 0,68-53-320-1,58-41-520 1,-11-36-1032-1,-48-38-20125 1</inkml:trace>
  <inkml:trace contextRef="#ctx0" brushRef="#br5" timeOffset="29005.53">24007 13619 16427 0,'0'-32'7098'0,"-4"5"-2425"15,4 69-4393 1,-19 109 48 0,-16 101-176 15,-7 14-168-15,42-266 16-16,-16 141 80 15,10-113 232 1,6-45 840-1,27-96-736 1,53-68-560 0,-1 35 160-1,-32 84-88 1,-21 82 304 0,-14 73-128-1,-23 44-8 1,1 31 16-1,6-64-240 1,4-57-3761 0,5-39-14659-1</inkml:trace>
  <inkml:trace contextRef="#ctx0" brushRef="#br5" timeOffset="29469.47">24704 13711 16395 0,'0'0'0'0,"0"-115"6929"16,6 71-2880-1,-3 42-2760 1,-6 75-617 0,-15 62-696-1,18-135 24 1,-2 122-1024-16,11-9 1280 15,8-5-720 1,-27-47-23166 0</inkml:trace>
  <inkml:trace contextRef="#ctx0" brushRef="#br5" timeOffset="29663.35">24620 14457 20372 0,'0'0'2704'16,"-4"0"2450"0,4 0-5154-1,3 2 568 1,22 1-7634 0,-12-3-5272-16</inkml:trace>
  <inkml:trace contextRef="#ctx0" brushRef="#br5" timeOffset="29899.36">25044 14014 23156 0,'0'0'0'0,"-10"-21"3169"16,10 18-1400 0,63 6-1625-1,46-3-128 1,-28 3-2169 0,-58 20-16651-1</inkml:trace>
  <inkml:trace contextRef="#ctx0" brushRef="#br5" timeOffset="30072.19">25001 14279 18427 0,'-3'-7'3681'0,"-2"-12"-16"16,86-6-1200 15,65-3-2209-15,-15 14-7242-1,-101 14-5385-15</inkml:trace>
  <inkml:trace contextRef="#ctx0" brushRef="#br5" timeOffset="30490.34">25563 13488 17675 0,'0'0'0'0,"-24"-31"8426"15,24 27-7290 1,44 34-1384 0,39 26-2368-1,-58-35-10571 1</inkml:trace>
  <inkml:trace contextRef="#ctx0" brushRef="#br5" timeOffset="31255.11">25913 13851 17547 0,'-7'-48'5065'16,"5"35"-2216"-1,11 73-1849 1,12 83-72-1,12 44-448 1,10-69-416 0,-43-118-64-16,15 20 385 15,11-70 543 1,20-98-912 15,-3-15-216-15,-5 50 608-1,-26 84-224 1,-10 59-336 0,-2 86-56-1,0 36 280 1,16-44-72 0,5-77 232-1,-12-40 544 1,49-116-576-1,7-32-1040 1,-14 15 744 0,-43 88-1689-1,-73 87-19139 1</inkml:trace>
  <inkml:trace contextRef="#ctx0" brushRef="#br5" timeOffset="31436.49">25855 14096 17267 0,'0'-12'6121'15,"55"-11"-1568"1,108-22-3696 0,59 3-121-1,-17 26-1592 1,-77 41-21533-1</inkml:trace>
  <inkml:trace contextRef="#ctx0" brushRef="#br5" timeOffset="31892.33">26688 13891 17467 0,'0'-44'4337'16,"-8"27"-608"-1,-18 56-2873 1,-18 82-784-1,25 37 144 1,39-24 304 0,-20-134-520-16,59 47 144 15,25-78 665 1,7-91-281 0,-39-25-816 15,-50 18-113-16,-74 57 906 1,-12 59-801 0,45 51-617-1,61 7-17931 1</inkml:trace>
  <inkml:trace contextRef="#ctx0" brushRef="#br5" timeOffset="32127.71">27201 13465 12234 0,'0'0'0'0,"1"-18"11275"15,4 6-8067 1,-4 34-2944 0,-14 55-264-1,-29 40-3104 1,35-57-13108-16</inkml:trace>
  <inkml:trace contextRef="#ctx0" brushRef="#br5" timeOffset="32533.06">27529 13447 13602 0,'0'-12'2625'0,"4"-32"3576"16,-4 31-3184 0,21 14-1745-1,28 50-1400 1,2 59 704-1,-51-110-576 1,15 206-200-16,-114 103 128 16,-97-24 1689-1,-40-120-4298 1,135-106-16363 0</inkml:trace>
  <inkml:trace contextRef="#ctx0" brushRef="#br5" timeOffset="33829.66">20698 15636 12474 0,'0'0'0'0,"23"-98"4305"16,26 25-512-1,-9 24-1113 1,-15 38-1007 0,-7 44-1153-1,-18-33-520 1,-18 99 368-16,-50 24-208 16,-7-22-248 15,28-58 88-16,43-40 232 1,27-22-96 0,35-1-208-1,-25 20-248 1,-18 47 320 0,-33 20-128-1,-47 26-48 1,33-54 168-1,32-39 8 1,19-8-32 0,-1-6 216-1,-15 23-400 1,-9 59 288 0,3 6 32-1,48-27 80 16,19-3 40-15,-32 4-16107-16</inkml:trace>
  <inkml:trace contextRef="#ctx0" brushRef="#br5" timeOffset="34427.92">20522 17084 17627 0,'0'0'0'0,"-23"-21"6378"16,6 9-4242 0,10 52-1992-1,10 61-104 1,13 47-248 0,-16-148 208-1,21 172-328-15,-3-42-88 16,-9-89 672-1,-8-41-128 1,-14-27-200 0,-1 13 128-1,9 13-448 1,5 38 352 0,8 35-176-1,8 24-200 16,-9-39 960-15,-6 6-560 0,-24-6 64-1,-11-13 640 1,-12-14 1312 0,4-19-1015-1,7-9-1657 1,32-2-18509-1</inkml:trace>
  <inkml:trace contextRef="#ctx0" brushRef="#br5" timeOffset="34893.58">21898 16099 21444 0,'-22'-23'2705'0,"-35"-30"1240"16,33 66-3529-1,29 84-4249 1,-5-79-8034-16</inkml:trace>
  <inkml:trace contextRef="#ctx0" brushRef="#br5" timeOffset="35063.59">21885 16676 22820 0,'-18'3'945'16,"3"1"1823"-1,15-1-2600 1,5 28-600 0,27 25-8626-1,-29-38-1128 1</inkml:trace>
  <inkml:trace contextRef="#ctx0" brushRef="#br5" timeOffset="35142.47">21925 17112 22228 0,'0'0'1120'15,"0"12"561"1,5 28-1289 0,18 12-16876-16</inkml:trace>
  <inkml:trace contextRef="#ctx0" brushRef="#br5" timeOffset="47481.41">29038 11974 12002 0,'0'0'1952'0,"-9"-18"4530"16,7-1-2769 15,2 3-1345-15,3 16-1400-1,26-12-656 1,-29 12-312-16,49-5 16 15,6 0 104 1,-28 5-464 0,-24 16-184-1,-54 28 896 1,-35 23-312 0,7-9-200-1,49-37-16 1,33-21 120-1,51-2 384 1,15-3-456 0,-10 10 80 15,-45 36-432-15,-38 27 448-1,-52 8-40 1,-20-21 160-1,-16-24-48 1,52-38 32 0,44-44 200-1,54 13-64 1,39 25-360 0,29 21 32-1,17 9 240 1,-4-2-136-1,-24-15-224 1,-45-17-6705 0,-32-5-7794-1</inkml:trace>
  <inkml:trace contextRef="#ctx0" brushRef="#br5" timeOffset="47715.94">29385 11826 18547 0,'-8'-47'6258'16,"-6"30"-2521"-1,14 46-3457 1,0 69 144 0,0 52-768-1,-10 30 624 1,10-180-280-16,-37 160-640 15,-11-59-6626 1,20-67-7665 0</inkml:trace>
  <inkml:trace contextRef="#ctx0" brushRef="#br5" timeOffset="48151.11">29075 12489 14867 0,'0'0'0'0,"-12"15"8481"15,9-1-6216 1,1 40-1481 0,7-7-536-1,2-25-248 1,-7-22 0 0,1 3 272-16,20-30 416 15,27-35-616 1,7 36-56-1,-1 20 72 1,-21 44-368 0,-27 42 152 15,-58 13 112-15,-18-26 176-1,46-50 208 1,20-17 409-1,9-2 447 1,41-20-968 0,28 4-392-1,8 10-2105 1,-13 5-18331 0</inkml:trace>
  <inkml:trace contextRef="#ctx0" brushRef="#br5" timeOffset="48322.99">29513 12665 17467 0,'0'-6'6122'0,"0"-10"-1754"32,0 14-3607-17,8 2-681 1,22 17-9898-1,-29-15-2265-15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v"/>
          <inkml:channel name="T" type="integer" max="2.14748E9" units="dev"/>
        </inkml:traceFormat>
        <inkml:channelProperties>
          <inkml:channelProperty channel="X" name="resolution" value="936.20001" units="1/cm"/>
          <inkml:channelProperty channel="Y" name="resolution" value="1589.0882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6-01T11:35:10.429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FFFF00"/>
    </inkml:brush>
    <inkml:brush xml:id="br2">
      <inkml:brushProperty name="width" value="0.05292" units="cm"/>
      <inkml:brushProperty name="height" value="0.05292" units="cm"/>
      <inkml:brushProperty name="color" value="#0000FF"/>
    </inkml:brush>
    <inkml:brush xml:id="br3">
      <inkml:brushProperty name="width" value="0.05292" units="cm"/>
      <inkml:brushProperty name="height" value="0.05292" units="cm"/>
      <inkml:brushProperty name="color" value="#00FF00"/>
    </inkml:brush>
    <inkml:brush xml:id="br4">
      <inkml:brushProperty name="width" value="0.05292" units="cm"/>
      <inkml:brushProperty name="height" value="0.05292" units="cm"/>
    </inkml:brush>
    <inkml:brush xml:id="br5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7681 1091 8761 0,'0'0'0'15,"8"-7"5754"1,6-10-1786 0,3-6-1319-1,-2-2-280 1,-9 11-649 0,-6 14-1720-1,10-3 808-15,4 15 152 16,6 37-240-1,15 0-984 1,-8-6 720 0,7-13-191-1,1-28-442 1,2-26 802 0,1-15-673-1,1 0-64 16,0 21 648-15,11 14-1048 0,-1 29 712-1,8 9 264 1,-2-3-784 0,-16-15 864-1,-1-5-440 1,-1-13-464-1,-11-11 904 1,9-5-728 0,3 6 128-1,6 11 392 1,4 8-640 0,7 5 424 15,2 0 152-16,2-5-320 1,0-7 432 0,1-2-320-1,4-10-384 1,3 1 928 0,-1 1-832-1,-2-3 424 1,2-6-2801-1,-32 2-15618 1</inkml:trace>
  <inkml:trace contextRef="#ctx0" brushRef="#br0" timeOffset="1390.44">7871 4411 10162 0,'0'0'5593'0,"0"-1"-1320"0,-10-2-1785 15,-17 3-839 1,-25 6-449 0,-8 11-8-1,60-17-1192 1,-87 37 1104-16,21-7-631 31,-74 20 159-15,1-13-288-1,20-5-136 1,-67-4 744 0,42-19-680-1,-13-13 40 1,26-21 112-1,9-20 0 1,21-11-504 0,26-15 424-1,44-4-120 1,25-6-240 0,36-19 192-1,52-19-240 16,28 22 144-15,39 7-320 0,27 8 544-1,5 31-176 1,-22 32-336 0,-3 18 80-1,-17 32-424 1,-19 28 656-1,-17 14 584 1,-19 36-800 0,-31 39-96-1,-35-10 144 1,-42-30 320 0,-41-32-272-1,-11-25 0 1,2-51-3792 15,55-41-14692-31</inkml:trace>
  <inkml:trace contextRef="#ctx0" brushRef="#br0" timeOffset="2188.39">8226 1235 13938 0,'0'-5'5946'0,"0"-10"-2674"16,-5-2-839 0,-4-3-345-1,-4 7-1896 1,-3 15 241 15,16-2-433-31,-36 35 688 16,-57 89-448-1,-14 38 520 1,17-19-328 0,-15 13 0-1,-18 39-88 1,-17 28-520-1,-43 123 88 1,83-117 744 0,25-11-88-1,2 12-296 1,57-81-80 0,18-77-336-1,7-50 240 1,-7-18-336 15,0-33-392-15,6-80-8098-1,-26 53-3208-15</inkml:trace>
  <inkml:trace contextRef="#ctx0" brushRef="#br0" timeOffset="2655.86">6875 2899 17571 0,'0'0'0'0,"-26"-8"4857"0,16-5-2480 16,13 9-1625 0,19 7 16-1,5 42 192 1,-27-45-960-1,22 105 913-15,-3 43-433 32,-2-13-232-17,1-27-64 1,-3-50-216 0,-8-44 168-1,-5-14 792 1,-2-6-136-1,10-12-656 1,33-14-152 0,44-15 16-1,52 18-184 1,26 1-144 0,-28 10 1064-1,-82 13-896 1,-51 5-2520 15,-9 16-14916-31</inkml:trace>
  <inkml:trace contextRef="#ctx0" brushRef="#br0" timeOffset="3768.02">9496 1191 16387 0,'1'0'2361'15,"15"0"759"1,0-2-2392 0,14 2-88-1,7 0-375 1,7 0-265-1,-44 0 0-15,47 3-1417 16,-22 7-13722 0</inkml:trace>
  <inkml:trace contextRef="#ctx0" brushRef="#br0" timeOffset="3956.02">9602 1305 18972 0,'-2'0'2072'0,"-12"0"1521"15,5-1-2401 1,4-1-1248 15,22-1-144-15,26-4-2921 0,-43 7 3121-16,25-4-14379 0</inkml:trace>
  <inkml:trace contextRef="#ctx0" brushRef="#br0" timeOffset="4221.25">9799 1059 17219 0,'-2'-4'4969'16,"2"-3"-784"0,-2 0-3497-1,2 0-728 1,7 7 408-1,-7 0-368 1,27 11-264 0,11 21 424-1,-3 11 176 1,-29 26-408 0,-70 84-5945-1,41-113-6210-15</inkml:trace>
  <inkml:trace contextRef="#ctx0" brushRef="#br0" timeOffset="16922.09">10224 949 16059 0,'5'-1'3497'0,"9"-7"2128"32,-1-4-3961-17,4 5-1312 1,2 9-488-1,-2 37 312 1,-17-39-176-16,18 50 336 16,-2-3-680-1,-9-22 280 1,2-39-632 0,7-40 240-1,20-14 728 1,4 5-640-1,3 36 248 1,-16 31 608 0,-14 57-528-1,-21-8 152 17,-30 19 360-17,-8-15-456 1,-5-21 480-1,45-33-960 1,12-10-9482 0,0 4-472-16</inkml:trace>
  <inkml:trace contextRef="#ctx0" brushRef="#br0" timeOffset="17216.91">10131 1412 18195 0,'-15'0'4321'0,"2"0"-3665"16,41 3-359-1,27-16 551 17,33-20-968-17,14-12 432 1,-102 45-312-16,93-40-360 15,-38 21 944 1,-37 20-120 0,-21 59-496-1,-15 29-288 1,18-24 224 0,1-12-11099-1,-1-49 2354 1</inkml:trace>
  <inkml:trace contextRef="#ctx0" brushRef="#br0" timeOffset="17421.28">10268 1597 20068 0,'-12'0'2160'16,"0"6"1793"-1,31 18-1848 1,47 14-1353-1,38-12-728 1,14-25 24 0,-118-1-48-16,107-22-5057 15,-54-6-12987 1</inkml:trace>
  <inkml:trace contextRef="#ctx0" brushRef="#br0" timeOffset="17691.8">10700 1063 14475 0,'0'0'0'0,"4"-4"14275"15,2-3-13643 1,12-1-224 15,17 5-544-15,0 21-16-1,-35-18 152 1,10 47 600-16,-28 34-2104 16,-90 85-18749-1</inkml:trace>
  <inkml:trace contextRef="#ctx0" brushRef="#br0" timeOffset="17813.75">10770 1194 18187 0,'0'0'4921'15,"4"4"-704"1,12 5-3801 0,22 7-184-1,11 2-19092 1</inkml:trace>
  <inkml:trace contextRef="#ctx0" brushRef="#br0" timeOffset="18058.13">10904 813 15307 0,'-7'-4'12122'16,"-8"-4"-8649"0,1 4-3817-1,12 49 720 1,15 61 88-1,42 211-1304 1,-55-317 840-16,26 332-320 16,-24-202-4721-1,-13-127-12803 1</inkml:trace>
  <inkml:trace contextRef="#ctx0" brushRef="#br0" timeOffset="18201.93">10953 1199 21492 0,'0'-3'4937'16,"4"-4"-2048"0,6-2-2489-1,29-4-944 1,25 4-11523 0,-45 6 1577-16</inkml:trace>
  <inkml:trace contextRef="#ctx0" brushRef="#br0" timeOffset="18736.11">11397 952 17395 0,'-3'-1'4545'0,"0"-13"-1568"16,-10-2-929 15,-1 12-1872-16,-16 24-264 1,5 40 656 0,25-60-568-16,-8 66 16 15,8-3-80 1,21-31 376 0,5-28-800-1,3-28 800 1,-6-19-384-1,-4-8-256 1,-3 15 496 0,10 11-464-1,9 11 152 1,-2 12 128 15,-16 27-592-15,-20 9 856-1,-29 7-64 1,-1-2-344 0,20-7 656-1,14-17-320 1,37-11-144 0,15-12 40-1,4-40-7681 1,-28 21-7843-1</inkml:trace>
  <inkml:trace contextRef="#ctx0" brushRef="#br0" timeOffset="18919.18">11578 699 17499 0,'0'0'0'0,"-13"0"7314"0,-5 0-4314 16,1 6-2255 15,12 36-281-16,10 27-120 1,-5-69-344 0,18 114 336-16,-5 26-4969 15,-7 2-11731-15</inkml:trace>
  <inkml:trace contextRef="#ctx0" brushRef="#br0" timeOffset="19394.82">11345 1373 21860 0,'10'-3'1504'16,"8"-7"89"0,26-10-1745-1,20-1 264 1,6 7-32 0,3 18-528-1,-73-4 448 1,20 67-312-1,-105-6 176 1,13-39 296 0,45-11 160-1,32-8-544 1,61-28 240 0,36 5-128-1,-23 7-104 1,-59 11 272-1,-62 44 160 1,-39 15 280 0,27-7 1048-1,36-12-1360 1,38-16 96 0,62-7-136 15,22-36-4153-16,-47-4-12922-15</inkml:trace>
  <inkml:trace contextRef="#ctx0" brushRef="#br0" timeOffset="19669.82">11931 990 16211 0,'0'-5'5809'0,"-3"-7"-1112"16,-9 1-4425-1,-13 15 184 1,2 44-472 0,11 15-176-1,12-63 192 1,3 67 424-16,23-38-672 16,17-33 232-1,-5-46 384 16,-23-21-672-15,-18 15 520 0,-37 40-3784-1,11 16-11748-15</inkml:trace>
  <inkml:trace contextRef="#ctx0" brushRef="#br0" timeOffset="19863.15">11677 1448 16099 0,'0'0'5257'0,"13"3"-4281"16,37-6 2489 0,15-22-2025-1,7-11-1408 1,13 9-136 0,-85 27 104-1,66-25-17523-15</inkml:trace>
  <inkml:trace contextRef="#ctx0" brushRef="#br0" timeOffset="20047.07">12097 766 22580 0,'0'0'0'0,"-15"0"4297"15,1 3-2408 1,5 35-513-1,6 54-504 1,39 201-1080 0,-36-293 208-1,48 493-10986-15,-44-380-1353 16</inkml:trace>
  <inkml:trace contextRef="#ctx0" brushRef="#br0" timeOffset="20661.22">12731 862 15675 0,'0'0'4377'0,"-6"-4"-1241"15,0-3-2639 1,12-10-593 0,31-5 16-1,10 7 448 1,-47 15-368 0,36 10 568-16,-16 42-56 15,-18 17-288 16,-21-8-4921-15,10-47-12107-16</inkml:trace>
  <inkml:trace contextRef="#ctx0" brushRef="#br0" timeOffset="20840.58">12887 758 19684 0,'0'0'1736'15,"0"-3"257"1,8-2-1225-1,22-3-632 1,16 8 248 0,-8 25 416-1,-38-25-800 1,9 60 168-16,-30 12-1176 16,-33 12-17708-1</inkml:trace>
  <inkml:trace contextRef="#ctx0" brushRef="#br0" timeOffset="21051.04">12669 1146 18091 0,'0'0'0'15,"3"0"3745"1,4 0-1688 0,19-4-137-1,30-12-608 1,28-13-1344-1,-84 29 32 1,109-35-112-16,0 17-9146 16,-84 14-1488-16</inkml:trace>
  <inkml:trace contextRef="#ctx0" brushRef="#br0" timeOffset="21235.87">12897 1280 17955 0,'0'0'2049'16,"-6"0"1432"0,-1 0-1881-1,8-3-1616 1,42-11 432 0,23-5-640-1,-66 19 224 1,76-20-5009-16,-26 16-10138 15</inkml:trace>
  <inkml:trace contextRef="#ctx0" brushRef="#br0" timeOffset="21521.94">13063 1317 11594 0,'0'0'0'0,"-12"0"8346"15,-3 7-6034 1,2-5-1912 0,10-2-232-1,39-2-136 1,-36 2-32-1,34-5 120-15,-18 3-80 32,-48 72 40-17,-44 20 1281 1,39-25-481 0,31-26-296-1,38-12-328 1,35-22-32-1,5-13-224 1,42-42-20292 0</inkml:trace>
  <inkml:trace contextRef="#ctx0" brushRef="#br0" timeOffset="21834.82">13343 984 16987 0,'0'0'0'0,"12"-18"4777"16,11-11-3112-1,5-4-1449 1,12 16 192 0,-15 20-200-1,-25-3-208 1,10 34 400-16,-30 9 496 15,-33-16-656 1,3-20 208 0,25-35-664-1,24-22-240 1,45 14-3689 0,-16 21-10466-1</inkml:trace>
  <inkml:trace contextRef="#ctx0" brushRef="#br0" timeOffset="22188.08">13213 1165 20812 0,'0'0'816'16,"-6"0"496"0,9-1 1137-1,42-12-2281 1,38-12-8-1,21-2-208 1,-104 27 48 0,86-22-5441-16,-53 19-2369 15,-60 30 9154 1,-42 16 4554 0,-7 14-1185-1,19-11-2841 1,43-7-552-1,44 46-944 1,51-47-31 15,26-39-137-15,-66-11-17860 0</inkml:trace>
  <inkml:trace contextRef="#ctx0" brushRef="#br0" timeOffset="22721.83">14234 809 22860 0,'-3'-2'3009'0,"-7"0"440"0,-15 19-2961 16,-8 38-472 15,-2 48 736-15,-24 106-1720 0,59-209 968-16,-37 188-5793 15,31-173-11083 1</inkml:trace>
  <inkml:trace contextRef="#ctx0" brushRef="#br0" timeOffset="22966.38">14172 923 18716 0,'0'-2'2344'0,"5"-9"2369"15,3 0-3841 1,9 11-320 0,22 41-392-1,14 42 208 1,-53-83-368-1,58 87 192-15,-5-17 641 16,-12-59 575 15,-4-65-1456-15,-4-38 424 0,-3-13-3313-1,-16 55-14538-15</inkml:trace>
  <inkml:trace contextRef="#ctx0" brushRef="#br0" timeOffset="23307.23">14808 809 18724 0,'0'-2'1232'0,"-17"-4"4361"16,-1-4-1288-1,-13 10-4409 1,8 43 944-1,9 32-856 1,14-75 16 0,0 114 80-1,24 4 304 1,24-29-400 0,11-43 648-1,0-65 272 1,-15-58-1112-1,-8-26 608 1,-19-5-383 0,-11 26-3050-1,-6 46-19476 1</inkml:trace>
  <inkml:trace contextRef="#ctx0" brushRef="#br0" timeOffset="23632.1">15164 812 17947 0,'0'-3'4673'0,"-3"-12"993"31,0 4-3778-15,3 6-1672-1,0 39 0 1,0 46 48-1,0-80-264-15,-5 116-120 16,-7 9 440 0,-1-28 40-1,13-50-768 1,27-36 848 0,28-25-720-1,5-10-200 1,0 1-5321-1,-33 5-11323 1</inkml:trace>
  <inkml:trace contextRef="#ctx0" brushRef="#br0" timeOffset="23983.15">15466 742 18339 0,'0'-6'3377'15,"-9"-7"3089"1,1 3-5642 0,1 11-296-1,7 52-208 1,5 38-640 0,-5-91 320-1,2 118 520-15,-1-6-656 16,1-35 176-1,11-40 752 1,20-34-1352 15,21-17 640-15,10-3 88 0,2 3-11690-1,-49 12-113-15</inkml:trace>
  <inkml:trace contextRef="#ctx0" brushRef="#br0" timeOffset="24119">15957 1277 24941 0,'0'0'3553'16,"-3"0"-1825"-1,3 0-1728 1,-4 0-22189-1</inkml:trace>
  <inkml:trace contextRef="#ctx0" brushRef="#br0" timeOffset="32360.6">21777 1151 13730 0,'6'-5'5842'15,"6"-10"-721"1,0-1-3225-1,-1-4 313 17,-10 6-1401-17,-26 10-944 1,25 4 136-16,-37 18 632 16,-11 6-792-1,-3 12 176 1,17 10 232-1,18-5-752 1,34 26 488 0,56 37-288-1,-5 7-152 1,-34-4 656 0,-27-16-48-1,-57-17 440 1,-31-18 736-1,-13-41-512 17,6-32-224-17,21-45-431 1,23-13-161 0,24 30 0-1,13 23-2945 1,15 17-15963-1</inkml:trace>
  <inkml:trace contextRef="#ctx0" brushRef="#br0" timeOffset="32749.83">22043 1324 23132 0,'0'0'3849'0,"-2"-4"-1056"16,-2-2-2097 0,4 1-1432-1,4 5-4793 1,-4 0-7362-1</inkml:trace>
  <inkml:trace contextRef="#ctx0" brushRef="#br0" timeOffset="32936.15">22068 1655 24917 0,'-3'0'3537'15,"3"0"-3537"1,8-4 1872 0,10-6-8433-1,-4 10-6698-15</inkml:trace>
  <inkml:trace contextRef="#ctx0" brushRef="#br0" timeOffset="33454.58">22427 1245 15691 0,'0'-3'3537'0,"0"-2"2528"16,0-2-4337 15,0 1 17-15,0 29-209-1,13 100-1264 1,-13-123-272-16,6 168 64 15,-9-26 104 1,-3-45-200 0,-4-62-120-1,7-28 336 1,3-13-3897 0,-3-20-11810-1</inkml:trace>
  <inkml:trace contextRef="#ctx0" brushRef="#br0" timeOffset="33737.12">22860 1823 17211 0,'0'0'2313'0,"0"-9"479"15,-4 2 865 1,2 26-1657 0,-14 30-2224-1,-16-9-1664 1,28-32-14812-1</inkml:trace>
  <inkml:trace contextRef="#ctx0" brushRef="#br0" timeOffset="34742.33">23443 1267 14443 0,'3'-5'2880'0,"7"-27"2489"16,5-13-1648 0,-1 1-888-1,-7 13-1361 17,-17 24-1384-17,10 7-88-15,-50 44 176 16,-43 101-488-1,-12 78 496 1,87-86-200 0,36-49 296-1,33-34-136 1,17-46-520 0,11-32 32-1,-12-31-2913 1,-34 9-15059-1</inkml:trace>
  <inkml:trace contextRef="#ctx0" brushRef="#br0" timeOffset="35020.33">23448 1574 18235 0,'-3'0'1617'16,"-20"0"2944"-1,10 0-2889 1,49-5-696-1,43-12-416 1,11-2-1352 0,-90 19 792-1,62-7 352-15,-37 28 312 16,-22 41-536 0,-31 39 633-1,-4 5-281 1,30-41-600-1,4-37-3737 1,3-20-12251 0</inkml:trace>
  <inkml:trace contextRef="#ctx0" brushRef="#br0" timeOffset="35217.29">23897 1420 22556 0,'-8'-8'3617'16,"8"-10"-3273"0,7 15-4209-1,-7 3-8545-15</inkml:trace>
  <inkml:trace contextRef="#ctx0" brushRef="#br0" timeOffset="35377.5">23947 1677 21316 0,'0'0'0'0,"-15"0"4129"31,4-2-2217-15,7-5-2072-1,33-12-19140 1</inkml:trace>
  <inkml:trace contextRef="#ctx0" brushRef="#br0" timeOffset="35811.62">24214 1247 20492 0,'0'0'1248'16,"0"-6"2745"-1,0-4-1392 1,0-2-1977-1,2 1 720 1,3 8-464 0,-5 3-880-16,8 7-96 15,-2 64 376 1,0 94-1104 0,-5 4 1336-1,1-30-464 1,-2-53-136-1,1-51-40 1,1-26-288 0,-2-14-3569-1,4-5-16219 1</inkml:trace>
  <inkml:trace contextRef="#ctx0" brushRef="#br0" timeOffset="36001.87">24639 1821 19148 0,'0'-4'3424'0,"-7"-8"-127"16,2 5-1937-1,-8 30-423 1,-12 27-2114-1,19-23-15450 1</inkml:trace>
  <inkml:trace contextRef="#ctx0" brushRef="#br0" timeOffset="36618.87">25130 1184 16883 0,'1'-4'3113'0,"5"-3"2424"16,-5 1-3049-1,-1 4-1487 1,-8 53-257 0,-53 118-2296-1,61-169 1552 1,-66 179 1288 0,25-55-1800-1,12-70-6394 1,25-54-5825-16</inkml:trace>
  <inkml:trace contextRef="#ctx0" brushRef="#br0" timeOffset="36872.24">25129 1178 16963 0,'0'0'0'0,"4"-14"9450"15,7-4-6825 1,6 2-1745-1,19 14 384 1,-2 48-1904 0,-34-46 640-1,66 175-688-15,-55 20 1360 16,-22-44-824 15,-36-37-752-15,24-93-2553-1,-9-25-17691-15</inkml:trace>
  <inkml:trace contextRef="#ctx0" brushRef="#br0" timeOffset="37071.11">25044 1522 14699 0,'-9'-7'8369'15,"3"-4"-5264"1,13 3-824-1,58 7-1553 1,35-14-648 0,4 8-2681-1,-104 7 2601 1,51 2-16219-16</inkml:trace>
  <inkml:trace contextRef="#ctx0" brushRef="#br0" timeOffset="37295.99">25617 1751 23429 0,'1'-5'1288'0,"12"-14"1120"15,-1 7-2160 1,-32 46-560 0,-31 43-16771-1</inkml:trace>
  <inkml:trace contextRef="#ctx0" brushRef="#br0" timeOffset="39780.04">26124 1299 8825 0,'-6'-3'3489'16,"1"-5"1496"0,-1-6-648-1,-1-3-1048 1,4 7-649 0,3 8-1575 15,0 2-1065-31,-11 43 168 15,-22 90-80 1,-3 6-176 0,16-57-80-1,16-43 752 1,4-32-672 0,0-7 88-1,0 3 136 1,0-3-136-1,0 0 0 1,0 0-136 0,0-4-72-1,0 4 208 1,0 0 0 0,0 0 0-1,0 0 0 16,0 0 0-15,0 0 0 0,0 0 0-1,0 0 0 1,0 0 0 0,0 0 0-1,0 0 0 1,0 0 0-1,0 0 0 1,0 0 0 0,0 0 0-1,0 0 0 1,0 0 0 0,0 0 0 15,0 0 0-16,1 0 392 1,1-4-608 0,12-2 248-1,36-4-48 1,30-5-16 0,19-3-8-1,1 4-248 1,-32-1 0-1,-47 10-329 1,-36 3-6184 0,-3-1-4793-16</inkml:trace>
  <inkml:trace contextRef="#ctx0" brushRef="#br0" timeOffset="40052.05">26273 1242 19996 0,'0'0'0'0,"0"-1"5241"15,-4 1-2929 1,-1 22-943 0,-5 111-1417-1,-1 76-208 1,11-209 256-1,-11 200 968-15,8-54-912 16,3-74-112 0,0-51-1801-1,7-37-17459 1</inkml:trace>
  <inkml:trace contextRef="#ctx0" brushRef="#br0" timeOffset="40486.01">26683 1341 21236 0,'0'0'0'0,"5"-1"3177"15,-2-2-1017 1,-1 3-2904-1,-18 61 584 1,-19 56 536 0,35-117-376-1,-26 126 416-15,20-9-56 16,25-48-408 0,29-51 472-1,23-49-160 16,5-46 264-15,-8-33-480 0,-25 3-80-1,-45 35 121 1,-45 45-242 0,5 15-287-1,2 15-2552 1,40 22-15140-1</inkml:trace>
  <inkml:trace contextRef="#ctx0" brushRef="#br0" timeOffset="40701.62">27336 1760 22660 0,'0'0'0'0,"-3"0"2225"16,-8 0-505-1,-20 25-1216 1,-8 0-2056 0,28-4-16532-16</inkml:trace>
  <inkml:trace contextRef="#ctx0" brushRef="#br0" timeOffset="41081.6">27659 1227 18836 0,'0'-1'1808'16,"3"-16"784"0,1-1-383-1,4 3-1193 1,-1 30-1048-1,-7 103-768 1,0-118 800 0,-11 159 168-16,-7-10-688 15,0-22 272 1,8-61-9138 0,10-53-536-1</inkml:trace>
  <inkml:trace contextRef="#ctx0" brushRef="#br0" timeOffset="41563.14">27700 1160 20132 0,'0'0'0'0,"0"-9"3433"16,9-7-641-1,18-2-2720 1,12 8-144-1,8 18 736 1,-47-8-664 0,53 72-1208-16,-50 31 544 15,-66-46 936 1,18-31 8 0,21-25-408-1,27-22 32 1,33-4 232 15,15 17-248-15,-2 30 256-1,-14 73 264 1,-15 15-176 0,-23-21 256-1,-53-27-168 1,-15-47-1016-1,0-25 904 1,36-34-1016 0,30-14-14531-1</inkml:trace>
  <inkml:trace contextRef="#ctx0" brushRef="#br0" timeOffset="41766.01">28203 1309 20916 0,'0'0'0'0,"-7"-5"4401"15,4-3-4569 1,3 7-1360-1,4 19-17453 1</inkml:trace>
  <inkml:trace contextRef="#ctx0" brushRef="#br0" timeOffset="41939.33">28186 1535 19436 0,'-9'0'1304'0,"-8"3"2401"15,14 1-3281 17,3 2-784-17,4 10-17076 1</inkml:trace>
  <inkml:trace contextRef="#ctx0" brushRef="#br0" timeOffset="42390.33">28582 1288 19140 0,'3'-8'2592'0,"9"-13"-703"16,-1 0-1409-1,2 4-592 1,-16 50-689 15,-27 60 1698-15,30-93-897-16,-22 105 208 16,21-17-240-1,38-40 808 1,20-31-224-1,11-25-408 1,6-56-144 0,-5-20 480-1,-44-19-864 1,-29 22 1000 0,-23 39 896-1,3 6-1728 1,-8 13 40-1,-22 14-17955 17</inkml:trace>
  <inkml:trace contextRef="#ctx0" brushRef="#br1" timeOffset="49282.05">8614 4525 7737 0,'-2'-8'6794'15,"-6"-10"-1793"1,5 11-1521-1,3 4-1343 1,0 3-1553 0,5 20-216-1,-5-20-368-15,18 41 312 16,2-20-264 0,-4-13 136-1,-9-6 384 16,2-8-32-15,7-32-352 0,-1 18-128-1,-4 15-72 1,8 7-72 0,17 18 56-1,-2-12 112 1,-12-8 24-1,-8-1 145 1,0-20 47 0,1 0-336-1,0 14-8 1,10 17-8 0,-4 8 144-1,14-13-104 16,6-24 192-15,2-21-80 0,-19 19-19068-1</inkml:trace>
  <inkml:trace contextRef="#ctx0" brushRef="#br1" timeOffset="50180.34">9649 4525 9594 0,'-3'-5'4208'16,"-8"-13"641"-1,8 9-1552 1,3 3-1680-1,3 8-1001 1,10 34 480 0,-13-36-1096-1,18 46 808-15,8-12-592 16,-6-28 0 0,-1-15 392-1,6-40-248 16,-7-1-240-15,-3 32-104 0,-2 8-72-1,4 10 40 1,10 24 56 0,9-3 64-1,-15-4-144 1,-2-15 256-1,4-7 217 1,6-15-137 0,7-1-296-1,0 9-17364 1</inkml:trace>
  <inkml:trace contextRef="#ctx0" brushRef="#br1" timeOffset="51123.05">10688 4530 12042 0,'0'0'3817'0,"0"-2"320"16,0 2-4137-1,22 14 4073 1,2 3-3489-1,2-15-56 1,-26-2-528 0,18 0 520-16,-6-9-136 15,2-13 16 1,3-14-352 0,-2 26-136-1,-1 28 104 1,3 23 64 15,4-5-32-15,8-23 8-1,8-10 72 1,4-14-56 0,-6-17 136-1,5 7-384 1,12-3-7585-1,-35 19-3562-15</inkml:trace>
  <inkml:trace contextRef="#ctx0" brushRef="#br1" timeOffset="51808.34">11830 4553 14595 0,'0'-1'1656'0,"-16"-17"3137"0,8 7-1712 31,8 9-2529-15,6 2-416-1,11 14 472 1,-17-14-608-16,18 15 296 16,6-9-112-1,11-6 96 1,-10-15-280-1,15-20 88 1,-9 2-32 0,-12 23-64-1,8 18-128 1,0 27 240 0,9-11-64-1,-2-17 176 1,25-12 0-1,-5-18-112 17,-13 1-1688-17,-16 14-14500-15</inkml:trace>
  <inkml:trace contextRef="#ctx0" brushRef="#br2" timeOffset="54577.74">8255 3941 10818 0,'-3'-4'3745'0,"-3"-1"1408"16,3 1-1793 0,3 4-3360 15,0 0 0-15,6-1 3385-1,-6 1-3385-15,35 0 752 16,11-4-552-1,10 4-168 1,-1 0 24 0,-4 0-112-1,-13-2 128 1,-25 2-112 0,-9 0-40-1,-4 0 80 1,0 0 0-1,0 0 0 1,0 0 0 0,-9-3-5273 15,9 3-7297-31</inkml:trace>
  <inkml:trace contextRef="#ctx0" brushRef="#br2" timeOffset="55919">9407 3914 3640 0,'0'0'2577'16,"-7"-2"2576"-1,0-4-2352 1,-2-2 455 0,-5 2 801-1,-12 3-1016 1,26 3-3041 0,-33 0 1976-16,23 3-488 15,10-3-1488 1,6 4 473-1,42 1-369 1,18-5 128 0,17-1-160-1,1-3-72 1,-15 0 48 15,-42 4-128-15,-16 0 168-1,-11 0-88 1,-3 0 368 0,-4 0-4793-1,13 8-13451-15</inkml:trace>
  <inkml:trace contextRef="#ctx0" brushRef="#br2" timeOffset="56760.01">10299 3923 12002 0,'0'0'3073'0,"-6"-5"3360"31,-2 1-2536-15,8 4-3897-1,1-2 1968 1,26-3-1408 0,-27 5-560-16,54 0 593 15,22 11-457 1,16 3-32 0,-3-7-32-1,-28-7-72 1,-25 0-296-1,-31 3-18124 1</inkml:trace>
  <inkml:trace contextRef="#ctx0" brushRef="#br2" timeOffset="57715">11186 3885 12850 0,'0'0'4161'15,"2"0"-2224"1,26 0 1239 0,35 0-911 15,26-3-809-16,37-25-816 1,-126 28-640-16,107-8 160 16,-69 3-120-1,-30 5-112 1,-16 0-5537 0,5 0-6458-16</inkml:trace>
  <inkml:trace contextRef="#ctx0" brushRef="#br2" timeOffset="59692.2">8242 3823 360 0,'-7'0'384'0,"1"-6"3713"15,6-3 3184 1,-6 5-3792 0,-5-1-809-1,-3 4-975 1,14 1-1705 0,-9 0 1048-16,-4-5-336 15,2-25-296 16,-1-19-376-15,2-34 96 0,5-31-8-1,-4-5-216 1,7 24 168 0,3 16-216-1,14-3-152 1,1 46 24-1,-13 25 264 1,-3 10-288 0,4 1 152-1,12 0-24 1,28 2 96 0,18-2-8-1,19 3 16 16,20 4 8-15,16 3-32 0,76-17 40-1,12-8 40 1,7 3 56 0,10 8 112-1,11 4-104 1,5-7 216-1,-14-8 152 1,-5-4 312 0,-12-2-488-1,-29 9-16 1,-29 1 233 0,-5-5 7-1,-37-1-408 16,-36 9 88-15,-11 5-64 0,-31 3-160-1,-18 3 88 1,-4 4-24 0,-7-7 0-1,3 0 40 1,2 3 16-1,0 3-40 1,0-4 0 0,6 6-120-1,-5 9 160 1,-2 29-64 0,-2 29 48-1,-2 33 72 1,-13 39-32 15,-3 0 88-15,22-64-184-1,17-61-152 1,-17-11-14171 0</inkml:trace>
  <inkml:trace contextRef="#ctx0" brushRef="#br2" timeOffset="60223.7">10336 3787 4432 0,'0'4'2609'0,"4"6"1360"16,2-10-8-1,0-2 640 1,12-37-1553 0,-12-33-1215-1,-6 72-1833 1,-7-115 1216-16,-19-37-632 16,-6-14-448-1,18-16-56 16,3 42-104-15,-6 81 296 0,11 43-488-1,6 18-496 1,3 71-1624 0,-25-7-13836-16</inkml:trace>
  <inkml:trace contextRef="#ctx0" brushRef="#br2" timeOffset="60616.67">9135 3945 12994 0,'0'-2'3929'16,"1"-7"-1192"0,8-14-65-1,6-31-1047 1,0-28-1089-1,-8-44-256 1,-7 126-280-16,-5-167 88 16,-8-15-256-1,-3 44-184 1,4 85-328 0,12 50-11955-1</inkml:trace>
  <inkml:trace contextRef="#ctx0" brushRef="#br2" timeOffset="61796.45">10322 3045 16419 0,'-5'-4'1160'0,"-23"-21"921"16,25 8-841-1,0 9-384 1,3 7-504-1,15-2-392 1,-15 3 40 0,60 0 328-16,57-12 1345 15,39-32-825 1,-13 26-624 0,-10 15 352-1,37 9-224 1,7 3-552-1,-1 3 656 17,31-10-168-17,15-3-96 1,3-6-120 0,18 4 248-1,35-11-320 1,19-2-48-1,21 0 240 1,23 3-224 0,-18 8-48-1,15-8 296 1,47-6-200 0,18-15-192-1,13 17 216 1,-11 8-64-1,-26 12 32 17,-4 29-48-17,89-9 216 1,-78-9-136 0,-30-2 40-1,-15 9 16 1,4-4-104-1,1-2-72 1,16-12 144 0,-14-7-168-1,-33-5-216 1,-16 5 904 0,-24 8-672-1,-28-2 56 1,-9-2-552-1,-31-2 1184 17,-40 4-568-17,-60 7-192 1,-55 3 168 0,-27-6-80-1,-8 4 72 1,-10 0 152-1,-5-9-392 1,-5 9 128 0,-7 14-6169-1,10-20-5121 1</inkml:trace>
  <inkml:trace contextRef="#ctx0" brushRef="#br2" timeOffset="62450.55">21270 2193 13786 0,'-4'-4'2025'0,"-22"-9"807"16,17-6-1167-1,3 2-1297 1,-1 3-208 0,7 3-224-1,0 11 64 1,40-1-88-16,59-3 168 16,52-2 72-1,25 1 288 1,0 0 48-1,-32 2-288 17,-67 1-80-17,-62 1 656 1,-38 5-1344 0,-12 17-12114-16</inkml:trace>
  <inkml:trace contextRef="#ctx0" brushRef="#br2" timeOffset="63055.33">23147 2152 11058 0,'-5'-1'1448'0,"-19"-19"2305"16,2-2 432-1,13 11-2505 1,5-4-1352 0,19 6-264 15,-15 9-64-31,74-16 56 16,60-15 48-1,13 12-104 1,-11 5-120-1,-19 12 200 1,-41 4-120 0,-50 7 16-1,-20 20-12258 1</inkml:trace>
  <inkml:trace contextRef="#ctx0" brushRef="#br2" timeOffset="64359.75">24888 2142 8745 0,'0'0'3097'16,"-6"-2"816"0,-1-7-360-1,-2 0-3057 1,4 0-168-1,-1 4 416 1,6 5-744 0,0-4 448-16,0 2-304 31,1 2-272-15,29 0-16-1,55-3 200 1,35 3-8-1,25-4-64 1,8 4 224 0,-18 0-272-1,-47 0 16 1,-55 4 136 0,-25-4-192-1,-12 13-3513 1,2 1-5993-1</inkml:trace>
  <inkml:trace contextRef="#ctx0" brushRef="#br2" timeOffset="64952.88">27062 2118 11178 0,'0'0'0'0,"-18"-5"4521"16,0-6-2297-1,11 7-1047 1,24 1-649 0,61 2 480-1,-78 1-1008 1,154-6 560-16,47-1-376 15,-5 6-408 1,-34 1 1320 0,-67 6-920 15,-77 2-1904-15,-21-3-8882-16</inkml:trace>
  <inkml:trace contextRef="#ctx0" brushRef="#br0" timeOffset="68434.78">25470 1409 19124 0,'9'-1'4168'16,"1"-4"-367"-1,-7 0-3025 1,10-4-744 0,14 4-1736-1,10 22-19476 1</inkml:trace>
  <inkml:trace contextRef="#ctx0" brushRef="#br2" timeOffset="78088.98">27415 2240 12898 0,'0'-13'4465'16,"0"-8"504"-1,2 9-3600 1,-2 12-1369 0,1 4 1904-1,4 21-896 1,-5-25-1008-16,5 71-440 15,-5 93 296 1,2-64 728 0,2-28-480-1,-4-21-88 1,-6-37 184 0,-4-8 256 15,-3-6-48-16,-11 4-456 1,-10-8 184 0,-21 1 24-1,-19 3-200 1,-25 9 145 0,-11-6-33-1,-18 1-425 1,-3 7-311-1,-9 6-360 1,11-14 2312 0,1 7-151-1,-3-10-969 1,-3-2-512 0,-36-3 48 15,0 5-57-16,12 3-263 1,17-15 2617 0,4-6-1577-1,-12 22-376 1,-6 8-568 0,5 2 480-1,-8 1-953 1,-7 8 2922-1,-8 1-1601 1,-7 0-224 0,-10-12 48-1,-10 19-1312 1,5 2 1784 0,14-24 160 15,39-6-704-16,10-6-16 1,-3 3-64 0,9-3-216-1,13-2-576 1,19 4 1152 0,6 1 320-1,-9 0-608 1,-14 9-8-1,-12 2-32 1,-5 4-16 0,14-8 0-1,16-7-280 1,25-7-144 0,19-8 288-1,3 10 120 16,0 15 936-15,15-7-864 0,-1-5-40-1,6-6 224 1,19 7-272 0,-4-1-32-1,-8 2 216 1,-22-1-168-1,-10 1 0 1,5 0-16 0,23-5 64-1,20-5-280 1,8-3-2128 0,18 5-16164-1</inkml:trace>
  <inkml:trace contextRef="#ctx0" brushRef="#br2" timeOffset="78512.78">21612 2233 13194 0,'-2'-1'2865'0,"-5"-1"1760"31,4 2-3737-15,8 33 672-1,-2 77-335 1,-15 73-489 0,12-183-736-1,-25 188 336-15,11-37-120 16,14-92-232-1,0-43-2281 1,-19-27-9689-16</inkml:trace>
  <inkml:trace contextRef="#ctx0" brushRef="#br2" timeOffset="78991.39">23279 2133 13602 0,'0'-3'5842'0,"0"-1"-1761"16,-3 6-2777 15,12 44 552-15,6 39-391-1,-5 123-1193 1,-10-208-272-16,2 135 32 16,-2-28 232-1,11-56-728 1,44-54-18685-1</inkml:trace>
  <inkml:trace contextRef="#ctx0" brushRef="#br2" timeOffset="79474.77">25223 2252 14227 0,'-2'-1'3600'0,"-4"-15"1353"16,3 2-2216-1,3 8-1737 1,0 29 328 15,0 70-831-15,0-93-497-16,-4 204 464 15,-1-61-328 1,5-58-192 0,9-38-720-1,39-21-19909 1</inkml:trace>
  <inkml:trace contextRef="#ctx0" brushRef="#br2" timeOffset="80060.69">27679 2374 15051 0,'0'-4'1928'16,"-2"-24"3257"0,-9 8-2864-1,-21 50-2361 1,-81 95-392-1,-6-12 2600 1,119-113-2168 0,-73 69 360-16,33-50-672 15,13-31-8370 1,24 8-1880 0</inkml:trace>
  <inkml:trace contextRef="#ctx0" brushRef="#br2" timeOffset="80256.19">27269 2420 19284 0,'-2'18'1112'16,"2"3"880"-1,17 19 857 1,43 49-785 0,30 21-2080-1,10-1-2592 1,-100-109 2608-16,23 31-3617 15,-21-25-8458-15</inkml:trace>
  <inkml:trace contextRef="#ctx0" brushRef="#br2" timeOffset="80702.03">25327 2510 21884 0,'0'0'1272'0,"-9"-4"1049"16,-26 25-1425-1,-36 57-880 17,-13 8-32-17,25-40-88 1,59-46 104 0,-31-3-2840-16,28-22-11388 0</inkml:trace>
  <inkml:trace contextRef="#ctx0" brushRef="#br2" timeOffset="80884">24980 2481 21820 0,'-2'3'1296'16,"5"40"345"-1,60 32 535 1,67 6-1384 0,11 23-776-1,-35-13-17395 16</inkml:trace>
  <inkml:trace contextRef="#ctx0" brushRef="#br2" timeOffset="81372.82">23752 2574 14699 0,'0'0'0'0,"-2"-39"2592"0,-1 21 905 15,-21 11-696 1,-17 34-2017 0,-60 87-328-1,101-114-456 1,-168 166 296-16,-26-40-256 16,18-45-80-1,70-65-5105 1,93-21-6010-1</inkml:trace>
  <inkml:trace contextRef="#ctx0" brushRef="#br2" timeOffset="81559.17">23176 2657 19444 0,'2'2'1112'16,"37"34"1384"-1,6 26 1257 1,41 32-2432-1,40-2-969 1,-12-8-736 0,-114-84 384-1,26 43-17372-15</inkml:trace>
  <inkml:trace contextRef="#ctx0" brushRef="#br2" timeOffset="81856.24">22036 2551 17699 0,'-32'0'3361'16,"-63"70"-64"-1,-58 68-1865 1,-19 3-1120 0,9-33-584-1,-5-36-18500 1</inkml:trace>
  <inkml:trace contextRef="#ctx0" brushRef="#br2" timeOffset="82027.2">21070 2648 18379 0,'0'0'0'0,"109"69"3153"15,20 50 976 1,48 20-2153-1,93 76-4864 1,-193-138-10163-16</inkml:trace>
  <inkml:trace contextRef="#ctx0" brushRef="#br3" timeOffset="87025.82">8865 4679 6833 0,'0'0'0'0,"-10"-15"9202"15,0-1-5817 1,7-3-1257-1,3 11-608 1,0 11-1256 0,0-3-264-1,6 64 713-15,-6 30-161 32,-8-16-168-17,1-31-104 1,7-34-152-1,0-13-128 1,0 0 0 0,0 0 0-1,0 0 0 1,9-2 552 0,19 2-504-1,10 0-80 1,16 0 88-1,2-2 16 1,20 0-56 0,29-14 152-1,37-18 1689 1,16 15-1473 15,-5 11-328-15,0 5-80-1,-34 1-64 1,-13 11 112 0,-15-5-8-1,2-4 72 1,9-5-8 0,15-1-8-1,-9 4-88 1,2 2-16-1,7 0-24 1,-3-3 72 0,4-3-32-1,4 8 88 1,-5 7 32 0,-16-3-144 15,-3 1 8-16,1-2 96 1,-3 3-128 0,-14 5 32-1,-10-10-24 1,-7 0 112 0,-4-3-96-1,-15-1 8 1,-29-4 64-1,-13 5 8 1,-2-2 24 0,14-9 40-1,0-14 120 1,20-51-136 15,-6-4 40-15,-8 45-208-1,-22 35-5065 1,-4 20-8114-16</inkml:trace>
  <inkml:trace contextRef="#ctx0" brushRef="#br3" timeOffset="87373.96">11026 4624 16315 0,'-2'0'1176'0,"-20"-11"1905"15,16 5 336 1,6 21-2921 0,-2 77 216-1,-2 25-672 1,4-117-40-1,5 83-3377-15,-20-99-6913 0</inkml:trace>
  <inkml:trace contextRef="#ctx0" brushRef="#br3" timeOffset="87750.49">9780 4650 14595 0,'0'-9'2656'16,"0"-3"1689"-1,-5 14-2905 1,-5 81-559 0,-5 31-769-1,34-33-3241 16,-19-81 3129-31,17 13-11394 0</inkml:trace>
  <inkml:trace contextRef="#ctx0" brushRef="#br1" timeOffset="90916.21">22656 2039 13226 0,'0'0'0'0,"1"0"1353"15,1 0 3432 1,-2 5-1297-1,-26 3-1639 1,-21 18-121 0,47-26-1728-1,-55 17 1280-15,6-10-287 16,-2-18-89 0,-7-22-88-1,-15-6-288 1,-10-5-80 15,16-14-8-15,23-26-184-1,27-11-48 1,11-6-288 0,14 6-832-1,9 26 2320 1,13 5-1632-1,19-7 497 1,12 6-578 0,11 8 385-1,1 21 145 1,5 18-434 0,6 11-63-1,4 15 432 1,-3 36-672-1,8 41-584 17,-9 78 384-17,-66-27 808 1,-26-8 504 0,-47 5-600-1,-19-22 424 1,7-51 200-1,27-38-240 1,9-19-1096 0,21-3-18468-1</inkml:trace>
  <inkml:trace contextRef="#ctx0" brushRef="#br1" timeOffset="92084.97">24583 2104 10818 0,'0'0'4457'16,"-3"0"-3113"0,-7-2 2017-1,-16-1-649 1,-11 6-167-1,-18 4-921 1,55-7-1624 0,-68 3 992-16,-11-16 73 15,-7-34-689 1,-21-2 984 0,-10-15-1528-1,35-34-344 1,36-35 512-1,33-6-1240 1,16 47 3560 15,40 11-1216-15,32-5-944 0,32 6 272-1,18 30-896 1,8 27 496-1,-10 38-872 1,-16 34-664 0,35 97-16-1,-91 38 2088 1,-81 0-376 0,-46 7 216-1,-14-43 1024 1,3-55-1256-1,37-54 480 1,22-29-400 15,23-14-856-15,23-31-5113 0,6 18-15331-16</inkml:trace>
  <inkml:trace contextRef="#ctx0" brushRef="#br1" timeOffset="93250.16">26989 2063 10138 0,'0'0'0'0,"4"0"3953"0,1 2 1368 16,-5 1-1801-1,-8 0-1703 1,-16 6-105 0,24-9-1712-1,-36 9 1496 1,-20-3-1408 0,6 1-23-1,-4-7-9 1,15 2-144-1,2-2-425 1,7-2 345 0,-2 2 808-1,-18 0-808 1,-8 10 1969 0,-7 4-1345-1,4-12-176 1,-6-4 0-1,-14-14-96 1,-6-11 192 15,-5-21-720-15,1-20 296 0,21-14-320-1,11-5 72 1,19 2-144-1,24 2 496 1,13 6-192 0,29 8 440-1,9 19 776 1,9-4-248 0,20 0 16-1,20-1-1152 1,23 10 400-1,16 4-288 1,17 13-2408 0,9 15 3336 15,-8 13-456-15,-12 39-176-1,-3 38-816 1,-11 81 256-1,-88-2 856 1,-30 14-144 0,-31-14-240-1,-21-53 136 1,14-48-536 0,15-36 264-1,10-19-32 1,10-11-9282-1,7-3-2841 1</inkml:trace>
  <inkml:trace contextRef="#ctx0" brushRef="#br1" timeOffset="94072.94">29015 2081 16179 0,'0'0'0'0,"1"-16"2593"15,3-4 2023 1,-11 14-2527-1,-42 2-1649 1,-35 4-416 0,84 0-24-1,-110 0-352-15,-15-12 704 16,7-30-96 0,18-27 776-1,6-27 25 1,29-36-1161-1,51-24-209 1,23 24 17 0,14 49 1081 15,24-4-321-15,15-5-2297-1,25 5 2081 1,21 20 609-1,6 21-713 1,-2 32 200 0,-11 15-192-1,-19 41-152 1,-1 58-376 0,-26 133-497-1,-55 18 1882 1,-32-32-721-1,2-62-272 1,3-72-136 0,-29-27-5049-1,29-53-8242 1</inkml:trace>
  <inkml:trace contextRef="#ctx0" brushRef="#br1" timeOffset="95040.42">22504 2199 9482 0,'0'-5'4208'16,"-13"-13"1946"-16,5 0-1681 15,5 9-2361 1,3 8-1392 0,0 33 593-1,0-32-1313 1,0 116 1208 0,-29 209-488-1,5-30-192 1,10-16-112-1,11-46 136 1,3-73-424 0,-3-80-192-1,-1-68 416 1,4-8 113 0,-19-13-465-1,-25-29 0 1,-16-10 0-1,-5-14 0 1,0 3 0 0,30 30 0-1,29 22 0 17,8 5 0-17,29-3 0 1,58 1 0-1,20-1 0 1,-19 5 0 0,-17 9 0-1,-30-2 0 1,-37 1 0 0,-6 4 0-1,-22 43 0 1,-54 42 0-1,12-10 0 1,32-9-1817 0,62-70-19595-1</inkml:trace>
  <inkml:trace contextRef="#ctx0" brushRef="#br1" timeOffset="96017.64">24357 2302 18003 0,'-5'-3'1305'0,"-6"-14"3184"16,-2 0-857-1,9 9-2807 1,4 32-177 0,-3 123 184-1,3-147-832 1,-17 205 824-16,-6 64-464 16,9-26-392-1,12-38 96 1,2-79-80-1,0-56 184 1,-9-36 112 0,4-26 24-1,5-8-304 1,-2 0 744 15,2 0-744-15,0 0 0-1,-5 0-64 1,-4-2 80 0,9 2-16-1,0-5 16 1,-9-3-384 0,-15-20 976-1,-13-19-479 1,-18 1-434-1,21 6-287 1,17 21 736 0,17 14 64-1,1 4-592 1,44 1 432 15,59-3 80-15,13 3-304-1,1 5 288 1,-45 1-632 0,-53 0 336-1,-37 17 336 1,-48 29 368 0,-66 53-72-1,-3 8-1256 1,84-28-23765-1</inkml:trace>
  <inkml:trace contextRef="#ctx0" brushRef="#br1" timeOffset="96924.48">26614 2248 17931 0,'-3'-3'2145'0,"0"-1"1592"15,-1-2-1161 1,4-2-2120 0,0 6-320-1,3 47 120 1,-3-45-256-16,-3 217-952 16,-20 52 1576-1,16 19-1064 1,11-32 864-1,7-69 56 1,-6-73 16 0,-5-76-448-1,0-36-120 1,-9-3 425 0,-33-28-297 15,-9-11 1912-16,-1-13-2080 1,1-8 656 0,0 3-360-1,19 27-1120 1,22 19 1160 0,10 9-328-1,26 0 0 1,53 3 192-1,20 3-952 1,-14 6-905 0,-11-3 2057-1,-15 0-104 1,-33 4 241 0,-17 13 191 15,-41 32-824-16,-57 35 56 1,18-41-313 0,64-34-1127-1,63-20-16228 1</inkml:trace>
  <inkml:trace contextRef="#ctx0" brushRef="#br1" timeOffset="97922.53">28594 2180 13922 0,'0'-14'4001'0,"3"-22"-160"16,5 18-1672 0,-5 10-1073-1,-3 8-1096 1,4 18 24 0,-4-18-24-1,6 61 808-15,-4 112-1360 31,-25 103 848-15,20-31 168 0,13-30-536-1,7-13-368 1,3-37 1208 0,-10-65-808-1,-8-63 664 1,-2-26-544-1,0-12-80 1,-3-10 176 0,-34-22-376-1,-20-4-16 1,-6-19-160 0,5 8 1464-1,13 7-439 16,20 2-786-15,25 32-527 0,38 0 288-1,68-3-488 1,29-7 384 0,-1 1 1264-1,-27-1-800 1,-62 13 272-1,-40 4-64 1,-33 24-408 0,-61 53 768-1,-8 23-760 1,14-3 336 0,49-33-504-1,21-46 352 16,13-15-208-15,8-5-1600 0,1-29-13323-16</inkml:trace>
  <inkml:trace contextRef="#ctx0" brushRef="#br4" timeOffset="100632.72">21185 3995 13570 0,'0'0'0'0,"0"-27"7730"15,5 9-3233 1,0 7-2361-1,-4 9-943 1,2 26-497 0,-3-24-696-1,6 66 864-15,-28 87-512 16,-14 83-176 0,-5-12-144-1,11-103-48 1,18-100 216-1,1-60-8 17,4-101-64-17,51-77-600 1,37-7 688 0,3 100-280-1,-21 75 96 1,-36 62-80-1,-19 67-56 1,-32 22 160 0,-32-27 88-1,-2-63-80 1,14-22 168 0,35-38-496-1,30-15-6465 1,35 47-11515-1</inkml:trace>
  <inkml:trace contextRef="#ctx0" brushRef="#br4" timeOffset="101319.55">21505 4118 18147 0,'0'0'0'0,"1"-46"3977"16,8 16-1464 0,-6 17-433-1,-23 29-1000 1,-36 57-623 0,56-73-457-1,-44 91 432-15,33-39-320 16,19-24 48-1,26-30 40 1,14-51-64 15,-14-4 152-15,-24 30-184 0,-10 25-240-1,0 24-104 1,0 40 344-1,17-20-224 1,8-18 160 0,-6-15-1248-1,-5-29-2409 1,-10-22 2456 0,-4-7 1722-1,0-6 487 1,3 36 8-1,11 16-584 17,2 30 560-17,-2 40-439 1,-10-19-593 0,-1-45 472-1,-3-15 568 1,2-49-536-1,32-20-488 1,4 27-456 0,-5 29-4641-1,-11 23-11187 1</inkml:trace>
  <inkml:trace contextRef="#ctx0" brushRef="#br4" timeOffset="101622.12">21909 4076 18651 0,'0'0'0'0,"-11"-9"4978"0,-8-10-1546 31,-15 17-2135-15,-14 33-801 0,18 5-480-1,30-36-16 1,-3 23-64-16,17 9-56 15,23 13 80 1,-6 0 24 0,-17-7 16-1,-31-16-288 1,-26-10 816 0,-2-13-648-1,31-32-376 1,64-67-18725-1</inkml:trace>
  <inkml:trace contextRef="#ctx0" brushRef="#br4" timeOffset="102383.15">21946 4119 19100 0,'0'0'0'0,"0"0"0"15,10 6 6473 1,33-1-5041-1,14-12-688 1,-22-7-664 0,-35 14-80-1,14-27 297-15,-11-7-89 16,-28 7-80 0,-16 33-8-1,5 41-16 1,12 9 168-1,13-6 224 1,20-26-384 15,27-12-384-15,31-10-2289 0,19-33-4440-1,-18 12 2240 1,-45-15 5545-1,-21-4 3665 1,-12 3 544 0,-18 15-2305-1,-4 15-1295 1,-5 46-985 0,16 26-272-1,14 2 48 1,34-40-216-1,3-26 112 1,23-45 256 15,-16-51-216-15,-11-36-8 0,0-23-96-1,-15 55 168 1,-14 79 80-1,-8 52-136 1,-11 66-16 0,15 4 136-1,19-3-168 1,21-31-272 0,-5-26 176-1,8-31-672 1,20-13-4929-1,-9-9-10955 1</inkml:trace>
  <inkml:trace contextRef="#ctx0" brushRef="#br4" timeOffset="102587">22424 4245 17867 0,'-8'7'4865'16,"5"-5"-344"-1,10 5-2968 1,49 0-657 0,23-16-832-1,-5-1-3545 1,-74 10 3481-16,28 0-17452 16</inkml:trace>
  <inkml:trace contextRef="#ctx0" brushRef="#br4" timeOffset="103423.83">21596 4790 17187 0,'-2'-17'3041'15,"-22"-17"2208"1,-1 27-2600 0,-10 39-1857-1,-8 51-160 1,16 13-296-1,27-96-336 1,-3 74-48-16,26-49 80 16,22-35 40 15,17-64-40-15,-18-13-136-1,-31 15 168 1,-10 57 160-1,-3 30-256 1,-3 45 160 0,16-10-160-1,33-2 96 1,7-35-528 0,-12-30-3201-1,0-27-6353 1,-30-8 6889-1,-11-1 8434 1,-10 22 929 15,10 24-3146-15,0 25-2231 0,8 39-193-1,-6 22-472 1,-2-10-176-1,-4-50 32 1,4-41 136 0,35-61-232-1,18-4-56 1,-20 50 72 0,-21 31-104-1,-11 58 344 1,-15 15-224-1,22-20-416 1,45-16-5137 15,-17-24-10763-31</inkml:trace>
  <inkml:trace contextRef="#ctx0" brushRef="#br4" timeOffset="103953.78">22219 4828 15691 0,'3'-39'2184'0,"0"-43"4162"16,-29 66-2666 0,-11 49-3055-1,2 45-625 1,25 12 0 0,10-90 0-16,0 102-104 15,1-69-152 1,24-51 328-1,17-60-96 1,1 2 80 15,-23 53 8-15,-10 38 8 0,-6 63 104-1,-12 50 128 1,-16 29-352-1,-34-15 168 1,-13-67-224 0,11-77 136-1,26-80-16 1,28-16-80 0,21 38 272-1,30 42 160 1,16 11 344-1,28 7 32 1,7 11-824 0,-17-6-520-1,-45-8-7298 17,-34-13-4904-32</inkml:trace>
  <inkml:trace contextRef="#ctx0" brushRef="#br4" timeOffset="104155.29">22498 4471 15843 0,'-3'-13'8818'0,"-6"7"-4921"16,9 30-1985 0,5 82-1360-1,10 49-472 1,-7 22-216-1,-8-177 136 1,0 136-2144-16,15-111-21349 16</inkml:trace>
  <inkml:trace contextRef="#ctx0" brushRef="#br4" timeOffset="104546.92">22628 4840 20068 0,'-5'-2'3561'15,"5"4"623"1,6 20-2767 0,46-3-777-1,9-3-960 1,-7-10 592 0,-54-6-272-16,42-24 320 15,-20-24-72 1,-20-3-184-1,-39 8-192 1,-24 38-1672 0,-11 68 3232-1,24 15-376 17,28-4-792-17,25-3 48 1,39-23-472-1,21-39-632 1,21-26 576 0,-32-14-1560-1,-47 20-16044 1</inkml:trace>
  <inkml:trace contextRef="#ctx0" brushRef="#br4" timeOffset="105968.69">23933 4254 11370 0,'0'-19'3449'0,"-23"-41"2016"31,0 35-1000-16,-7 9-2337 1,-8 12-791 0,-14 70-1441-1,52-66 104 1,-23 95-313-16,27-25 818 16,32-49-89-1,18-53-192 1,-5-50-864-1,-23 0 952 1,-15 33-40 0,-8 42-320-1,-3 41 16 1,0 86 288 15,-10 35 16-15,-14 33-240-1,-50 14-120 1,-9-99 24 0,25-96 280-1,24-82-24 1,28-50-208 0,27 18-392-1,7 80 408 1,17 30 568-1,24 47-344 1,19 6-144 0,7-31-416-1,-2-25-6106 1,-34-32-8649 0</inkml:trace>
  <inkml:trace contextRef="#ctx0" brushRef="#br4" timeOffset="106328.33">24125 4189 18259 0,'-15'0'3025'0,"6"0"1080"15,9 22-3033 1,34 16-232-1,19-18-360 1,21-47-320 0,-74 27-160-1,48-55 569-15,-42 7-281 16,-27 12-64 0,-25 29-152 15,-1 61 16-16,14 33 312 1,25-5-232 0,36-11-128-1,25-31-1216 1,31-40-12243 0,-58 0 3729-16</inkml:trace>
  <inkml:trace contextRef="#ctx0" brushRef="#br4" timeOffset="106984.11">24586 4227 13730 0,'-16'-41'5818'0,"-10"-26"-1217"15,5 48-2233 1,-2 22-1632 0,-17 64-384 15,4 18-320-16,36-85-32-15,-4 77 216 16,16-45-112 0,33-35 137-1,18-67-378 1,-13-10-55 0,-27 26-392-1,-22 41 440 1,-6 30 1024-1,2 49-856 1,24-13-1384 0,22-29 1736-1,-3-29-1904 1,-15-49-496 0,-4-14 1311 15,-11 5 1169-16,-10 40 1513 1,0 19-801 0,7 61-408-1,-7 48-336 1,2 21-144 0,-2-20-384-1,0-94 433 1,-7-42-225-1,9-64-593 1,41-20 874 0,32 12 319-1,-4 59-600 1,5 60-7106 0,-49-3-5945-1</inkml:trace>
  <inkml:trace contextRef="#ctx0" brushRef="#br4" timeOffset="107763.17">26096 4164 13066 0,'0'0'0'0,"-25"-28"7130"0,4 6-3241 15,-11 17-1689 16,-32 53-1432-15,-9 66-272 0,73-114-496-1,-37 127 192-15,31-50-296 16,32-47 456 0,28-62 201-1,21-57-393 1,-34 0-96-1,-24 19 128 1,-15 54-8 0,-5 34-408-1,3 54 464 1,23 8-184 0,30-30 96 15,0-36-200-16,-2-10-3001 1,-17-29-15203-16</inkml:trace>
  <inkml:trace contextRef="#ctx0" brushRef="#br4" timeOffset="108028.83">26475 4211 13002 0,'-10'-34'5289'0,"-24"-21"-111"15,8 45-2330 1,-20 34-1688 0,-16 58-231-1,28 11-313 1,34-93-616 0,-7 82 256-16,17-22-352 15,46-45-280 16,23-47-5098-15,-37 6-9697-16</inkml:trace>
  <inkml:trace contextRef="#ctx0" brushRef="#br4" timeOffset="108264.5">26607 4246 14251 0,'0'0'0'0,"0"-69"4921"15,-13 44-817 1,-12 17-1847-1,-23 51-1249 1,7 44 408 0,41-87-1416-1,-18 90 297-15,32-24-265 16,36-38 0 0,39-52-2449-1,14-37 1489 16,-44 31-15716-31</inkml:trace>
  <inkml:trace contextRef="#ctx0" brushRef="#br4" timeOffset="108641.13">26751 4235 17947 0,'0'0'0'0,"-13"0"4569"16,11 0-2088 0,6 7-1689-1,40 12-152 1,13-17-120 0,-57-2-520-1,52-38 160-15,-28-10 88 31,-21-10 32-15,-32 28-152 0,-30 28-128-1,1 76-784 1,22 18 288 0,29-16 1176-1,29-28-632 1,32-22-256-1,15-22-2840 1,-31-9-12668 0</inkml:trace>
  <inkml:trace contextRef="#ctx0" brushRef="#br4" timeOffset="109048.26">26934 4489 18027 0,'-4'4'953'0,"-6"17"2135"16,11-21 249 15,38-36-1665-15,29-54-1072-1,-13-27-272 1,-55 117-328-16,25-141 129 16,-2-32 95-1,-5 25-224 1,-21 91 688-1,-22 51-288 1,-24 82-296 0,-17 57-360-1,22 35-16 1,44-16-496 0,45-47 1536-1,17-42-648 16,-19-40-168-15,7-42 80 0,-14-18-4977-1,-36 20-8730-15</inkml:trace>
  <inkml:trace contextRef="#ctx0" brushRef="#br4" timeOffset="109783.21">28247 3822 19324 0,'-10'-14'4689'0,"7"7"-2145"16,0 75-1248 15,-10 69-1248-15,4 30-200-1,-7-12-520 1,16-155 672-16,-13 65 768 16,13-68-399-1,7-64-489 1,82-50 63-1,-32 93-607 1,-18 51-64 0,-35 59 904-1,-41 7 56 1,-22-36 736 0,8-45-287-1,31-37-961 1,24-28-977-1,46-10-16394 17</inkml:trace>
  <inkml:trace contextRef="#ctx0" brushRef="#br4" timeOffset="110046.34">28493 4177 19324 0,'0'-24'2056'16,"3"5"-208"-1,1 40-2008 1,5 59 1049 0,-5 15-249-1,-7-43-600 1,3-52-40 0,-3 2 640-16,0-58-832 15,26-38-104 1,35-10 712 15,-13 51-120-15,10 48-3241-1,-27 31-14234 1</inkml:trace>
  <inkml:trace contextRef="#ctx0" brushRef="#br4" timeOffset="110578.02">28833 4235 12490 0,'1'-22'2057'16,"7"-4"-929"0,-12 10 48-1,-4 4 865 1,2-1 1015 0,6 3-591-1,0 10-2465-15,0-13 1272 16,-7 9-1480-1,2 3 1344 17,-21 24-1632-17,-22 32 368 1,25 28 40 0,15-5 368-1,26-16-376 1,22-55 368-1,10-43 232 1,-7-35-456 0,-24 1-112-1,-17 8 80 1,-4 50 144 0,-5 10-376-1,-5 53 272 1,12 9 160-1,27-21-240 17,19-21 24-17,23-23-144 1,1-40-4489 0,-34 23-11362-16</inkml:trace>
  <inkml:trace contextRef="#ctx0" brushRef="#br4" timeOffset="110812.25">29122 3772 20700 0,'-2'0'4313'0,"2"3"-2521"16,0 51-1136-1,6 63-936 1,-5 51 1144-1,-18 25-1360 17,17-193 496-32,-2 103-600 15,29-100-3577 1,31-62-12594 0</inkml:trace>
  <inkml:trace contextRef="#ctx0" brushRef="#br4" timeOffset="111077.19">29328 4164 16179 0,'-3'-21'5393'15,"-13"19"-2216"1,-35 36-2953 0,-20 26-368-1,26-16-24 1,29-27-864 0,16-17 1032-16,16-6-1545 15,10-13 1729 1,11 23 993-1,8 21 55 17,11 14-992-17,30-14-712 1,20-28-17996 0</inkml:trace>
  <inkml:trace contextRef="#ctx0" brushRef="#br4" timeOffset="111461.34">29441 4189 19868 0,'0'0'0'0,"-3"-9"2056"15,1 9-319 1,34 9-1385 0,43-5-1033-1,5-20 1418 1,-80 16-737-1,48-34 416-15,-41-11-240 16,-28-7-232 15,-33 31-272-15,-18 44 448 0,7 54-48-1,31 20-88 1,21 4 1720-1,32-31-2232 1,35-32 504 0,39-30-720-1,29-31 1032 1,-15-29-1392 0,-47 31-16508-1</inkml:trace>
  <inkml:trace contextRef="#ctx0" brushRef="#br5" timeOffset="121496.87">1916 4591 15083 0,'0'0'5561'16,"-8"9"-1040"-1,8-6-3489 1,5 2-400-1,17 9 216 1,7 4-287 0,-29-18-561-16,27 15 272 15,-6-6-80 1,-9-4 216 0,-2-10 256-1,9-23-448 1,19-24-32-1,8 10-232 17,4 32 192-17,6 17 160 1,25 38-88 0,-9-10-216-1,-4-20 144 1,-28-9-1208-1,2-6 1280 1,-24-11-16 0,41-16-232-1,-14 18 48 1,-10 7 168 0,16 3-136-1,-1 23 152 1,-1 0-32-1,-2-9-16 17,-5-10 24-17,-5-15 56 1,1-11-136 0,-12 0-80-1,-6 13-96 1,17 13 144-1,8 9-48 1,6-1 48 0,-9-2-80-1,1 1-64 1,-10-7 128 0,-12-1 80-1,9-8-160 1,-7-6 96-1,2 6-144 17,3 7 16-17,5-3-64 1,12 0-1416 0,-12-5 2144-1,-5 4-792 1,12-13 192-1,2-4 280 1,-5 12 32 0,-6 6-424-1,-4 2 112 1,7 7 0 0,8 6-16-1,7 7 32 1,-3-8 48-1,0-1-112 1,10-17 48 15,-15-9-32-15,-2 2-40 0,-1 3-40-1,0-5-6585 1,-26 11-7026-16</inkml:trace>
  <inkml:trace contextRef="#ctx0" brushRef="#br5" timeOffset="127896.87">2156 4525 15867 0,'-3'-2'3593'15,"-9"-1"-1049"1,-12-9-575-1,-6 1-1 1,-10 6-976 0,2 5-232-1,38 0-760 1,-41 0 352-16,-10 0 337 16,-7 11-345 15,-15 21-192-16,-18 1-736 1,37-12 1064 0,-11 4-768-1,-11 24 256 1,-8 5 184 0,-4 9-224-1,3 4 112 1,7 2 24-1,10 4-16 1,6 10 224 0,2 12-128-1,-7 10 40 1,-8 15 112 0,-5 9 240-1,1 7 1761 16,11 4-2297-15,4 1 0 0,6-1 0-1,4 10 0 1,4 12 0 0,12-2 0-1,1-6 0 1,14-6 0-1,-2-9 0 1,7 8 0 0,11 3 0-1,11-2 0 1,21-10 0 0,27-19 0-1,16-12 0 16,16-15-2665-15,9-12 3665 0,14-13-1184-1,-2-13 184 1,-13-14-144 0,-18-17-40-1,-30-9-296 1,-26-10-5105-1,-8-28-14684 1</inkml:trace>
  <inkml:trace contextRef="#ctx0" brushRef="#br5" timeOffset="128179.72">882 7713 17771 0,'0'0'0'0,"-6"-1"4785"0,-6-1-1976 16,0-1-2401 15,9 3-64-15,23 27 0-1,-20-27-344 1,43 35 312-16,14 17-96 16,3 4-80-1,-8-5 152 1,-17-5 1745-1,-26 1-873 1,-43 27-1328 0,-45 19-616-1,0-21-20645 1</inkml:trace>
  <inkml:trace contextRef="#ctx0" brushRef="#br5" timeOffset="129226.03">6344 8038 17491 0,'-4'-17'3849'15,"-9"-2"-176"1,10 13-2913 0,13 35-720-1,10 47 288 1,-5 18-272 0,-15-94-56-1,2 101-1824-15,0-69-15132 16</inkml:trace>
  <inkml:trace contextRef="#ctx0" brushRef="#br5" timeOffset="129663.73">6534 7939 15987 0,'-8'-8'7025'15,"5"5"-5736"1,10 49-1137-1,9 12-96 1,-10 6 168 0,-52 26-224-1,46-90 0-15,-72 74 24 16,29-67 120 0,22-40-160-1,29-27-40 1,31 31-96-1,5 27 96 17,-11 55-16-17,-33 21 120 1,-30-5-8 0,16-44 24-1,11-23 656 1,5-2-832-1,37-2 192 1,23-12-1024 0,0-6-16020-1</inkml:trace>
  <inkml:trace contextRef="#ctx0" brushRef="#br5" timeOffset="130062.48">6701 7977 15187 0,'-31'-48'7785'16,"13"20"-3664"-1,12 19-2960 1,12 50-1177 0,12 48 136-1,-9 52-192 1,-9-141 72-16,1 164-88 15,-6-96-769 1,0-67-1943 0,5-71 671-1,3-20 2313 1,3 44 937 0,8 35-233-1,26 6-688 1,15-2-120-1,-12 5-192 17,-7 54-9090-17,-34-33-320-15</inkml:trace>
  <inkml:trace contextRef="#ctx0" brushRef="#br5" timeOffset="130297.19">6518 8560 13666 0,'-11'-12'8482'0,"-2"2"-5097"15,15 7-2865 1,28 45 176 0,30 3 192-1,4-6-608 1,-64-39-280-1,63 13 161-15,17-17-1178 32,27-71-17947-17</inkml:trace>
  <inkml:trace contextRef="#ctx0" brushRef="#br5" timeOffset="131080.07">7014 8001 19388 0,'-17'-9'4617'0,"-3"-4"-1833"16,22 11-2248 0,40-1-576-1,4 0-704 1,-9 3-7506-1,-37 0 8250 1,17 21-11914-16,-50 23 13266 31,-4-16 9130-15,21-4-5873 0,16-24-4609-1,7 7 1033 1,33 6-2130-1,-2 11-4208 1,-9 13 3081 0,-29-2 2336-1,-25 1 2048 1,-2-26 1105 0,12-10-1049-1,15-4-1607 1,1-11-521-1,3-9-40 17,-3 3 24-17,6 5-128 1,6 13 16 0,13 13 104-1,-2 35-72 1,-17 14 88-1,-39 16 232 1,-34-9 120 0,-12-12 488-1,18-48 40 1,32-17-240 0,25-3-416-1,21 0-448 1,34-1 176-1,14 9 56 1,2 5-176 15,11 1-224-15,-4-3-8770 0,-59-2-1576-16</inkml:trace>
  <inkml:trace contextRef="#ctx0" brushRef="#br5" timeOffset="131444.26">7330 7931 20980 0,'-5'-9'2833'0,"-8"-9"871"16,10 28-3143 0,18 61-425-1,1 41-256 1,-10 66 136-1,-6-178-16 1,-22 177-177 0,1-111-3119-1,24-96-2009 1,14-62 3792 0,-8 16 3946-1,-1 40 920 1,8 22-1777-1,21 0-888 1,12 6-504 0,-8 6-888-1,-52 45-15556 1</inkml:trace>
  <inkml:trace contextRef="#ctx0" brushRef="#br5" timeOffset="131646.88">7236 8568 17667 0,'-10'9'4873'0,"7"17"-1928"31,20 0-1961-15,43 12-344-1,29-6-376 1,13-32-224-1,-102 0-40-15,93-27-18220 16</inkml:trace>
  <inkml:trace contextRef="#ctx0" brushRef="#br5" timeOffset="131927.75">7757 8121 23645 0,'0'0'0'0,"-29"-7"3000"16,32 0-1968 0,50-8-1000-1,0 9-16 17,-27 41-48-17,-26-35 32 1,-9 80 352-16,-48 25-231 15,0-12-330 1,45-83-7904 0,15-15-3434-16</inkml:trace>
  <inkml:trace contextRef="#ctx0" brushRef="#br5" timeOffset="132235.68">7950 7929 16987 0,'0'0'0'0,"-5"-12"7258"15,5 15-6250 1,12 48-264 0,8 34-424 15,-17 55-264-15,-3-140-56-1,-3 168-3345-15,9-113-3840 16,14-104 4928-1,-2-44 4394 1,-7 30 2560 0,7 28-1921-1,19 8-1767 1,6 8-761 0,-5 15-344-1,-26 35-7522 1,-12-14-2472-1</inkml:trace>
  <inkml:trace contextRef="#ctx0" brushRef="#br5" timeOffset="132477.54">7800 8467 17867 0,'-3'-4'4809'0,"-4"-5"-3304"16,7 55-225 0,13 25-1192-1,12 3-232 1,-14-13-4233 0,-11-61 4377-1,0 29-15715-15</inkml:trace>
  <inkml:trace contextRef="#ctx0" brushRef="#br5" timeOffset="132822.45">7919 8376 14971 0,'0'0'0'0,"0"-12"6585"15,4 19-5633 17,10 44 25-17,-15 34-169 1,-41 28-656-1,42-113-152 1,-49 90-32-16,22-70-520 16,20-56-1137-1,21-29 1281 1,5 32 384 0,-6 27 408-1,1 29 112 1,-1 17-280-1,5-7-176 1,6-18-824 0,24-19-9938 15,-36-9 3312-31</inkml:trace>
  <inkml:trace contextRef="#ctx0" brushRef="#br5" timeOffset="132945.39">8113 8485 17915 0,'0'-3'2105'15,"-7"-11"2232"1,-16 25-3513 0,-15 56-768-1,0 12-1048 1,8-15-15980 0</inkml:trace>
  <inkml:trace contextRef="#ctx0" brushRef="#br5" timeOffset="133095.68">8060 8590 18427 0,'0'23'2577'0,"9"15"-969"15,35 0-1280 17,15-26-1104-17,-12-14-14243-15</inkml:trace>
  <inkml:trace contextRef="#ctx0" brushRef="#br5" timeOffset="133420.97">8336 8256 18956 0,'-6'-22'4689'16,"-6"15"-2913"-1,-11 69-1712 1,14 20 24-1,11-6-88 1,25-28 88 0,-27-48-88-1,41 5 8-15,2-55-64 32,-22-8 256-17,-41-2 40 1,-40 14-40-1,17 34-256 1,22 17-440 0,25 15-4545-1,22-16-9410 1</inkml:trace>
  <inkml:trace contextRef="#ctx0" brushRef="#br5" timeOffset="133632.68">8567 8049 17371 0,'0'-11'3657'0,"-7"-7"816"16,7 20-2737-1,1 93-87 1,2 87-249 15,-3 89-1432-15,0-271 32-16,4 281-6377 15,1-225-7490-15</inkml:trace>
  <inkml:trace contextRef="#ctx0" brushRef="#br5" timeOffset="134160.5">9119 7864 19604 0,'-17'0'3232'0,"-2"0"289"31,19 0-3521-15,16 3 1056-1,44 14-1232 1,-12 8-4609 0,-48-25 4785-16,7 34-17563 15</inkml:trace>
  <inkml:trace contextRef="#ctx0" brushRef="#br5" timeOffset="134357.32">9079 8059 7657 0,'0'0'0'0,"-48"34"11107"15,40-31-7259 1,33-22-3096-1,48-20-351 1,1 18-97 0,-74 21-304-1,35-4 56-15,-46 47 248 16,-72 50-152 15,-4-6-2681-15,56-63-12986-16</inkml:trace>
  <inkml:trace contextRef="#ctx0" brushRef="#br5" timeOffset="134493.37">9147 8096 18483 0,'3'3'1177'16,"42"6"1519"0,17-9-1367-1,1 6-1818 1,-39 30-17258-1</inkml:trace>
  <inkml:trace contextRef="#ctx0" brushRef="#br5" timeOffset="134826.32">9199 8204 17603 0,'0'0'3073'15,"0"-1"-969"1,8 24-1712-1,0 25-63 1,-29 22-49 0,-34-7-208-1,55-63-72-15,-68 42 24 16,-10-37 32 0,48-9 304-1,29-3 328 1,32-20 120-1,60 3-344 1,30-4-320 0,16 8-368-1,-48 39-7706 1,-86-7-2864 0</inkml:trace>
  <inkml:trace contextRef="#ctx0" brushRef="#br5" timeOffset="135092.26">9251 8521 18315 0,'-4'0'1681'16,"-6"-6"2088"0,33-13-3273-1,40 10-440 1,-10 57 40 0,-29 52-24-1,-24-100-72 1,-29 98 168-16,-49-36 896 15,-7-54 592 1,31-60-1024 0,45-38-592-1,84-18-2608 1,-19 65-13948 0</inkml:trace>
  <inkml:trace contextRef="#ctx0" brushRef="#br5" timeOffset="135552.4">9799 7949 19212 0,'-7'-7'3480'0,"1"0"-2391"0,24 57 887 31,4 39-1504-15,-11 2-216-1,-10-24 32 1,-1-67-288-16,-9 0-344 16,5-85-1592-1,27-42 1320 1,15 50 792 0,-4 67-104-1,0 62 176 1,-14 40 152-1,-19 41 328 1,-23-66-672 0,-4-38-3585-1,23-36-10858 1</inkml:trace>
  <inkml:trace contextRef="#ctx0" brushRef="#br5" timeOffset="135871.51">10000 7959 20588 0,'0'0'0'0,"0"-8"2568"16,27-23-2159-1,42 4-473 1,-20 16-129 0,-47 43-143-1,-61 39 280 1,59-71 56-16,-61 72 392 15,32-12 921 1,26-14-177 0,39-23-336-1,33-28-984 1,14-60-88 15,-42-18-5697-15,-29 42-7234-16</inkml:trace>
  <inkml:trace contextRef="#ctx0" brushRef="#br5" timeOffset="136044.32">10187 7722 17595 0,'-7'-6'4489'15,"-6"0"-584"1,6 45-1857 0,3 56-631-1,12 33-1169 1,22 24-200-1,-30-152-48 1,17 137-1849-16,-11-63-18651 16</inkml:trace>
  <inkml:trace contextRef="#ctx0" brushRef="#br5" timeOffset="136217.15">10034 8380 19908 0,'-20'3'3304'16,"1"3"-959"0,25-9-1889-1,66-16-472 1,1 8-1328 0,-28 14-8938-1,-45 10 1472-15</inkml:trace>
  <inkml:trace contextRef="#ctx0" brushRef="#br5" timeOffset="136424.41">10094 8500 15787 0,'-14'3'3161'0,"-16"11"2320"16,34-21-3793-1,57-46-1416 1,-7 26-288 0,-26 25 72-1,-28 2-56 1,-11 55 576-1,-55 39-432 1,-3-15-168 0,13-32-3536-1,51-36-15012 1</inkml:trace>
  <inkml:trace contextRef="#ctx0" brushRef="#br5" timeOffset="136569.54">10145 8521 20524 0,'2'3'1984'0,"26"30"593"16,21-11-1129 0,26-6-1392-1,0-16-3825 1,-40 1-12946 0</inkml:trace>
  <inkml:trace contextRef="#ctx0" brushRef="#br5" timeOffset="136830.76">10481 8102 19980 0,'-23'-1'4681'16,"6"-7"-2945"-1,72-24-880 1,35 13-736-1,-15 30-32 1,-52 46 176 0,-23-57-264-1,-47 105 336-15,-31 6-544 16,30-55-6713 0,46-52-5202-1</inkml:trace>
  <inkml:trace contextRef="#ctx0" brushRef="#br5" timeOffset="137188.4">10789 7901 22172 0,'0'0'1745'0,"0"3"479"16,0 56-215-1,24 20-1817 1,9 29-80-1,-25 40-224 1,-8-148 112 0,-8 85-1641-16,-1-82-2400 15,16-90 2025 1,12-2 2568 0,-3 39 1697 15,-2 26-609-16,6 7-1040 1,10 6-424 0,-6 4-608-1,-11-1-5001 1,-6-5-9562 0</inkml:trace>
  <inkml:trace contextRef="#ctx0" brushRef="#br5" timeOffset="137372.85">11003 7864 14211 0,'-3'-36'6257'16,"-2"17"-1744"0,5 16-2121-1,0 87-183 1,1 77-1073 0,33 57-1080-1,-34-218-56 1,39 262-784-1,-25-98-19268-15</inkml:trace>
  <inkml:trace contextRef="#ctx0" brushRef="#br5" timeOffset="139336.35">11611 8068 12714 0,'0'0'0'0,"-17"-43"7138"16,12 1-3033-1,5 13-2033 17,1 17-728-17,2 15-888 1,-3-3-456 0,5 64 128-16,-14 63 169 15,-7-23-177 1,16-75-56-1,4-22-24 1,53-27-8 0,24-21 0-1,-9 24-184 1,6 7-3313 0,-28 3-14995-1</inkml:trace>
  <inkml:trace contextRef="#ctx0" brushRef="#br5" timeOffset="139591.57">11885 7824 19148 0,'-3'-13'1984'16,"-17"-17"3257"-1,18 26-3536 1,7 72-1241-1,10 72 152 1,3 54-576 0,-18-194-40-1,15 220-56-15,-9-59-2265 16,-6-159-7161 0,0-22-904-1</inkml:trace>
  <inkml:trace contextRef="#ctx0" brushRef="#br5" timeOffset="139732.07">11966 8111 16667 0,'0'-4'5297'16,"-5"-4"-1712"-1,41 6-2833 1,45-3-840 0,14-7-9682-1,-67 9-456-15</inkml:trace>
  <inkml:trace contextRef="#ctx0" brushRef="#br5" timeOffset="140185.37">12420 7886 19324 0,'0'-4'2168'0,"5"-7"-296"15,13 46-1439 1,-14 31-313-1,-59 8 32 17,-17-35-136-17,72-39-16-15,-34-14 40 16,38-78-160 0,57 16-24-1,0 66-40 1,-37 82 248-1,-30 33 144 1,-38-13-88 0,-27-1-120-1,-14-35-56 1,29-48 224 0,36-33 192-1,30-11 184 1,50 7 0-1,10 28-216 17,22 7-368-17,-1 4-840 1,-22-12-16164-16</inkml:trace>
  <inkml:trace contextRef="#ctx0" brushRef="#br5" timeOffset="140505.47">12659 7748 20468 0,'-24'-14'5393'0,"17"12"-3409"16,12 69-1824 0,23 43-39-1,-20 49-226 1,-25-6-1431 15,17-153 1536-31,-14 40-1584 16,14-89 496-1,18-47 1320 1,7 29 888 0,3 40-384-1,20 18-752 1,-4 21-704-1,-30 37-19132 1</inkml:trace>
  <inkml:trace contextRef="#ctx0" brushRef="#br5" timeOffset="140701.56">12605 8256 19396 0,'-37'16'2384'0,"-45"42"665"15,21 20-2361 1,7 2-856 15,9-29-2865-15,40-47-14971 0</inkml:trace>
  <inkml:trace contextRef="#ctx0" brushRef="#br5" timeOffset="140810.03">12375 8499 9233 0,'0'0'0'0,"15"0"9122"15,24 0-6217 1,25 3-1505 0,26-16-1528-1,-8 11-5761 1,-66 2-3977-16</inkml:trace>
  <inkml:trace contextRef="#ctx0" brushRef="#br5" timeOffset="140998.26">12770 8334 15435 0,'-4'-9'6017'0,"-13"11"-3152"31,-33 67-2297-15,-8 24-528 0,-8-12-688-1,33-36-8226 1,33-45 8874-16,-3 0-9530 0</inkml:trace>
  <inkml:trace contextRef="#ctx0" brushRef="#br5" timeOffset="141103.84">12655 8454 16523 0,'4'0'2385'0,"36"12"1983"16,6 5-3191 0,16-1-1201-1,-18-38-13403 1</inkml:trace>
  <inkml:trace contextRef="#ctx0" brushRef="#br5" timeOffset="141404.5">13070 7892 20588 0,'0'0'0'0,"0"-11"4593"15,0 20-3385 1,0 65-984 0,-17 13-264-1,9-36 72 1,8-51-32 0,8 19 0-16,33-19 56 15,6 0-160 1,-5 17-3337-1,-35 1-11306 1</inkml:trace>
  <inkml:trace contextRef="#ctx0" brushRef="#br5" timeOffset="141734.22">12976 8330 11026 0,'0'0'0'15,"-43"0"9826"1,84-5-7882-1,68-17-1504 1,20-4 617 0,-22 13-977-1,-107 13-80 1,50-1-400-16,-50 7-977 16,-66 17 665-1,-27 27 1256 1,-4 17 865-1,59 0 583 1,40-18-696 15,54-26-520-15,45-25-720 0,13-45-2704-1,-64 11-13211-15</inkml:trace>
  <inkml:trace contextRef="#ctx0" brushRef="#br5" timeOffset="141953.26">13543 8007 19172 0,'-11'-3'5169'16,"4"-4"-2433"-1,80-19-1599 1,2 11-785-1,-44 40-136 1,-43 50-112 0,12-75-104-1,-80 118-48 1,-10-18-1929 0,52-42-19003-1</inkml:trace>
  <inkml:trace contextRef="#ctx0" brushRef="#br5" timeOffset="142094.32">13654 8162 21596 0,'3'5'1857'16,"13"21"479"-1,12 7-1072 1,27 2-1336 0,-24-21-4601-1,-27-12-7945 1</inkml:trace>
  <inkml:trace contextRef="#ctx0" brushRef="#br5" timeOffset="142315.4">13916 7756 21524 0,'0'0'1256'0,"0"5"1681"16,0 69 80-1,4 63-1377 1,1 72-1240 0,17 13-472-1,-22-222 72 1,41 167-4761-16,-29-127-12739 16</inkml:trace>
  <inkml:trace contextRef="#ctx0" brushRef="#br5" timeOffset="142482.13">14216 8525 24637 0,'-8'8'1096'16,"5"-6"-1040"-1,-3 20-15851 1</inkml:trace>
  <inkml:trace contextRef="#ctx0" brushRef="#br5" timeOffset="157757.21">8447 5721 17899 0,'-2'-1'4473'0,"2"-4"-1920"31,31 8-2161-15,48 49 616-1,2 64 96 1,-33 94-455 0,-48-210-649-16,-27 243 160 15,-70-83-200 1,-10-96-18028-1</inkml:trace>
  <inkml:trace contextRef="#ctx0" brushRef="#br5" timeOffset="158093.38">8882 5643 17899 0,'0'0'3761'16,"2"4"-1624"-1,39 41-89 1,3 56-40 0,-28 80-991-1,-51 51-865 1,35-232-152-16,-117 234-16 16,-38-75-17868-1</inkml:trace>
  <inkml:trace contextRef="#ctx0" brushRef="#br5" timeOffset="158424.07">9198 5990 18643 0,'-13'0'2425'0,"-1"3"712"16,20-3-2345 15,47 3-184-15,24-13-1288-1,-29 0-16780 1</inkml:trace>
  <inkml:trace contextRef="#ctx0" brushRef="#br5" timeOffset="158578.66">9191 6092 18675 0,'0'0'1793'0,"3"11"655"16,43-1-1007-1,58-13-1145 1,11-21-4121 0,-85 19-7722-1</inkml:trace>
  <inkml:trace contextRef="#ctx0" brushRef="#br5" timeOffset="158842.89">9463 5793 21628 0,'-36'6'3233'16,"28"-6"-457"-1,13 7-2352 1,44 26 41-1,24-7-89 1,17 9-392 0,-90-35 16-16,76 60 136 15,-67 51 648 1,-146 93-520 0,-67 28-18380-1</inkml:trace>
  <inkml:trace contextRef="#ctx0" brushRef="#br5" timeOffset="196021.67">10282 5753 13530 0,'-3'-8'6626'15,"-9"-3"-2217"1,12 40-3569 0,2 80 456-1,3 57-872 1,3 5-208 0,-8-171-216-16,1 130-336 15,-1-99-1472 1,2-99-16796-1</inkml:trace>
  <inkml:trace contextRef="#ctx0" brushRef="#br5" timeOffset="196364.83">10370 5763 15611 0,'0'-25'5369'0,"6"-35"-1728"15,42 35-2761 1,12 42-664 15,-18 63-72-15,-43 24-216-1,1-104 72-15,-70 103-88 16,-32-43 144 0,32-62 72-1,54-68-88 1,32 21 80-1,23 26 48 1,14 46 280 0,15 38 440-1,1 11-568 1,10 8-320 0,-6-24-3648 15,-69-46-11716-31</inkml:trace>
  <inkml:trace contextRef="#ctx0" brushRef="#br5" timeOffset="196639.08">10965 5679 17467 0,'-35'-25'6330'16,"-12"-1"-3754"-1,7 69-1872 1,-5 65-472 0,22 28-8-1,18-23 24 1,5-113-248 0,28 85 48-16,16-42-24 15,26-40-128 16,24-53-3064-15,-17 0-16060 0</inkml:trace>
  <inkml:trace contextRef="#ctx0" brushRef="#br5" timeOffset="196942.34">11131 5806 21252 0,'-19'-1'2857'16,"17"-4"-481"0,60-22-2216-1,3 12 24 1,-31 50-224 0,-28 43 344-1,-2-78-304 1,-52 102 72-1,-5 8-88 1,17-35-1576 0,23-86-7506-1,17-23-4041-15</inkml:trace>
  <inkml:trace contextRef="#ctx0" brushRef="#br5" timeOffset="197070.09">11070 5935 17795 0,'-4'0'2561'0,"-15"-11"2632"16,19 9-3921-1,39 2-736 1,37-4-376 0,3 1-1888-1,-79 3 1728 1,42 0-17436-16</inkml:trace>
  <inkml:trace contextRef="#ctx0" brushRef="#br5" timeOffset="197306.22">11351 5565 20292 0,'-16'-19'3969'15,"3"-3"456"1,13 23-3593 0,13 87-480-1,11 72-32 1,-12 50-440-1,-12-210 120-15,3 219-280 16,-3-99-2313 0,-3-135-17659-1</inkml:trace>
  <inkml:trace contextRef="#ctx0" brushRef="#br5" timeOffset="197431.61">11437 5871 15371 0,'-9'-1'8682'0,"2"-4"-4818"15,69-16-2567 17,107-42-5594-17,-118 57-9602-15</inkml:trace>
  <inkml:trace contextRef="#ctx0" brushRef="#br5" timeOffset="198342.41">12098 5588 19956 0,'0'0'0'0,"-30"-12"4569"16,34 2-2777 0,76-35-1504-1,18 20-176 1,-44 27-72-1,-42 44-8 17,-12-46-32-32,-75 120 144 15,-29 8-248 1,31-52-96 0,60-69-2880-1,64-60-9467 1,7-24 1873-1,-18 61 23380 1,-28 25-6080 0,-4 47-4714-1,17-18-1464 1,16 1-688 0,-6-28-15331-1</inkml:trace>
  <inkml:trace contextRef="#ctx0" brushRef="#br5" timeOffset="198686.82">12324 5739 15867 0,'-16'-3'5641'16,"10"-5"-2928"0,27 3-2353-1,46-21-344 1,-20-7-1265-1,-29 8-6056 1,-18 25 7305-16,4-54-6361 16,-37-16 8417-1,17 5 5650 1,1 39-3041 0,12 19-3169-1,11 68-816 1,5 43 424 15,4 18-856-15,0-3-232-1,-22-27-4441 1,-25-36-12986 0</inkml:trace>
  <inkml:trace contextRef="#ctx0" brushRef="#br5" timeOffset="198903.76">12160 5990 19628 0,'-12'24'3128'16,"9"22"273"-1,35 10-1304 1,46-23-1465 0,38-30-560-1,-1-13-1305 1,-115 10 1233-16,106-46-15555 15,-78 31 7369 1</inkml:trace>
  <inkml:trace contextRef="#ctx0" brushRef="#br5" timeOffset="199198.72">12659 5570 19908 0,'0'0'0'0,"-9"-72"3985"16,34 41-2545 0,13 37-1312-1,-5 44-40 1,-43 9 176 0,10-59-264-1,-61 46 368-15,6-43-8 16,31-64-240-1,46-21-296 17,19 38-480-17,-11 50-5705 1,-14 26-6722-16</inkml:trace>
  <inkml:trace contextRef="#ctx0" brushRef="#br5" timeOffset="199446.78">12552 5766 16827 0,'-17'6'3513'16,"-12"0"232"0,56-11-2721-1,73-39-376 1,-5-3-464 0,-42 40-312-1,-53 7 128 1,4 15 112-16,-43 53 352 15,-28 16-224 17,33-33-584-17,30-47-8418 1,16-21-1512-16</inkml:trace>
  <inkml:trace contextRef="#ctx0" brushRef="#br5" timeOffset="199634.36">12880 5318 21316 0,'-3'-10'3961'16,"1"10"-2769"-1,10 70-840 1,10 38-384 0,-6 24-56-1,-27 20-3200 1,15-152 3288-16,-21 66-16212 15</inkml:trace>
  <inkml:trace contextRef="#ctx0" brushRef="#br5" timeOffset="199780.67">12781 5825 19780 0,'0'0'3392'15,"4"0"-1623"1,58-25-665-1,13 3-1152 1,-42 26-5049 0,-28 14-8738-1</inkml:trace>
  <inkml:trace contextRef="#ctx0" brushRef="#br5" timeOffset="199988.76">12754 5984 15195 0,'-5'0'5313'0,"-23"10"-1216"16,26 24-1969 0,51 2-992 15,15-17-583-15,12-21-601-1,-76 2 48-15,71-28-825 16,-20 4-18251-1</inkml:trace>
  <inkml:trace contextRef="#ctx0" brushRef="#br5" timeOffset="200342.9">13229 5597 20620 0,'0'-38'3057'0,"8"8"-937"31,40 19-1832-15,-14 63-144-1,-27 28-32 1,-57-1 280-1,50-79-392-15,-64 37 480 16,5-36 296 0,32-51-423-1,24-25-289 1,26 26-1025 0,38 26-9985-1,-43 21 952 1</inkml:trace>
  <inkml:trace contextRef="#ctx0" brushRef="#br5" timeOffset="200559.94">13409 5403 19460 0,'-3'-6'2792'16,"-11"-27"2313"0,11 25-2928-1,6 55-1625 1,13 73 168-1,-1 64-656 1,-15-184-64-16,18 213-48 16,-4-30-648-1,28-140-8362 1,-23-44-3353-16</inkml:trace>
  <inkml:trace contextRef="#ctx0" brushRef="#br5" timeOffset="201203.7">13872 5479 13442 0,'-5'-22'10275'16,"-22"-46"-7475"-1,24 45-1488 1,0 21-1312-1,-17 60-32 1,-27 52 48 0,47-110-16-1,-18 111 120-15,15-33-272 16,14-67 136 0,12-37-40-1,17-57 8 1,-7 20-48-1,-22 42 328 1,-8 16-232 0,9 5-176 15,23 9 176-15,11-2 40-1,9-7 168 1,-18-18-264-1,-20-25-344 1,-8-24-672 0,-9-23-784-1,0 1 1912 1,-9 39 1136 0,3 38 784-1,6 16-1399 1,-3 66 7-1,5 46 280 1,12 17-864 0,15 11-48 15,-9-20-1512-15,-29-26-19485-1</inkml:trace>
  <inkml:trace contextRef="#ctx0" brushRef="#br5" timeOffset="201535.89">13761 5872 20028 0,'0'0'0'0,"-25"-25"5521"16,22 17-2992 0,7 32-2353-1,9 60 24 17,0 17-144-17,-13-101-56-15,7 114-376 16,-4-55-1577-1,10-73-7609 1,-31-25 488-16</inkml:trace>
  <inkml:trace contextRef="#ctx0" brushRef="#br5" timeOffset="201798.63">13872 5902 16563 0,'0'-5'4561'0,"-3"0"-1960"15,11 28-1665 1,5 29-560-1,-10 10-176 1,-40 9-352 0,37-71 152-1,-57 66 112 1,19-47-88 0,31-37 120-1,14-9-256 1,28 1 8-1,0 22 232 1,0 27-256 0,1-7-2425-1,-13-34-12810 1</inkml:trace>
  <inkml:trace contextRef="#ctx0" brushRef="#br5" timeOffset="201968.65">14078 5896 16859 0,'-6'-24'5841'15,"-3"20"-2512"1,-14 42-3057 0,3 27-176 15,-4 14-576-15,-7 5-7194-1,31-84 7674-15,-32 12-10594 0</inkml:trace>
  <inkml:trace contextRef="#ctx0" brushRef="#br5" timeOffset="202097.82">14136 5932 18860 0,'0'15'2960'15,"9"28"-735"1,34-19-1385 0,27-17-2200-1,-7-25-15612 1</inkml:trace>
  <inkml:trace contextRef="#ctx0" brushRef="#br5" timeOffset="202391.75">14341 5417 18219 0,'0'-15'3041'15,"6"-44"168"1,22 37-2401-1,11 43-792 1,-21 37 56 0,-63 19 64-1,45-77-136-15,-42 14 112 16,-2-19 232 0,38-67-232-1,38 5-152 1,22 46-680-1,-4 48-16620 1</inkml:trace>
  <inkml:trace contextRef="#ctx0" brushRef="#br5" timeOffset="202583.8">14153 5765 21404 0,'0'0'0'0,"-8"-2"4025"16,40-23-1801 0,69-32-1727-1,42 7-602 1,-27 30-2927 0,-66 38-14668-1</inkml:trace>
  <inkml:trace contextRef="#ctx0" brushRef="#br5" timeOffset="203022.42">14347 5816 16267 0,'0'-1'2985'0,"15"-25"-1065"16,43 10-1088 15,8 13-672-15,-21 15-216-1,-32 17-168 1,-13-29 224-16,-50 56-376 16,-30-10 248-1,46-37 360 1,41-10-336 0,68-38 48-1,19 15-72 1,-34 8-944-1,-43 13 208 1,-54 46 1056 0,-55 18 1864-1,22 3-456 1,49-6-727 15,48-17-705-15,58-30-360-1,26-31-16308 1</inkml:trace>
  <inkml:trace contextRef="#ctx0" brushRef="#br5" timeOffset="203345.15">14902 5460 23308 0,'0'0'0'0,"-51"-5"1929"0,65-11-1377 15,55 9-544 1,7 11-248 15,-55 30 104-15,-21-34 136-1,-21 54 240-15,-40 29 0 16,34-15-184 0,31-32 144-1,45-32-160 1,30-59-760 0,-12-23-6466-1,-47 43-5984 1</inkml:trace>
  <inkml:trace contextRef="#ctx0" brushRef="#br5" timeOffset="203614.25">15061 5432 18283 0,'-9'-1'2865'0,"-3"-3"-176"15,40-6-2265 1,34-9-144 0,-12 3-312 15,-34 20 16-16,-16-4 16-15,-13 25 184 16,-34 45-168 0,20-7 456-1,23-14-376 1,32-31-80 0,29-16-576-1,-16-67-14980 1</inkml:trace>
  <inkml:trace contextRef="#ctx0" brushRef="#br5" timeOffset="203969.44">15296 5310 18043 0,'0'-4'3081'0,"-7"-11"1528"16,7 13-2825 15,0 42-1103-16,0 46 7 1,0 14-512 0,0-100-176-16,1 96-56 15,6-62-32 1,-1-34 88 0,5-48 24-1,-2-8 112 1,-5 30-40-1,2 5-176 1,21 4 64 0,-5 0-120-1,-2 3-640 1,-6-1-5242 15,13-24-11345-15</inkml:trace>
  <inkml:trace contextRef="#ctx0" brushRef="#br5" timeOffset="204205.67">15480 5262 13738 0,'-7'-36'6698'16,"-3"14"-2481"-1,10 11-1209 1,0 11-3008 0,3 46 1313-1,-4 73-585 1,1-119-728-16,-25 188 152 15,14 19-216 1,28-63-56 0,32-58-608-1,-4-49-12131 1,-40-37 2697 0</inkml:trace>
  <inkml:trace contextRef="#ctx0" brushRef="#br5" timeOffset="204374.08">15821 5897 22676 0,'-3'-1'3865'0,"-5"-4"-1944"16,19-18-4554-1,-11 1-9674 1</inkml:trace>
  <inkml:trace contextRef="#ctx0" brushRef="#br5" timeOffset="205531.22">16293 5291 15635 0,'-4'-2'2720'0,"-8"-8"2746"16,12 5-3642-1,44-5-1480 1,11 11-448-1,-20 23-1296 1,-35-24 1400 0,8 27-8930-16,-46 11 2672 15,-17 3 11172 1,31-25 991 0,26-16-3913 15,50-26-1240-16,20 0-1344 1,-45 35-6841 0,-30 21-3994-16</inkml:trace>
  <inkml:trace contextRef="#ctx0" brushRef="#br5" timeOffset="205758.68">16381 5457 4520 0,'-29'21'3545'0,"-28"12"4457"16,55-33-4977-1,49-9-2041 1,18 1-816-1,-29 34-192 1,-36-26 24 0,-10 48 656-16,-57-3 1600 15,-7-37 97 1,49-30-1369 0,35-52-952-1,51 7-4025 16,-42 61-8153-31</inkml:trace>
  <inkml:trace contextRef="#ctx0" brushRef="#br5" timeOffset="206087.33">16528 5212 16843 0,'0'-3'3793'0,"-17"-3"1256"16,14 42-4217-1,10 62-488 1,16 39-376 0,-11-11-136-1,-12-126 168 1,1 49-776-16,-1-72-1568 16,24-88 895 15,-7 26 1593-16,-9 41 984 1,-3 36-39 0,8 2-1001-1,13 2-408 1,-2-8-6106 0,-19 8-3760-16</inkml:trace>
  <inkml:trace contextRef="#ctx0" brushRef="#br5" timeOffset="206258.03">16670 5182 16507 0,'-3'0'5025'16,"-6"38"-1896"-1,3 63-1401 1,6 20-1328 0,6 11-368-1,-9-2-2400 16,3-130 2368-31,-8 49-15364 0</inkml:trace>
  <inkml:trace contextRef="#ctx0" brushRef="#br5" timeOffset="206438.05">16422 5818 18860 0,'-19'13'4721'16,"16"14"-1817"-1,54 11-1888 1,36 1-560 0,2-16-496-1,-13-16-4729 1,-76-7 4769-16,21-2-12778 16</inkml:trace>
  <inkml:trace contextRef="#ctx0" brushRef="#br5" timeOffset="206838.28">16951 5281 19980 0,'0'0'0'0,"-31"-14"3969"16,35 12-2881-1,61-3-864 1,10-3-304 0,-41-2-104-1,-34 10 184 1,-13 5 0-16,-61 52 152 16,-2 7 120-1,50-30-88 1,30-20-144 15,59-10 632-15,28-20-560-1,-10 4-568 1,-22 5-8330 0,-56 7-1456-16</inkml:trace>
  <inkml:trace contextRef="#ctx0" brushRef="#br5" timeOffset="206983.16">16906 5571 18772 0,'0'0'0'0,"-10"0"5233"15,38-5-3057 1,79-27-1496 0,20 8-824-1,-34 13-17596 1</inkml:trace>
  <inkml:trace contextRef="#ctx0" brushRef="#br5" timeOffset="207413.25">17037 5640 15643 0,'-3'0'2288'16,"6"-1"713"-1,56-9-2129 1,6 9-584-1,-38 26-256 1,-40 8-136 0,13-33 104-1,-60 36-184-15,7-11 144 16,32-14 184 0,24-11-264-1,60-22 208 1,11 1-232 15,-26 12-152-15,-39 15-208-1,-50 35 728 1,-31 9 488 0,37-9 937-1,27-8-393 1,35-8-448-1,51-12-480 1,29-35-600 0,-34-15-15179-1</inkml:trace>
  <inkml:trace contextRef="#ctx0" brushRef="#br5" timeOffset="207808">17452 5312 19820 0,'0'0'0'0,"-28"-9"6377"31,30 27-5857-15,17 39-560 0,-4-14-64-1,-12-37-8 1,-3-6 112-1,-3-19-464-15,16-50 168 16,34 5-96 0,-5 55 248-1,-13 57 200 1,-28 38 16 0,-37 3 120-1,-15-42 120 1,45-39 16-1,8-9-400 17,37-31-2128-17,-15 7-12388-15</inkml:trace>
  <inkml:trace contextRef="#ctx0" brushRef="#br5" timeOffset="208097.77">17668 5087 19892 0,'0'0'3160'16,"0"5"257"0,1 63-2489-1,6 32-384 1,2 40-448 0,-7 6-384-1,-2-146 288 1,0 36-392-16,1-68-192 15,23-48 424 17,3 7 408-17,4 43-120 1,3 10-40 0,2 23-536-1,-27 53-16691 1</inkml:trace>
  <inkml:trace contextRef="#ctx0" brushRef="#br5" timeOffset="208322.74">17536 5803 20620 0,'0'8'2112'0,"14"10"2249"16,47 5-2912-1,27-17-1225 17,-4-3-288-17,-12-22-4241 1,-72 19 4305-16,21-20-18404 0</inkml:trace>
  <inkml:trace contextRef="#ctx0" brushRef="#br5" timeOffset="208947.2">18176 5173 20964 0,'-9'3'2489'0,"-2"0"487"16,38-6-2888 15,42-9-64-15,0-4-104 0,-48 10 16-1,-21 6 64-15,-19 19-72 16,-66 63 336-1,7 1-96 1,58-51-320 0,28-29-40-1,47-29 8 1,0 9 224 0,-18 27-184-1,2 12 8 1,-25-13 200-1,-39 18-232 1,-48 19 112 15,2-1 96-15,37-40-48 0,21-5 264-1,13 0-256 1,5-3 416-1,60-9 144 1,38-19-312 0,30 3-248-1,3 24-352 1,-46 28-18236 0</inkml:trace>
  <inkml:trace contextRef="#ctx0" brushRef="#br5" timeOffset="209388.1">18323 5604 11770 0,'0'0'0'0,"-13"-5"10098"31,38-6-7689-15,54-12-1897-1,-12 17-512 1,-37 29-96-1,-30-23 96 1,-21 50-152-16,-54 15 40 16,-12-15 96-1,60-41 56 1,39-15-96 0,60-22-48-1,14-6-120 1,-17 19-256-1,-48 15-1 1,-41 36 481 15,-50 16 473-15,34 2 151 0,32-25 40-1,52-13-48 1,43-37-384-1,16-46-2184 1,-51 24-12900-16</inkml:trace>
  <inkml:trace contextRef="#ctx0" brushRef="#br5" timeOffset="209795.92">18743 5125 20548 0,'0'0'0'0,"0"-15"2464"16,24 7-2063 0,19 44-642 15,-31 30 25-15,-45 1-8-1,33-67 224 1,-45 29 24-16,27-19 40 15,16-10-832 1,48-13 304 0,9-8 368-1,-31 5-72 1,-46 41 248 0,-35 37 912-1,34-18 545 1,29-19-1001-1,57-17-272 1,24-45-4129 15,-64 25-7714-31</inkml:trace>
  <inkml:trace contextRef="#ctx0" brushRef="#br5" timeOffset="209984.63">18953 5008 19804 0,'-5'-22'3705'16,"2"36"-841"0,26 71-1840-1,8-13-848 1,6 46-88 0,-29 4-7289-1,-8-122 7201-15,0 28-11915 0</inkml:trace>
  <inkml:trace contextRef="#ctx0" brushRef="#br5" timeOffset="210406.43">18872 5557 19844 0,'2'3'2488'16,"33"-27"-295"0,22 3-1569-1,-12 16-536 1,-27 31-352-1,-42 38-1304 1,24-64 1568-16,-86 70-2273 16,17-20 1881-1,61-45 800 1,30-13-192 0,50-42-216-1,4 18-152 1,-47 18-16-1,-32 14 552 1,-56 47 32 15,13 14 560-15,39-20 249 0,46-26 135-1,34-14-696 1,13-14-832-1,-16-17-17268 1</inkml:trace>
  <inkml:trace contextRef="#ctx0" brushRef="#br5" timeOffset="210994.58">19395 5124 22620 0,'0'-4'1505'0,"2"-23"983"0,8 31-1776 16,16 42-680-1,-13 15-152 17,-19-16-400-17,6-45 520 1,-6 0-560-16,12-47-568 15,54-45 1112 1,-14 29 88 0,-25 52 8-1,-15 41 240 1,-25 33 8 0,-6 6-344-1,-4-27-280 1,26-29-528-1,9-11 160 1,31-15 624 0,-11 10 80 15,-12 24-40-15,-12 16 416-1,-41 13-152 1,-31 11-96-1,-5-2-72 1,50-40 72 0,22-16-168-1,41-19 408 1,42-26-296 0,5 5-184-1,1 7-544 1,-42 22-15588-1</inkml:trace>
  <inkml:trace contextRef="#ctx0" brushRef="#br5" timeOffset="211251.79">19458 5659 17491 0,'5'-2'848'0,"39"-23"729"15,22-10-625 1,8-2 776 0,-24 30-239-1,-31 36-521 1,-19-29-968 0,7 85 688-16,-7 18-440 15,15-10-320 1,18-40-3777-1,-16-41-8457 1</inkml:trace>
  <inkml:trace contextRef="#ctx0" brushRef="#br5" timeOffset="211530.7">19907 5220 18499 0,'0'0'0'0,"1"-84"4337"16,56 47-2912-1,23 20-881 1,-25 35 336 0,-45 46-384-1,-10-64-496 1,-36 90 208-16,-44 10-168 15,28-38-2768 1,38-54-14124 0</inkml:trace>
  <inkml:trace contextRef="#ctx0" brushRef="#br5" timeOffset="211661.5">20090 5303 18051 0,'-3'25'2977'16,"6"17"-1513"-1,8-4-1360 1,11-14-14371 0</inkml:trace>
  <inkml:trace contextRef="#ctx0" brushRef="#br5" timeOffset="211832.34">20124 5295 14611 0,'-3'-10'4601'15,"13"-7"-2897"1,40-2-1704 0,-4-9-632-1,-27-5-6098 17,-14 19-1503-32</inkml:trace>
  <inkml:trace contextRef="#ctx0" brushRef="#br5" timeOffset="211978.7">20275 4979 17595 0,'0'12'5601'16,"0"15"-2328"0,-6 37-1488-1,6 18-1577 1,4 28-216 0,4-6-385-1,-8-104 393-15,-20 92-18275 16</inkml:trace>
  <inkml:trace contextRef="#ctx0" brushRef="#br5" timeOffset="212215.93">19937 5743 17035 0,'-6'0'2873'16,"9"-14"1040"-1,67-36-2705 1,23-4-808-1,-30 28 856 1,-27 30-304 0,-36-4-952-16,20 51 705 15,-10 33-505 1,-13 3-528 0,-4-12-7018-1,7-59-4817-15</inkml:trace>
  <inkml:trace contextRef="#ctx0" brushRef="#br5" timeOffset="212379.48">20482 6028 23292 0,'0'18'2569'0,"4"-5"-1033"31,2-1-2560-15,-6-4-16524-16</inkml:trace>
  <inkml:trace contextRef="#ctx0" brushRef="#br3" timeOffset="-152465.5">19773 7881 17139 0,'-27'0'1072'0,"-61"0"3849"15,62 7-1480 17,43-7-1608-17,129-6 287 1,146-31-1336 0,-292 37-784-16,357-30 864 15,-20 12-1448 1,-71 7 1184-1,-134 21-872 1,-146 29-4305 0,-46 0-12522-1</inkml:trace>
  <inkml:trace contextRef="#ctx0" brushRef="#br3" timeOffset="-151763.96">20589 7838 18651 0,'0'0'3129'16,"-7"-6"1488"-1,7 6-4617 1,0 4 1801 0,2 42-1041-1,3 28 0 1,-5-74-760 0,0 129 720-16,-13 74 384 15,-11 55-744 1,5-7-72 15,10 16-112-31,-3 37 225 31,-14 34-401-15,-11 22 0 0,-14 16 0-1,-3-29 0 1,-17-10 0-1,26-8 0 1,29-47 0 0,16 7 0-1,-3 23 0 1,-23-27 0 0,8-44 0-1,3-15 0 1,6-29 0-1,1-27 0 1,-2-64-113 15,4-37 1-15,3-5 80 0,-9-2-1200-1,-6-31-3729 1,12-33-13763-16</inkml:trace>
  <inkml:trace contextRef="#ctx0" brushRef="#br3" timeOffset="-151388.99">19762 13193 21020 0,'-22'-7'1416'0,"-15"-41"689"16,43 35 783-1,31 31-1519 1,32 71-801-1,11 122 752 1,-80-211-1320 0,37 112 368-16,5-20-96 15,-9-80 416 1,25-91 65 0,117-217-753-1,41-81-20709 1</inkml:trace>
  <inkml:trace contextRef="#ctx0" brushRef="#br3" timeOffset="-150864.34">19433 13897 19996 0,'0'0'0'0,"-118"-4"2840"0,84-6 697 15,46 0-1520 1,128-27 199 0,170 2-1528-1,-310 35-688 1,473-12-256-16,12 20-3073 15,-272-11-13338 1</inkml:trace>
  <inkml:trace contextRef="#ctx0" brushRef="#br3" timeOffset="-150263.15">20576 7961 18387 0,'0'-15'1457'0,"2"-33"1559"0,4 38 409 16,-10 10-2001 0,-68 104-1192 15,-56 73-79-15,128-177-153-16,-136 131-281 15,59-92-5816 1,80-57-9282-16</inkml:trace>
  <inkml:trace contextRef="#ctx0" brushRef="#br3" timeOffset="-150141.54">20511 7967 19732 0,'18'4'1816'0,"71"88"3393"16,40 81-1928 0,50 26-3217-1,-19 3-18284 1</inkml:trace>
  <inkml:trace contextRef="#ctx0" brushRef="#br3" timeOffset="-149071.08">16564 7149 20548 0,'-19'-3'4033'0,"-2"-1"104"15,22 7-3681 1,39 48-280-1,2 7-1400 1,-12-15-12659 0,-30-38 4969-1</inkml:trace>
  <inkml:trace contextRef="#ctx0" brushRef="#br3" timeOffset="-148728.95">16495 7398 19644 0,'-17'3'3568'16,"4"-1"169"-1,46-2-2416 1,63-31-785 0,-26 16-400-1,-54 59-176 1,-16-44 40-16,-85 129 72 16,-78 47-240-1,29-69-721 1,99-95-4984-1,90-83-3057 1,43-6 8402 0,3 19 8194-1,-31 32-2273 17,-17 29-3625-17,4 47-1560 1,-11-13-1000-1,-27-34-7674 1,-15-3-1912-16</inkml:trace>
  <inkml:trace contextRef="#ctx0" brushRef="#br3" timeOffset="-148495.34">16763 7114 20380 0,'0'-50'5097'16,"0"14"-1480"-1,7 51-2489 1,27 93-248 0,-12 108-208-1,-11 126-904 17,-11-342 232-32,16 300-232 15,-5-152-888 1,-11-126-5273-1,-4-93-12315 1</inkml:trace>
  <inkml:trace contextRef="#ctx0" brushRef="#br3" timeOffset="-148362.41">16817 7593 19004 0,'-4'-5'3592'0,"-15"-22"1401"16,34 16-3456-1,76-26-1193 1,38-8-2017-1,-34 35-18795 1</inkml:trace>
  <inkml:trace contextRef="#ctx0" brushRef="#br3" timeOffset="-147900.06">17234 7163 19756 0,'-29'-20'6489'16,"20"-5"-4729"0,54 11-1431-1,15 32-497 1,-49 34-113 0,-83 15 193-1,72-67 88 1,-92 52 144-16,53-38-40 15,37-14-23 1,73-28-113 0,37-10-249-1,-21 25-775 1,-64 17 424 15,-79 48 704-15,-64 26 288-1,28-15 632 1,75-30-327 0,50-13-193-1,50-12-152 1,27-36-744 0,2-21-6530-1,-71 11-7889 1</inkml:trace>
  <inkml:trace contextRef="#ctx0" brushRef="#br3" timeOffset="-147678.36">17482 6864 21388 0,'-3'-5'2057'0,"-11"-16"2295"0,14 31-3231 31,4 66-729-15,13 53-184-1,-7 62-528 1,-10-191 320-16,2 159-1313 16,-2-123-3952-1,-16-108-10850 1</inkml:trace>
  <inkml:trace contextRef="#ctx0" brushRef="#br3" timeOffset="-147536.43">17499 7246 10458 0,'0'-6'4937'0,"0"-43"4025"16,2 32-5642-1,40-19-2415 1,27 18-857 0,-9 9-3145-1,-60 9 3097 1,16 34-18108-16</inkml:trace>
  <inkml:trace contextRef="#ctx0" brushRef="#br3" timeOffset="-147431.33">17525 7318 16715 0,'-15'3'3921'15,"-6"7"288"1,45-17-2161 0,55-27-1816-1,-2 19-2512 1,-45 30-14284 0</inkml:trace>
  <inkml:trace contextRef="#ctx0" brushRef="#br3" timeOffset="-147165.03">17520 7567 15291 0,'-10'13'5217'16,"16"-7"-1464"0,47 15-2641-1,-4 40-840 1,-22 20-104 0,-63 8 336 15,36-89-504-31,-94 68 1128 15,-38-57-231 1,45-74 23 0,87-49-784-1,84-9-1785 1,2 53-17427 0</inkml:trace>
  <inkml:trace contextRef="#ctx0" brushRef="#br3" timeOffset="-146764.06">17863 7174 24397 0,'-36'-6'2712'0,"20"-1"33"15,60-15-2257 16,85-26-912-15,-54 28 776 0,-65 51-312-1,-10-31-40-15,-94 106 160 16,-41 39-240 0,51-42-640-1,78-92-3081 1,60-69-1512-1,26-19 4177 1,-34 52 3512 0,-12 33 601-1,-5 51-2065 1,7 1-936 0,-6-29-3841 15,-19-31-10026-31</inkml:trace>
  <inkml:trace contextRef="#ctx0" brushRef="#br3" timeOffset="-146614.92">18043 7274 20828 0,'0'0'0'0,"-29"-10"5905"16,29 5-3992 0,56-8-1809-1,22-6-392 1,-30-4-4649-1,-35-7-11315 1</inkml:trace>
  <inkml:trace contextRef="#ctx0" brushRef="#br3" timeOffset="-146418.24">18190 7028 13610 0,'-3'-17'6346'0,"-4"-10"39"16,7 39-4392 15,10 63-521-16,19 42-856 1,10 38-600 0,-39-155-16-16,30 141-672 15,-17-105-7642 1,-12-39-3728-16</inkml:trace>
  <inkml:trace contextRef="#ctx0" brushRef="#br3" timeOffset="-146228.73">18418 6893 23156 0,'-7'-9'4345'16,"-4"21"-1624"-1,0 86-1841 1,17 59-688 0,30 51-160 15,-9-40-1072-16,-27-168 1040-15,29 48-11074 16,-25-48-369-16</inkml:trace>
  <inkml:trace contextRef="#ctx0" brushRef="#br3" timeOffset="-145679.64">18696 7028 21820 0,'-8'-47'4025'16,"-16"1"-1480"-1,-2 58-2113 1,-31 65-352 0,34 12-400-1,16-6 440 1,7-83-120 0,19 45-16-16,27-38 16 15,14-30-264 16,-22-17-64-15,-22 1 360 0,-15 0 8-1,-1 22 376 1,0 13-296 0,19 4 48-1,37-8-272 1,4-11 208-1,-17-26-296 1,-32-17-376 0,-16-39-329-1,-8-25 441 1,-1 32 1424 0,2 75 793 15,12 45-1177-16,-3 96-432 1,23 60 248 0,29 109 112-1,-13 61-280 1,-26-111-20612 0</inkml:trace>
  <inkml:trace contextRef="#ctx0" brushRef="#br3" timeOffset="-144842.42">17728 8150 23685 0,'-16'-4'1760'0,"-5"-4"648"16,47-6-1239-1,82-9-1185 1,-15 26-240-1,-75 58 528 1,-18-61-272 0,-69 85-64-16,-45-15 64 15,36-40 80 1,60-23-72 0,49-26-48-1,76-30-200 16,22-8 152-15,-47 28-200 0,-78 32 152-1,-80 63 168 1,-34 26 192 0,25-14-208-1,63-43 56 1,47-29-232-1,54-30 232 1,11 7-16 0,-26 33-64-1,-45 36 48 1,-62 41 8 0,-57 14-112-1,-30-17 64 16,20-41 104-15,42-49-112 0,58-36 96-1,63-8-16 1,30 23 368 0,23 22 504-1,25 16-880 1,6 5 408-1,-5-18-1896 1,-32-42-12051 0,-83 22 3409-16</inkml:trace>
  <inkml:trace contextRef="#ctx0" brushRef="#br3" timeOffset="-144608.86">18219 8245 16307 0,'-29'-20'9226'0,"12"-17"-5905"31,53-4-1873-15,61 10-1096-1,-24 31-400 1,-63 69 128 0,-10-69-80-16,-101 139 32 15,-37 13-280 1,47-68-2144-1,72-81-7547 1,20-21-727-16</inkml:trace>
  <inkml:trace contextRef="#ctx0" brushRef="#br3" timeOffset="-144480.77">18275 8344 20252 0,'0'0'0'0,"53"0"6409"16,0 20-4648-1,2 4-1481 1,-10-4-1449 15,-27-24-18715-15</inkml:trace>
  <inkml:trace contextRef="#ctx0" brushRef="#br3" timeOffset="-144301.39">18541 8001 23196 0,'-9'-7'4033'16,"6"17"-1680"-1,9 63-969 1,27 38-1200 0,-11 51-560-1,-58 20-5817 1,36-182 6193-16,-61 110-18924 16</inkml:trace>
  <inkml:trace contextRef="#ctx0" brushRef="#br3" timeOffset="-144039.47">18189 8764 16099 0,'-20'0'4985'16,"-4"0"-352"0,45-7-2377-1,71-38-783 1,44-7-449 0,-40 39-656-1,-96 13-368-15,57 25 176 16,-30 42-88-1,-7 29-24 1,-6 22-80 0,5 13-1160-1,17-49-19212 1</inkml:trace>
  <inkml:trace contextRef="#ctx0" brushRef="#br3" timeOffset="-143881.9">19220 8996 27325 0,'0'0'0'0,"-62"-12"2865"16,56 10-4353-1,-1 25-16092-15</inkml:trace>
  <inkml:trace contextRef="#ctx0" brushRef="#br3" timeOffset="-116840.83">8382 11246 2768 0,'-5'-4'2841'15,"5"-5"-2209"1,0 2-1096 0,0 7-4289-1</inkml:trace>
  <inkml:trace contextRef="#ctx0" brushRef="#br3" timeOffset="-114590.7">8221 11237 16227 0,'-12'-1'3353'16,"6"-4"-545"0,6 5-2808-1,10 10 1393 1,22 13-649-1,-4-1 136 1,-28-22-880-16,57 12 984 16,23-12-672-1,28-7-32 1,18-11-224 0,16 5-32-1,-19 3 40 1,-30 10-184 15,-7 0-8-15,-15-4 232-1,-28 1-96 1,-8 3 24 0,-19 0 88-1,-7 5-152 1,-3-5 32-1,-3 0 120 1,-3 3 552 0,0-6 265-1,-11-22-193 1,-22-5-552 0,-29-19-144-1,1 13 48 1,21 26-248 15,19 31-1657-15,54 16-17827-1</inkml:trace>
  <inkml:trace contextRef="#ctx0" brushRef="#br3" timeOffset="-114441.09">9367 11388 21316 0,'-4'6'688'0,"-48"65"504"0,-12 10-607 15,-8 8-16909 1</inkml:trace>
  <inkml:trace contextRef="#ctx0" brushRef="#br3" timeOffset="-112790.99">10120 11154 11818 0,'0'0'0'0,"-16"-14"7866"16,8-1-4009-1,8-2-1729 1,3 7-1368 15,4 6-760-15,-7 4 0 0,14 20-896-16,-28 24-16468 15</inkml:trace>
  <inkml:trace contextRef="#ctx0" brushRef="#br3" timeOffset="-112614.6">10115 11380 13082 0,'0'0'0'0,"0"11"5185"16,-6 28-2488 0,0 40-1657-1,6-4-696 1,13-39-1824-1,5-33-11779 1</inkml:trace>
  <inkml:trace contextRef="#ctx0" brushRef="#br3" timeOffset="-112357.47">10307 11015 18163 0,'-8'-7'2433'0,"6"-7"47"16,45 25-1935 0,21 66 319-1,-19 87-256 1,-53 42-560-1,8-206-48 1,-107 168-13907 0</inkml:trace>
  <inkml:trace contextRef="#ctx0" brushRef="#br3" timeOffset="-111307.65">11057 11157 9938 0,'0'0'0'0,"-35"-27"7713"31,10 20-5608-15,-2 40-1769-1,-4 59 40 1,26-1-80-1,5-91-296 1,16 51 64-16,15-45 256 16,-1-51 88-1,3-39-248 1,-18 9 24 0,-15 44-104-1,-3 32-96 1,-10 78 216-1,19 9 32 1,45-23-192 0,9-37-104 15,9-56-14691-15</inkml:trace>
  <inkml:trace contextRef="#ctx0" brushRef="#br3" timeOffset="-111058.3">11415 11132 14827 0,'-17'-24'4145'15,"-3"9"-1489"1,-15 12-1464 0,-12 45-287-1,6 24-201 1,25 22-568-1,16-88-136 1,3 79 0-16,49-45-16 16,18-31-576 15,26-45-16908-15</inkml:trace>
  <inkml:trace contextRef="#ctx0" brushRef="#br3" timeOffset="-110808.77">11704 11164 13786 0,'0'-3'1793'0,"-35"-21"1960"15,-6 10-1577 1,-2 29-1248 0,-1 28 281-1,24 15-609 1,20-58-600-1,0 52 152-15,26-17-152 16,25-14-176 0,11-42-1809 15,7-27-15987-15</inkml:trace>
  <inkml:trace contextRef="#ctx0" brushRef="#br3" timeOffset="-110463.39">11757 11137 14219 0,'-18'4'3176'16,"3"20"17"0,21 4-2001-1,50-22-320 1,19-12 105 0,4-11-65-1,-79 17-912 1,47-20 160-16,-38-13 64 15,-32-5-136 1,-29 24-48 0,-10 33-64 15,-5 62 176-15,37 20 112-1,34-22-120 1,52-40 8-1,18-33-136 1,6-41-1536 0,-24 0-17492-1</inkml:trace>
  <inkml:trace contextRef="#ctx0" brushRef="#br3" timeOffset="-110240.29">12182 10749 19260 0,'0'0'0'0,"-12"-27"4497"16,9 29-2609-1,3 118-336 17,-9 141-415-17,11 108-1081 1,-2-369-56-1,55 227-4745-15,-36-195-8370 0</inkml:trace>
  <inkml:trace contextRef="#ctx0" brushRef="#br3" timeOffset="-109483.56">12779 11049 9169 0,'-3'-5'4473'0,"-27"-32"753"15,6 15-1418 1,8 13-199 0,5 6-1857-1,11 18-1503 1,0-15-249-1,30 35 240-15,36 20-344 16,23-8-32 0,-11-7 360-1,-52-6-88 17,-56 9 88-17,-86 51-152 1,-23 2-192-1,68-49-2705 1,68-47-13618-16</inkml:trace>
  <inkml:trace contextRef="#ctx0" brushRef="#br3" timeOffset="-108980.7">13286 10896 15035 0,'-16'-23'4785'15,"-25"-35"-848"1,34 37-1649-1,27 42-2304 1,8 101 216 0,-10 85-16-1,-18-207-184 1,-5 231-24-16,-12-138 64 16,10-93 192-1,23-107-280 1,50-8 8-1,-3 56-104 1,-25 75 56 0,-18 61 16-1,-40 4 88 1,-44-43 272 15,8-30-128-15,17-32-192-1,44-33-1504 1,48-7-15308 0</inkml:trace>
  <inkml:trace contextRef="#ctx0" brushRef="#br3" timeOffset="-108727.98">13577 11078 17107 0,'0'0'1536'0,"1"0"697"16,14 33 496-1,16 43-2153 1,-11 15-360 0,-10-47-128-1,-10-44-88 1,-3 0 2712-16,-24-42-1679 31,24-41-409-15,26 5-560-1,30 30-1305 1,-7 31-17939 0</inkml:trace>
  <inkml:trace contextRef="#ctx0" brushRef="#br3" timeOffset="-108377.1">14016 11114 13978 0,'0'0'2657'16,"-39"3"1280"-1,-18 36-1737 1,14 17-791 0,25-12-745-1,21-28-512 1,-3-16-152 0,28 3 264-1,17-50-40 1,-15-23-120-1,-18 47-48 1,-10 20 56 0,-8 58-8-1,13 9-64 1,29-36 0 0,22-21-408-1,-23-20-7458 1,-21-2-2480-16</inkml:trace>
  <inkml:trace contextRef="#ctx0" brushRef="#br3" timeOffset="-108195.2">14242 10715 17067 0,'0'-24'5505'15,"-2"26"-2928"1,-7 86-1681-1,6 61-640 1,-3 59-288 0,13-67-832-1,-7-141 864-15,23-1-16900 16</inkml:trace>
  <inkml:trace contextRef="#ctx0" brushRef="#br3" timeOffset="-107936.65">14462 10988 16395 0,'0'0'0'0,"-35"17"2561"16,-26 35-769 0,-4 5-1472-1,29-33-456 1,30-30-600 0,6 6 736-1,25-33-672 1,-3 27 808-1,-1 43 760 1,12 19-64 0,20-14-528-1,18-29-1192 1,-32-21-11811-16</inkml:trace>
  <inkml:trace contextRef="#ctx0" brushRef="#br3" timeOffset="-107546.53">14593 11096 18996 0,'-24'23'2864'16,"15"11"-679"-1,42-11-841 1,39-10-504 15,12-4-408-15,-15-28-200-1,-69 19-232-15,24-17 248 16,-23-19 176 0,-38-15-144-1,-11 20-576 1,0 28 296 0,-13 79 336-1,24 15-280 1,31-2 617-1,51-20-385 1,30-41-8 0,24-46-232-1,10-48-5113 1,-84 53-8378 0</inkml:trace>
  <inkml:trace contextRef="#ctx0" brushRef="#br3" timeOffset="-106903.12">15243 11128 18884 0,'0'0'0'0,"-22"0"4168"15,28 4-2959 1,54 17-161 0,35-21-752-1,-9-2-680 1,-86 2 384 0,37-13-10170-16,-35 12 1208 0</inkml:trace>
  <inkml:trace contextRef="#ctx0" brushRef="#br3" timeOffset="-106762.46">15382 11179 12290 0,'-32'2'4769'15,"-2"1"824"1,31-3-3776 0,43 8-1417-1,49-4-216 1,15-16-584 0,-104 12 400-1,59-22-15155-15</inkml:trace>
  <inkml:trace contextRef="#ctx0" brushRef="#br3" timeOffset="-106563.64">15576 10955 17651 0,'0'0'0'0,"-27"0"5281"16,23 7-3896-1,39 32-385 1,26-2-232-1,-15 42-464 1,-46-79-304 0,1 109 288-16,-98 56-336 15,-28-30-15739 1</inkml:trace>
  <inkml:trace contextRef="#ctx0" brushRef="#br3" timeOffset="-105980.92">16299 11005 16795 0,'0'-5'2441'0,"-3"-15"983"0,-3 19-1879 31,-24 18-1305-15,-30 44-136-1,26-31-48 1,34-30-56-16,-10 31 0 16,26-11-120-1,35 18 80 1,12 20 8-1,-34-17 64 1,-43-8 144 0,-64-11 480-1,-36-16 800 1,39-28-952 0,67-17-720-1,89-7-9074 16,-49 29-1296-31</inkml:trace>
  <inkml:trace contextRef="#ctx0" brushRef="#br3" timeOffset="-105611.42">16487 11094 19468 0,'-3'-9'3760'15,"-3"2"-991"1,6 19-2449-1,0 77 96 1,-7 65-56 0,-23 22-400-1,30-176 40-15,-22 64 232 16,14-69 921 0,2-87-1049-1,59-87 32 1,23 11-168 15,-13 85-56-15,-35 78-200-1,-17 65 456 1,-34 19-200 0,-19-33 168-1,-1-30-64 1,9-32-552-1,31-42-19557 1</inkml:trace>
  <inkml:trace contextRef="#ctx0" brushRef="#br3" timeOffset="-105262.47">16801 10992 15435 0,'-4'9'4681'15,"4"23"-1865"1,29-1-1071 0,41-29-793-1,0-24-384 1,-37-10-408 0,-33 32-160-16,2-27 72 15,-44 3 16 1,-14 18-192-1,-1 41 32 1,31 32 56 0,20 4 8-1,29-23-64 1,30-37-376 0,20-22-17596-1</inkml:trace>
  <inkml:trace contextRef="#ctx0" brushRef="#br3" timeOffset="-104932.89">17055 11038 19124 0,'-15'4'2264'16,"4"5"-239"0,16 16-1529-1,42 0 216 1,17-22-136-1,-4-29-32 1,-60 26-544 0,28-52 384-16,-24-5-192 15,-44 12-184 1,-23 42-176 0,-11 62 328-1,38 19-120 1,28-10 48 15,43-24-72-15,34-22-248-1,-3-58-16523 1</inkml:trace>
  <inkml:trace contextRef="#ctx0" brushRef="#br3" timeOffset="-104481.29">17499 11019 17747 0,'-24'-14'3249'15,"-13"-3"-1017"1,1 12-1895 0,-20 60-81-1,22 36 576 1,28-1-512-1,6-90-320 1,24 50 24 0,38-43 160-1,19-82 120 1,-16-53-176 0,-21-26-8-1,-28-14-64 1,-15 75 552-1,-14 86 736 1,-17 78-1064 0,-6 75 401-1,31 41-513 1,51 0-304 0,42-91-160-1,0-76-4697 16,-45-40-9883-31</inkml:trace>
  <inkml:trace contextRef="#ctx0" brushRef="#br3" timeOffset="-104200.45">18137 10583 16403 0,'-5'-42'5145'0,"-5"12"-1456"16,7 55-2873-1,-12 88 544 1,-18 73-431 0,14 48-1033-1,19-234 104 1,-11 187-233-16,11-141-823 15,33-87-11666 17,-21 11 3648-32</inkml:trace>
  <inkml:trace contextRef="#ctx0" brushRef="#br3" timeOffset="-103950.8">18262 10596 16843 0,'-3'-2'3625'0,"-30"-2"-416"15,-27 25-2233 1,-2 31-880 0,-6 9-112-1,21-18-1345 1,47-43 1361 0,4 5-8609-16,50-44 1511 15,-27 30 14844 1,11 57-1009 15,29 38-3632-15,40-20-2745-1,-5-41-19004-15</inkml:trace>
  <inkml:trace contextRef="#ctx0" brushRef="#br3" timeOffset="-102627.89">18268 10631 5009 0,'0'0'0'0,"0"-8"5505"16,3-21-2449-1,9-18 169 1,-5-15 48-1,-7 17 416 1,0 45-3689 0,3-35 2600-16,0 26-1232 31,7 84-1280-15,26 68 88-1,53-28-3712 1,-63-93-9371-16</inkml:trace>
  <inkml:trace contextRef="#ctx0" brushRef="#br3" timeOffset="-101584.02">18129 10531 13082 0,'0'0'0'0,"10"-62"6378"16,0 30-2770-1,-13 34-2247 1,-57 72-649-1,-27 21-544 1,87-95-168 0,-58 60 80-16,32-44-8 31,23-16 336-15,3 0-408-1,0 0 0 1,14 7-8-1,54 1 32 1,44-2 48 0,-6 18-88-1,-16 28-40 1,-17-18 88 0,-30-8 8-1,-33-17-136 1,-10-9 96-1,-7-1 744 1,-17-27-592 0,-12-23-80 15,-12-23 48-15,9-17-104-1,0 12 112 1,7 33-24-1,21 35-32 1,11 9-336 0,1 4 120-1,9 21 32 1,-7 1 208 0,-26 11-112-1,-33 18 16 1,8-21 0-1,28-10 0 1,21-20-128 15,45-26 104-15,1-16-80 0,-20 19 176-1,-15 24-256 1,-28 73 312-1,-11 10-128 1,38-37 56 0,97-42-14851-1</inkml:trace>
  <inkml:trace contextRef="#ctx0" brushRef="#br3" timeOffset="-100446.49">10014 11961 11570 0,'-3'-23'6833'16,"1"-6"-2584"-1,2 16-2800 1,1 10-1545-1,14 48-400 1,-10 16-8242 0,-5-61 8738-16,4 34-11651 15</inkml:trace>
  <inkml:trace contextRef="#ctx0" brushRef="#br3" timeOffset="-100335.12">10013 12110 6993 0,'-3'15'5697'15,"-20"27"-1112"1,6 17-2064-1,11 8-2089 1,27-44-464 0,8-29-12755-1</inkml:trace>
  <inkml:trace contextRef="#ctx0" brushRef="#br3" timeOffset="-100169.37">10169 11859 16419 0,'-8'-9'3401'0,"-8"3"-2289"15,22 41-1520 17,18 7-13203-32</inkml:trace>
  <inkml:trace contextRef="#ctx0" brushRef="#br3" timeOffset="-99990.9">10226 12094 10042 0,'-5'4'6729'15,"-9"30"-4032"1,13 21-2137 0,2-12-536-1,28-40-13683 1</inkml:trace>
  <inkml:trace contextRef="#ctx0" brushRef="#br3" timeOffset="-99774.45">10375 11752 18219 0,'0'0'0'0,"-11"-5"4737"16,13 7-3512 0,35 68-313-1,-10 70-400 1,-51 84-448 0,-86 21-904-1,110-245 840-15,-75 112-15660 16</inkml:trace>
  <inkml:trace contextRef="#ctx0" brushRef="#br3" timeOffset="-98955.34">11069 11999 4937 0,'1'-23'5041'0,"2"-32"112"16,-2 9-1849 0,-1 17 161-1,-25 24-1736 1,-29 92-1305 0,54-87-424-1,-44 134 360 1,35-19-624-1,29-70 528 1,27-55-224 0,18-77-64-1,-22-4 176 1,-40 56-168 0,-3 30 184-1,0 54-264 1,17 16 24-1,45-41 168 1,22-20-1128 0,-23-26-14444-1</inkml:trace>
  <inkml:trace contextRef="#ctx0" brushRef="#br3" timeOffset="-98709.86">11430 11979 11010 0,'0'-5'3433'15,"-22"-37"551"1,5 22-1479 0,-16 23-1105-1,-13 54 33 1,19 18-825 0,27-75-608-1,0 73 0-15,44-39 16 16,31-32-1785-1,18-50-15154 1</inkml:trace>
  <inkml:trace contextRef="#ctx0" brushRef="#br3" timeOffset="-98539.31">11660 11984 9986 0,'3'-18'3128'0,"-6"-11"1377"16,-37 8-1576 15,-20 42-1185-16,15 32-407 1,18 26-553 0,27-79-784-16,-7 75 208 15,31-42-192 1,44-37-640 0,-8-33-14700-1</inkml:trace>
  <inkml:trace contextRef="#ctx0" brushRef="#br3" timeOffset="-98202.28">11696 11968 17619 0,'-19'4'1817'0,"0"12"487"16,41-1-1920 15,38-15-56-15,17-13-144-1,-20-25-120 1,-57 38-64-16,22-36 296 16,-38 19 32-1,-42 47-400 1,-18 44 537 0,42 12 191-1,31-10-280 1,56-29-336-1,30-49-152 1,-2-43-2193 0,-11-17-15058-1</inkml:trace>
  <inkml:trace contextRef="#ctx0" brushRef="#br3" timeOffset="-98046.1">12094 11757 13762 0,'0'-5'3001'15,"-3"-13"3248"1,3 21-3760 0,0 90-881-1,1 76-1216 1,23 83-2264 0,-13-103-14740-1</inkml:trace>
  <inkml:trace contextRef="#ctx0" brushRef="#br3" timeOffset="-97400.96">12724 11893 10658 0,'1'-22'5321'15,"14"-1"-1392"1,-13 16-1449 0,-23 32-1087-1,-62 73-993 1,-28 7-552 0,111-105 152-16,-88 71 40 15,71-61 184 1,48-44-472-1,43 7 208 1,-5 49 64 0,14 44-64-1,16-13 40 1,23-39-961 0,-79-18-12489-1</inkml:trace>
  <inkml:trace contextRef="#ctx0" brushRef="#br3" timeOffset="-96889.14">13164 11759 14371 0,'0'-38'4513'0,"0"11"-1633"16,10 19-2128 0,16 65-160-1,-7 69-175 16,-12 42-257-15,-7-168-160-16,-9 146-176 16,-5-114 696-1,11-75-232 1,29-67-216 0,31 34-104-1,-9 56-88 1,-14 53-64-1,-25 48 40 1,-37 16 288 0,-26-48-48-1,-2-42 320 1,27-30-136 0,17-22-640 15,39 5-14852-31</inkml:trace>
  <inkml:trace contextRef="#ctx0" brushRef="#br3" timeOffset="-96607.54">13500 11921 16851 0,'0'0'0'0,"-3"0"3105"0,-10 58-569 16,10 32-2048-1,36-7-232 1,-13-41-256 0,-20-42 0-1,7 3 1569-15,-7-56-361 16,10-27-632 0,18 8-392 15,20 29-368-16,9 32-4857 1,2 13-11578 0</inkml:trace>
  <inkml:trace contextRef="#ctx0" brushRef="#br3" timeOffset="-96245.09">13848 11982 7601 0,'2'0'3537'0,"2"-9"2208"15,-4-8-2120 1,-12 10-1905-1,-23 57-920 1,-1 31-359 0,36-81-441-1,-11 72 152-15,17-25-88 16,29-44-128 0,11-55 208 15,-16-21-88-16,-26 37 112 1,-4 31 88 0,-4 52-336-1,8-5 120 1,35 6 48 0,26-41 32-1,-8-46-2137 1,-27-9-14010-1</inkml:trace>
  <inkml:trace contextRef="#ctx0" brushRef="#br3" timeOffset="-96045.84">14119 11671 15283 0,'0'0'0'0,"-4"-48"7297"16,4 45-4696-1,-6 74-1641 16,-3 57-240-15,-2 47-576 0,11-175-144-1,-10 205-128-15,16-122-1944 16,57-121-9123 0,-42 13 2794-16</inkml:trace>
  <inkml:trace contextRef="#ctx0" brushRef="#br3" timeOffset="-95774.27">14347 11941 10594 0,'3'-15'3344'0,"5"-20"3034"16,-48 60-4586 0,-24 45-1000-1,18-5-560 1,-10 0-368 0,56-65 136-1,-37 32 120-15,31-53-1072 31,32-22 632-15,-6 38 424 0,10 41 344-1,-5 16 72 1,21-15-424 0,-1-15-496-1,4-36-14435 1</inkml:trace>
  <inkml:trace contextRef="#ctx0" brushRef="#br3" timeOffset="-95428.93">14456 11970 19484 0,'-3'0'1240'0,"-15"12"1993"16,18 14-1873 0,56-12-976-1,20-14-160 1,-14 1-136 15,-62-1-88-31,38-18 184 16,-16-17 64-1,-22-5-80 1,-38 6-96 0,-26 47-80-1,-19 66 48 1,39 36 968-1,45-9-295 1,58-40-569 0,40-48-24-1,8-33-1305 1,-60-2-15506 0</inkml:trace>
  <inkml:trace contextRef="#ctx0" brushRef="#br3" timeOffset="-94822.58">15160 12020 9826 0,'-19'-4'9218'0,"-1"-3"-4914"15,22 7-3471 1,62 34-145-1,59-23 112 1,36-14-640 0,-159 3-160-1,125-18 160-15,-73-4-64 16,-49-9 520 0,-57-8-152-1,-66 0 184 1,1-8 169 15,77 27-529-15,45 33-712-1,87 18-18148 1</inkml:trace>
  <inkml:trace contextRef="#ctx0" brushRef="#br3" timeOffset="-94664.8">15738 11992 14435 0,'-3'2'3216'0,"-28"44"2105"16,-24 20-2552 0,-16 53-2313-1,19 9-19260 1</inkml:trace>
  <inkml:trace contextRef="#ctx0" brushRef="#br3" timeOffset="-94092.95">16288 11943 12122 0,'-6'-44'3809'16,"-8"-7"464"-1,-22 36-1289 1,-36 51-2127 0,-9 25-361-1,43-25-280 1,38-36-216-16,-3 18-96 15,28 17 96 1,22 29 16 0,-18 4 80-1,-26-22 0 1,-55-26-48 0,-38-12 824-1,14-32 40 1,63-33-696-1,65-30-704 17,2 13-15899-32</inkml:trace>
  <inkml:trace contextRef="#ctx0" brushRef="#br3" timeOffset="-93669.1">16351 11923 17011 0,'0'-2'2721'15,"-6"-1"303"1,6 53-2472 0,8 60 649-1,-3 74-417 1,-18 51-728 0,13-235-56-1,-22 118 40-15,20-111 696 16,-10-62-328-1,13-95-440 17,56-73 32-17,27 33 16 1,-21 129-32 0,-26 59-240-1,-8 80 312 1,-29 13-72-1,-54-42 144 1,-14-36 32 0,8-42 16-1,47-41-496 1,66-47-7297 0,-28 86-2986-1</inkml:trace>
  <inkml:trace contextRef="#ctx0" brushRef="#br3" timeOffset="-93341.62">16630 11812 15155 0,'3'20'1976'16,"12"28"2049"-1,33-5-2561 1,37-28-223 0,-2-12-649-1,-45-7-344 1,-38 4-248-16,5-41 520 15,-42-14-408 1,-14 28 16 0,-8 34-32-1,13 52 16 1,16 25 8 0,31-9-120-1,50-11 72 1,20-45-232-1,11-38-6081 17,-61 3-4650-32</inkml:trace>
  <inkml:trace contextRef="#ctx0" brushRef="#br3" timeOffset="-93042.11">16998 11866 14739 0,'0'0'0'0,"-55"-16"7609"16,39 35-5904-1,37 1-1465 1,60-19 88 0,13-36-160-1,-94 35-168 1,51-34 24-16,-53 14 24 16,-56 19-8-1,-28 37 56 1,17 8 112-1,43 20-40 17,30-5-64-17,56-22-8 1,49-23-1376 0,18-20-16388-1</inkml:trace>
  <inkml:trace contextRef="#ctx0" brushRef="#br3" timeOffset="-92642.07">17415 11968 13978 0,'-21'-38'4097'16,"-13"-2"160"-1,0 22-2104 1,-6 21-1889 0,-12 54-208-1,31 10 96 1,21-67-152-16,-2 68 80 15,44-21-80 1,29-46 144 15,8-56-16-15,-25-35 112 0,-26-36-232-1,-8-27 136 1,-12 21 0-1,-15 102 1208 1,-31 77-856 0,-18 75 305-1,38 34-169 1,57 5-528 0,43-51-376-1,12-45-18020 1</inkml:trace>
  <inkml:trace contextRef="#ctx0" brushRef="#br3" timeOffset="-91809.04">18107 11471 15715 0,'0'0'0'0,"-10"-6"3881"16,10 8-2673-1,-12 80 848 1,-4 76 57 0,-1 53-1457-1,17-211-656 1,-3 216 256-16,7-112-352 15,-1-90 48 1,-3-14 48 15,-20-33 1080-15,-17-25-1056 0,-2-23-96-1,-7 16 120 1,6 30 896-1,30 28-167 1,36 7-721 0,88-9 8-1,48-30-64 1,-29 5-48 0,-87 39-56-1,-89 73 176 1,-70 35-88-1,16-13-96 1,61-59-897 15,67-53-16818-31</inkml:trace>
  <inkml:trace contextRef="#ctx0" brushRef="#br3" timeOffset="-91443.45">18110 11976 12834 0,'-16'4'3281'0,"-48"44"48"15,41-6-2113 1,24-19-1104 0,43-23 160 15,37-57-640-15,-81 57 368-16,54-42-408 15,-45 36 1032 1,-52 61 592-1,-3 8 201 1,26-26-1393 0,22-29-13443-1</inkml:trace>
  <inkml:trace contextRef="#ctx0" brushRef="#br3" timeOffset="-88295.16">8726 13577 14483 0,'-4'-1'1776'0,"-17"-9"2921"31,14 5-2088-16,14 5-2065 1,45 29 656 0,6 35-536-1,-58-64-664 1,56 48 272-16,-12-28-16 16,-7-23 0-1,0-40 40 1,9-10-328-1,-4 26 64 1,-7 18-48 0,-7 30-32-1,20 14 64 1,5-12 104 0,0-13-120 15,-12-10 88-16,2-12 128 1,-6-14-144 0,0-8-96-1,-22 25-40 1,15 23-40 0,5 20 168-1,7-1-208 1,9-27 416-1,9-5-328 1,9-37 40 0,-12-14 48-1,-27 24-1224 1,-19 23-16260 0</inkml:trace>
  <inkml:trace contextRef="#ctx0" brushRef="#br3" timeOffset="-87196.7">2150 14071 15083 0,'-6'-1'2256'0,"-29"-4"2305"16,19 1-3721-1,43 4-288 16,59-3 129-15,38-12-665 0,-124 15-16-16,108 2-2089 15,-69 18-14586 1</inkml:trace>
  <inkml:trace contextRef="#ctx0" brushRef="#br3" timeOffset="-86989.62">2351 13853 14123 0,'-2'0'1920'0,"-12"-9"2481"16,3 22-3561-1,11 75 312 1,14 85-936 0,14 53-1000-1,-28-226 784 1,32 158-16499-1</inkml:trace>
  <inkml:trace contextRef="#ctx0" brushRef="#br3" timeOffset="-86714.28">2671 14140 10066 0,'-2'-1'5849'16,"-1"42"-4233"-1,8 67-375 1,15 7-1314 0,1-59-7-1,-17-49 3241 1,-4-7-3161 0,-25-30 2129-16,5-53-1385 15,18-20-608 16,29 33-248-15,27 54-360 0,-27 21-14716-1</inkml:trace>
  <inkml:trace contextRef="#ctx0" brushRef="#br3" timeOffset="-86308.6">3046 14189 14979 0,'-21'-23'2824'0,"-31"-20"545"15,9 29-2145 1,27 30-1232 0,-9 57-32-1,9 55 64 16,16-128-24-31,4 113-264 16,21-66 136 0,12-40 400-1,4-59 176 1,-19-18-80 0,-15 6-264-1,-7 26 16 1,-3 30 57-1,-1 6-706 1,2 8 41 0,2 11-168-1,-14-24-12195 1,15 7 6498 0</inkml:trace>
  <inkml:trace contextRef="#ctx0" brushRef="#br3" timeOffset="-85295.9">2671 14250 4865 0,'0'-3'4264'0,"-5"-33"730"16,-12 3-738 0,4 19-767-1,-18 3-1712 1,-26 38-1969-1,57-27 192 1,-56 88-201-16,25 31 41 16,26-16 0-1,23-36 8 1,36-51 608 0,62-41 25-1,-49-61 79 1,-42-21-160 15,-22 9 8-15,-26 39-48-1,1 37-256 1,10 46-304 0,17 64 144-1,38 20-168 1,20-29 96-1,8-53 200 1,-8-29-72 0,-14-52-4505-1,-35-22-3553 1,-17-3 6794 0,-30 14 2792-1,2 26 2921 16,24 26-1480-15,7 12-2769 0,23 46-312-1,3 42 424 1,9 9-400 0,-12-38 152-1,-17-57 2168 1,-6-26 281-1,1-70-1969 1,24-24-440 0,27 27-264-1,-5 72-440 1,1 49-17892 0</inkml:trace>
  <inkml:trace contextRef="#ctx0" brushRef="#br3" timeOffset="-84667.32">3433 14197 11242 0,'-19'-19'3649'0,"-14"-32"-369"16,1 37-1927 0,1 46-1305-1,8 64 40 1,20 25-80 0,3-121-8-1,26 104-72-15,10-55-16 31,-7-43 760-15,-1-73-104 0,-19-34-192-1,-4 3-248 1,0 72-320 0,8 50-208-1,4 86 416 1,-6 34-32-1,-8 6 96 1,-25 20-176 0,-25-68 648-1,-20-84 440 1,6-72-440 0,38-39-200-1,20 15-208 1,14 67-328 15,46 18 32-15,21 18 232-1,14-9 152 1,28-28-1424 0,-23-42-15003-1</inkml:trace>
  <inkml:trace contextRef="#ctx0" brushRef="#br3" timeOffset="-84297.86">3687 14330 16091 0,'0'0'0'0,"-24"3"3209"0,23 17-2657 16,53 0 128-1,16-21-192 1,-3-56 168-1,-65 57-656 1,28-68 632 0,-47 5-224-1,-30 24-184 1,-12 31-88 0,8 35-40-1,30 62-72 1,23 11-168-1,35-14 104 1,16-42 144 0,8-32 152-1,8-50-552 1,2-44-16275 0</inkml:trace>
  <inkml:trace contextRef="#ctx0" brushRef="#br3" timeOffset="-84088.53">3917 14107 15579 0,'-12'0'1672'16,"-11"0"2081"-1,23 4-3017 1,47 3-304 0,31-5 128-1,30-2-336 1,-108 0-224-16,118-14 320 15,-47-2-1544 1,-63-12-13979 0</inkml:trace>
  <inkml:trace contextRef="#ctx0" brushRef="#br3" timeOffset="-83916.13">4151 13822 16427 0,'0'0'1712'0,"-4"3"1425"15,-18 102-400 17,18 74-1361-17,23 58-1728 1,-2-119-14443-16</inkml:trace>
  <inkml:trace contextRef="#ctx0" brushRef="#br3" timeOffset="-83341.91">5027 13664 15115 0,'-17'0'1664'0,"-29"32"2449"16,41-20-3137-1,26 30-840 1,30 9 336-1,5 9-248 17,-56-60-224-32,53 54 80 15,-20-22 32 1,-14-17 104 0,-16 9 177-1,-57 50 911 1,-39 34-352-1,-7 12-920 1,66-75-4121 0,53-38-11610-16</inkml:trace>
  <inkml:trace contextRef="#ctx0" brushRef="#br3" timeOffset="-82968.23">5482 13926 16779 0,'0'0'0'0,"-10"-32"4433"31,-19 16-2176-15,1 29-1409 0,-4 49-416-1,18 35 16 1,14-97-448-1,13 119 0-15,26-38-32 16,19-62 328 0,12-74 488-1,-19-45-440 1,-30-12 88 0,-44 28 80-1,-35 35-144 1,-1 41-544-1,17 52-632 1,47 13-18052 0</inkml:trace>
  <inkml:trace contextRef="#ctx0" brushRef="#br3" timeOffset="-82776.26">6015 13946 20764 0,'-4'-1'1072'0,"-25"-3"-520"16,23 29-2544-1,6-4-11267 1</inkml:trace>
  <inkml:trace contextRef="#ctx0" brushRef="#br3" timeOffset="-82632.64">6051 14168 14075 0,'0'0'0'16,"-18"10"6537"0,14-1-5329-1,5 13-8489 1,3-18-1705-16</inkml:trace>
  <inkml:trace contextRef="#ctx0" brushRef="#br3" timeOffset="-81782.48">6749 13794 18499 0,'0'0'0'0,"-27"-5"4849"16,30 5-4056-1,95-10 231 1,43-26-576 0,-33 27-288-1,-108 9-160 1,57 0-2328-16,-69 0-17461 16</inkml:trace>
  <inkml:trace contextRef="#ctx0" brushRef="#br3" timeOffset="-81619.32">6886 13743 15083 0,'-9'0'2920'0,"-13"16"-583"16,15 72-633 15,12 30-47-15,4 35-1193-1,4-3-392 1,-13-150-72-16,3 94-456 15,-3-94-13996 1</inkml:trace>
  <inkml:trace contextRef="#ctx0" brushRef="#br3" timeOffset="-81456.33">6862 14018 16427 0,'0'-6'3329'0,"19"4"-1305"16,64-10-832-1,28-24-1312 1,-29 20-14899 0</inkml:trace>
  <inkml:trace contextRef="#ctx0" brushRef="#br3" timeOffset="-81172.08">7189 13991 15659 0,'0'0'0'0,"5"-27"3481"16,19 24-3617-1,14 50 128 1,-22 38 248 0,-19-19 1736-1,3-66-1976 1,-50 35 2777-16,-12-35-1249 15,19-38-832 1,33-25-736 0,64-8-3577 15,-18 45-10834-31</inkml:trace>
  <inkml:trace contextRef="#ctx0" brushRef="#br3" timeOffset="-80937.14">7355 13897 16315 0,'1'0'776'0,"3"8"88"16,20 55-440-1,8 34 977 1,-2-3-1065 0,-24-58 488-1,-6-36-824 1,0 3 4801-16,-10-62-3665 15,8-39-1064 1,31 5-448 15,21 53-2360-15,-11 23-13708-16</inkml:trace>
  <inkml:trace contextRef="#ctx0" brushRef="#br3" timeOffset="-80538.18">7644 13943 11626 0,'0'3'3625'16,"3"3"-1897"-1,6 16-544 1,7 29-199 0,4 1-353-1,-2-31-360 1,-18-21-272-16,11 0 2200 15,3-47-343 1,15-30-1689 0,-5 25-344 15,-9 35 32-15,-3 34-288-1,6 43 416 1,10-13 72-1,13-35 160 1,-3-24 88 0,-1-31-184-1,-1-7-472 1,1 14-5946 0,-18 23-6432-1</inkml:trace>
  <inkml:trace contextRef="#ctx0" brushRef="#br3" timeOffset="-79922.64">8103 13875 4825 0,'0'-2'6233'0,"-5"-3"-464"16,-12 3-3624 0,-13 41-1385-1,-1 36 320 17,27 13-400-17,4-88-680-15,13 69 80 16,20-52 400-1,15-51 248 1,-13-41-416 0,-20 17-272-1,-16 28 64 1,-3 26 48 0,-2 37-328-1,12 20 200 1,24-16 8-1,18-15 105 1,-19-16-274 0,-10-28-2359 15,-11-36 343-15,-8 6 2153-1,-5 26 1361 1,5 18 335-1,0 20-2072 1,9 40 752 0,8 26-320-1,3-13-136 1,-5-46 512 0,-13-35 2257-1,-2-59-2505 1,11-27-160-1,16 28-144 1,3 52-560 0,10 19-8274-1,-27 6-56 1</inkml:trace>
  <inkml:trace contextRef="#ctx0" brushRef="#br3" timeOffset="-79556.4">8624 13855 14002 0,'-17'-22'4497'0,"-6"8"-1512"16,-27 36-2113-1,13 40-528 1,29 36-32 0,29-15-272-1,-21-83-40-15,48 46 80 16,0-40 489-1,4-85-201 1,-29-31-192 0,-14-15-88-1,-9-29 120 17,0 46 992-17,0 80 152 1,0 61-1264-1,0 97 120 1,4 64 64 0,67 14-104-1,24-69-480 1,-49-96-17163 0</inkml:trace>
  <inkml:trace contextRef="#ctx0" brushRef="#br3" timeOffset="-78125.17">10160 13441 13442 0,'4'-30'2905'0,"4"-2"1064"16,-27 82-2713 0,-58 125-376-1,-44 51-440 1,-6 9-520 0,127-235 80-1,-116 174-8729 1,113-143 87-16</inkml:trace>
  <inkml:trace contextRef="#ctx0" brushRef="#br4" timeOffset="-73233.38">10153 13909 17747 0,'-20'-15'4505'0,"21"7"-2000"16,75 5-2513-1,70 3 328 1,16 6-280-1,-56 2-1913 1,-106-8 1873-16,21 0-13947 0</inkml:trace>
  <inkml:trace contextRef="#ctx0" brushRef="#br4" timeOffset="-73042.05">10378 13679 16851 0,'-14'-3'1632'0,"-17"-7"2913"15,18 67-2208 1,15 59-1345 15,15 61-848-15,23-18-432 0,-40-159 288-16,40 54-16499 15</inkml:trace>
  <inkml:trace contextRef="#ctx0" brushRef="#br2" timeOffset="-70481.66">10199 13857 7953 0,'0'0'4073'0,"-24"-4"-872"15,-1-4-721 1,12-4 1033 0,7 1-720-1,8 11-2417 17,-2 0-376-32,69-8 120 15,58-17-136 1,4 8-64-1,-53 14-3801 1,-57 21-10626 0</inkml:trace>
  <inkml:trace contextRef="#ctx0" brushRef="#br2" timeOffset="-70236.86">10329 13536 13562 0,'-18'-17'4017'0,"-11"-2"760"16,32 46-3785 0,19 114-239-1,4 94-385 17,3 38-408-17,-29-273 40-15,23 217 0 16,13-173-15132-1</inkml:trace>
  <inkml:trace contextRef="#ctx0" brushRef="#br2" timeOffset="-69517.99">10753 13936 12554 0,'0'0'0'0,"-38"-15"2809"16,29-1-2001 0,4-14 216-1,-5 10 1913 1,-20 16-1289 15,30 4-1648-15,-49 79 456-16,23 36 64 15,18-27-424 1,34-63 48 0,22-39 232-1,18-65-199 1,-42-6-97 0,-18 34-8-1,-6 40-16 1,0 57-152-1,9 33 256 1,39-9-264 0,13-27 88-1,-15-40-489 17,-22-56-3343-17,-18-43 2223 1,-14-7 2017-1,0 26 1385 1,8 55 495 0,5 36-1920-1,18 66 520 1,-5 34-888 0,-7-1 32-1,-11-71 913 1,-7-62 1143-1,6-79-1832 1,37-24 120 0,10 57-744-1,0 54-608 1,-1 44-7002 15,-17-26-3496-31</inkml:trace>
  <inkml:trace contextRef="#ctx0" brushRef="#br2" timeOffset="-69002.27">11255 13908 8953 0,'6'-3'4321'16,"11"-24"-2192"0,-13-18 663-1,-14 17 121 1,-7 21-1449 0,-6 66-1080-1,23-59-384 1,-10 90 136-16,16 0 96 15,20-40-143 1,-1-55 79 0,0-67 48-1,-5-29-216 1,-4 24 96 0,-5 61-192 15,-4 66-96-16,-7 80 288 1,-4 36-16 0,9 30 112-1,-33 17-272 1,-42-56 232 0,-2-131 256-1,29-126 24 1,39-67-376-1,17 52-80 1,21 79-32 0,19 53 8-1,27 23 120 1,20-15-72 0,-4-12-1344 15,-46-19-12475-31</inkml:trace>
  <inkml:trace contextRef="#ctx0" brushRef="#br2" timeOffset="-68644.38">11598 13928 10290 0,'-31'-3'9506'15,"20"19"-8154"1,74 0-696-1,31-16-472 1,-29-27-48 0,-44-25 72-1,-21 52-208 1,-27-56 64-16,-32 34 56 16,-23 55-200 15,14 50 224-16,58 17 512 1,33-15-15 0,42-33-489-1,14-34 56 1,-7-23-112 0,-8-43-7258-1,-58 31-2656-15</inkml:trace>
  <inkml:trace contextRef="#ctx0" brushRef="#br2" timeOffset="-68474.33">11823 13918 16715 0,'0'0'0'0,"-7"-7"3777"15,20 4-2361 1,64-8-448 0,28-6-848 15,5 12-40-16,-110 5-80 1,57 8-5697-16,-51-2-4129 0</inkml:trace>
  <inkml:trace contextRef="#ctx0" brushRef="#br2" timeOffset="-68320.08">12009 13618 16939 0,'-7'-9'5113'16,"-8"37"-2224"-1,-3 75-1385 1,18 122-1192 0,23 113-1096-1,-4-155-14643 1</inkml:trace>
  <inkml:trace contextRef="#ctx0" brushRef="#br2" timeOffset="-67698.76">12928 13655 11562 0,'-20'-12'4801'16,"-4"6"-2761"-1,-32 53-1727 1,-11 26-209-1,-11 3 248 1,10-43 368 0,68-33-720-16,-46 7 360 15,35-11-128 1,13 3-432 0,53 5 400-1,15 57 576 16,21 18-280-15,17 6-352 0,-5-6-920-1,-30-30-13883 1</inkml:trace>
  <inkml:trace contextRef="#ctx0" brushRef="#br2" timeOffset="-67333.67">13254 13786 14179 0,'-38'-67'6593'15,"2"41"-4209"1,5 54-2087 0,1 83-9-1,19 48 56 16,32-14-304-15,-21-145-40-16,58 39 136 16,21-72 184-1,-16-63-184 1,-39-29 232 0,-31 10-136-1,-33 31 8 1,4 57-248-1,-2 51-288 1,35 53-15571 0</inkml:trace>
  <inkml:trace contextRef="#ctx0" brushRef="#br2" timeOffset="-67171.5">13645 13765 19444 0,'0'0'0'0,"-19"-60"4409"15,19 50-3641 1,16 45-2921 0,3 18-13762-16</inkml:trace>
  <inkml:trace contextRef="#ctx0" brushRef="#br2" timeOffset="-67030.18">13647 14111 19716 0,'-6'19'1304'0,"0"-5"1529"16,22 10-2345 0,24 41-14491-1</inkml:trace>
  <inkml:trace contextRef="#ctx0" brushRef="#br2" timeOffset="-66479.93">14435 13312 17347 0,'-24'-47'3297'0,"14"21"-24"16,10 65-2473-1,1 111 552 1,-1 48-816 0,2 97-296-1,-2-295-240 1,6 254 216-16,7-185-600 31,8-109-17500-15</inkml:trace>
  <inkml:trace contextRef="#ctx0" brushRef="#br2" timeOffset="-66072.53">14519 13503 17339 0,'0'0'0'0,"18"-96"4833"16,35 37-2352-1,10 77-2321 1,-20 73-16 0,-53 28-48-1,10-119-96 1,-67 117 0-16,-15-62 224 16,31-53 232-1,48-41-448 16,81-13-144-15,7 41-8 0,-17 71 200-1,-39 68-144 1,-32 22 160 0,-65-46 160-1,-14-73 320 1,-5-51-224-1,64-40-296 1,84-10-5505 0,-36 57-6041-16</inkml:trace>
  <inkml:trace contextRef="#ctx0" brushRef="#br2" timeOffset="-65729.57">14873 13855 16043 0,'0'0'0'0,"-8"-37"5337"16,1 27-2664-1,-6 55-2273 1,-4 55-120 0,8-3-240-1,9-97-40 1,3 51 0-16,18-51 256 15,35-87 136 1,-6-30-352 0,-30 53 112-1,-18 56-264 1,-4 49 256 0,8 34-104-1,43-6-96 16,17-33-2921-15,-25-31-11186-16</inkml:trace>
  <inkml:trace contextRef="#ctx0" brushRef="#br2" timeOffset="-65524.34">15284 13871 12346 0,'-3'-43'4289'16,"-8"-35"-552"-1,-33 56-288 1,-8 58-2465-1,6 47-240 1,41 8-136 0,5-91-608-16,21 67 16 15,43-32 80 1,14-32 24 0,-27-28-4193-1,-25 0-9794 1</inkml:trace>
  <inkml:trace contextRef="#ctx0" brushRef="#br2" timeOffset="-65315.42">15435 13400 20684 0,'0'-3'1792'16,"-13"3"1777"-1,-23 124-1889 1,3 60-1592-1,20 66-56 1,10-44-80 0,3-206 48-1,6 29-1400-15,51-83-16852 16</inkml:trace>
  <inkml:trace contextRef="#ctx0" brushRef="#br2" timeOffset="-65057.88">15609 13803 11202 0,'9'-50'6745'0,"-6"41"-2488"15,-44 47-3889 17,-27 35-360-17,-20 13 32 1,40-44-1072 0,48-42 1032-16,4-36-3745 15,36-8 3721 1,-10 31 1249-1,9 45 2087 1,24 20-2400 0,28-2-767-1,17 2-3426 1,-82-38-7594 0</inkml:trace>
  <inkml:trace contextRef="#ctx0" brushRef="#br2" timeOffset="-64632.83">15797 13735 19908 0,'0'0'0'0,"-23"-24"4545"16,23 26-3833-1,37 64-512 1,6 12-232-1,-16-37 64 1,-27-41-32 0,13 10 336-16,14-73-136 15,8-14 16 1,-17 55-304 0,-15 26 16-1,-3 68-16 1,1 4-136 15,24-29 504-15,-7-35-192-1,24-54 528 1,7-37-472 0,2 30-184-1,9 38-19404 1</inkml:trace>
  <inkml:trace contextRef="#ctx0" brushRef="#br2" timeOffset="-64060.19">16432 13758 15675 0,'-43'-7'2968'16,"-28"9"153"-1,-5 70-1609 1,24 31 505-1,37-6-1185 17,50-31-688-17,-35-66-144-15,45 6 120 16,18-60 136 0,-19-51-144-1,-15 6-80 1,-23 52-64-1,-6 44-256 1,0 51 280 0,8 45 120-1,26 11-216 1,-7-48-1704 0,6-71-2697-1,-11-64 3024 1,-6-10 2250-1,-8 32 935 17,-3 43-544-17,0 42 137 1,-5 55-241 0,2-3-792-1,6-49-136 1,-3-44 1208-1,22-79-1040 1,17-14-208 0,-1 55-256-1,9 51-5313 1,-34 13-6097-16</inkml:trace>
  <inkml:trace contextRef="#ctx0" brushRef="#br2" timeOffset="-63642.76">17073 13825 15427 0,'-12'-17'4033'0,"-28"-40"-161"31,-15 34-1303-15,-8 52-1953 0,15 40 296-1,32 37-496 1,16-106-416-1,20 100 353-15,43-50-281 16,10-81 200 0,-3-87-8-1,1-65-24 1,9-66-160 0,-40 3-32-1,-47 175-48 1,-41 106 72-1,-13 146 432 1,52 22-80 15,48 30 56-15,20-48-880 0,9-92-8098-1,-39-80-4097-15</inkml:trace>
  <inkml:trace contextRef="#ctx0" brushRef="#br2" timeOffset="-63531.43">17739 14171 26629 0,'-4'0'1609'0,"-3"-7"-377"16,29 41-20724-1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v"/>
          <inkml:channel name="T" type="integer" max="2.14748E9" units="dev"/>
        </inkml:traceFormat>
        <inkml:channelProperties>
          <inkml:channelProperty channel="X" name="resolution" value="936.20001" units="1/cm"/>
          <inkml:channelProperty channel="Y" name="resolution" value="1589.0882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6-01T11:42:22.181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FF0000"/>
    </inkml:brush>
    <inkml:brush xml:id="br2">
      <inkml:brushProperty name="width" value="0.05292" units="cm"/>
      <inkml:brushProperty name="height" value="0.05292" units="cm"/>
      <inkml:brushProperty name="color" value="#0000FF"/>
    </inkml:brush>
    <inkml:brush xml:id="br3">
      <inkml:brushProperty name="width" value="0.05292" units="cm"/>
      <inkml:brushProperty name="height" value="0.05292" units="cm"/>
      <inkml:brushProperty name="color" value="#00FF00"/>
    </inkml:brush>
  </inkml:definitions>
  <inkml:trace contextRef="#ctx0" brushRef="#br0">2396 1230 16523 0,'0'0'0'0,"5"-9"7546"15,1-7-3089 1,-1-2-2281 0,5 4-1416-1,-9 8-1400 1,-1 6 640-1,0 42-3625-15,-8 32-14539 16</inkml:trace>
  <inkml:trace contextRef="#ctx0" brushRef="#br0" timeOffset="199.77">2415 1673 21236 0,'-8'-5'7066'15,"-10"-4"-3666"1,11 13-2672 0,2 56-728-1,5 43-240 1,4-3-6009 0,-4-100 6249-16,8 36-17180 0</inkml:trace>
  <inkml:trace contextRef="#ctx0" brushRef="#br0" timeOffset="452.64">2658 1072 24357 0,'0'0'4121'0,"-2"-2"-841"16,-1 2-3464 15,27 28 576-15,48 98 409-1,18 149-801 1,-90-275 0-16,-39 313 0 16,-91-37-19341-1</inkml:trace>
  <inkml:trace contextRef="#ctx0" brushRef="#br0" timeOffset="2198.37">3594 1347 12586 0,'0'-1'3441'15,"6"-15"1704"1,-1-22-2216 0,-3 3-97-1,-10 15-2368 1,-57 66 369-1,65-46-833 1,-77 158 1048-16,44-12-976 16,24-61-40-1,35-63 240 1,27-64-1624 0,5-65 1111-1,-27 10 722 1,-20 38-913-1,-8 30 776 17,-3 66-80-17,0 60-96 1,27-11 104 0,30-39-256-1,5-43-8 1,3-27-5513-1,-17-40-4770 1,-27-9 8435 0,-25 17 7985-1,-7 19-127 1,-2 1-2682 0,0 8-2544-1,9 16-431 1,14 115 487-1,7 122-664 17,-3 77 16-17,0-62-80 1,-8-165 472 0,-26-105-80-1,-16-120-512 1,23-115-296-1,41 14 176 1,8 131 24 0,19 29-104-1,26 87 416 1,-42 113-152 0,-32 8 256-1,-53-43 664 1,-25-52-808 15,0-46 344-15,38-37-1424-1,53-14-11386 1,-4 58 791-16</inkml:trace>
  <inkml:trace contextRef="#ctx0" brushRef="#br0" timeOffset="2637.2">4152 1355 17107 0,'0'0'0'0,"3"-4"7922"0,-1-12-3449 15,2 5-4137 1,12 42 152 0,7 110-304-1,-23-141-184 1,20 234 208-16,-9-2-40 15,-14-100 0 17,-23-100 384-17,-13-85-424 1,9-103-192 0,34-69 184-1,41 39-400 1,-9 100-96-1,14 35 752 1,34 42-1152 0,-36 119 1408-1,-53-20-392 1,-55-45-112 0,-12-34 232-1,25-46-632 1,34-52-2184-1,60-1-19421 17</inkml:trace>
  <inkml:trace contextRef="#ctx0" brushRef="#br0" timeOffset="2855.18">4408 1619 22252 0,'-9'0'3449'0,"-14"0"688"16,23 0-3241 0,65 0-1696-1,58 0 1288 1,31-10-2072 0,-154 10 1584-1,120-14-20437-15</inkml:trace>
  <inkml:trace contextRef="#ctx0" brushRef="#br0" timeOffset="3385.72">4917 1360 15811 0,'0'-2'5321'16,"-6"-14"712"0,-7-2-3128-1,5 0-3457 1,8 14 904-1,28 87 136 1,-28-83-488 0,33 130-72-16,-26-62 344 15,-7-50 40 1,0-72-344 0,12-30 64-1,12 13-616 1,3 16 808-1,2 32-264 1,5 76 80 15,-24 68 152-15,-9-42-272 0,-1-65 312-1,0-14 160 1,0-54-704-1,6-8 152 1,12 7 240 0,3 9-408-1,2 17 376 1,17 45 168 0,-17 56-432-1,-5 7 376 1,0-12-3129-1,10-45-18259 1</inkml:trace>
  <inkml:trace contextRef="#ctx0" brushRef="#br0" timeOffset="3939.29">5550 1377 19004 0,'3'-6'2064'0,"2"-18"3833"15,0-9-2688 1,-5 0-2169 0,-13 25-728-1,-32 65-984 1,45-57 672-16,-33 132-136 16,29-35 72-1,18-58 376 1,15-32-48-1,10-59-216 1,-3-31-160 15,-19 33 208-15,-12 40-192 0,-2 20 16-1,14 43 192 1,31 5-160-1,21-44-528 1,12-52-4705 0,-39-12-8154-1,-17-27 4353 1,-5-22 20877 0,-18-4-3058-1,-21 11-3535 1,-4 18-3738-1,3 28-928 1,8 31-1224 0,12 27-14299 15,0 1 5185-31</inkml:trace>
  <inkml:trace contextRef="#ctx0" brushRef="#br0" timeOffset="4106.09">5890 1299 21484 0,'0'0'0'0,"-2"0"4641"16,-6 0-512-1,-2 20-4097 1,3 63-16 0,7 46-1280-1,0-129 1264 1,6 93-13907-16,-2-90 4257 0</inkml:trace>
  <inkml:trace contextRef="#ctx0" brushRef="#br0" timeOffset="4434.3">6017 1328 21508 0,'0'-2'2449'16,"0"0"-121"-1,0 2-2328 1,6 42 1688-1,9 67-1535 1,-9 17-9 0,-6-126-144-16,0 76 120 15,-3-69 552 1,7-65-832 0,25-45 176-1,6 18 344 1,7 3-936-1,-2 32 1648 1,-4 34-456 0,-6 147-704 15,-25 75-18772-15</inkml:trace>
  <inkml:trace contextRef="#ctx0" brushRef="#br0" timeOffset="5063.52">7090 1086 20396 0,'1'-2'2400'0,"5"-5"-31"15,10 0-2577 1,12 4 304 0,-1 25 512-1,-7 11 160 17,-20-33-768-32,0 42 2305 15,-42-15-601 1,-16-19-600-1,8-13-488 1,31-36-1280 0,30-2-3033-1,45 17-16971 1</inkml:trace>
  <inkml:trace contextRef="#ctx0" brushRef="#br0" timeOffset="5251.68">7324 870 14219 0,'0'-2'2792'0,"-4"-13"4666"16,-3-3-3569 0,2 0-3257-1,5 28 464 17,5 55-1224-17,-5-65 128-15,10 127-184 16,-7 128-4649-1,-9-140-13411 1</inkml:trace>
  <inkml:trace contextRef="#ctx0" brushRef="#br0" timeOffset="5378.76">7337 1065 15371 0,'2'-2'2888'0,"2"-2"3514"16,9-8-5530-1,15 1-520 1,13 9-864-1,-7 20-17188 1</inkml:trace>
  <inkml:trace contextRef="#ctx0" brushRef="#br0" timeOffset="5610.88">7007 1580 23933 0,'-9'0'3296'16,"-8"0"-719"0,15 4-2297-1,54 34-96 1,30 15-232 0,9 2-1472-1,-91-55 1520 1,72 19-18780-16</inkml:trace>
  <inkml:trace contextRef="#ctx0" brushRef="#br0" timeOffset="6168.59">7677 1247 23717 0,'0'-3'1096'15,"-3"-17"3185"1,-9-13-3249-1,-2 16-856 1,-13 16 208 0,11 47-1048-1,16-46 664 1,-15 90 232-16,13 17-496 16,26-89-312-1,-2-37 648 1,-8-16-416-1,-1-5 496 1,-6 4 176 0,-1 12-776-1,7 21 456 17,5 3 328-17,18 3-776 1,7-3 832-1,-2-26-632 1,-6-9-72 0,-21-20 792-1,-4 4-512 1,-7 19 288 0,-3 31 112-1,0 48-624 1,-2 92 392-1,-5 46-456 1,4-101-5337 0,1-81-9147-1</inkml:trace>
  <inkml:trace contextRef="#ctx0" brushRef="#br0" timeOffset="6375.52">7987 984 15675 0,'0'0'0'0,"6"-13"9434"16,0-9-5601-1,0 3-2569 1,4 12-472 0,-5 67-104-1,-5-60-688 1,4 237 504-16,4 198-2304 15,-2-250-16420 1</inkml:trace>
  <inkml:trace contextRef="#ctx0" brushRef="#br0" timeOffset="7436.65">9182 1280 11722 0,'0'-9'7050'15,"3"-31"-1369"1,1-4-2233 0,1 1-2583-1,2 33-1017 1,0 68 304 0,-7-58-152-16,11 205 256 15,-11-60-304 1,-4-128 640-1,7-61-120 1,9-29-688 0,15-18 864-1,6 3-1432 1,3 37 848 15,-5 51 624-15,-11 118-1352-1,-14 6 712 1,-16-88 536 0,1-43-336-1,9-48 16 1,24-22-312 0,12-15-72-1,9 13 176 1,0 36-320-1,-19 59 440 1,4 75-104 0,-14 85-3953-1,-2-87-17003 1</inkml:trace>
  <inkml:trace contextRef="#ctx0" brushRef="#br0" timeOffset="7763.26">9845 1252 17979 0,'0'-5'3081'16,"-10"-7"3216"-1,0 0-5192 1,-8 13-665 0,-3 103-848-1,17 23 600 1,4-127-192-1,15 67-128-15,10-56 152 16,7-49 200 0,-11-29 280-1,-2-20-296 1,-16-4 928 15,-22 21-624-15,-15 37-1104-1,11 37-3441 1,14 25-17331 0</inkml:trace>
  <inkml:trace contextRef="#ctx0" brushRef="#br0" timeOffset="7926.16">9968 1224 19148 0,'0'0'0'0,"0"0"0"16,6 0 6369-1,31-1-3272 1,31-8-2633 0,25-3-2721-1,-44 6-14242 1</inkml:trace>
  <inkml:trace contextRef="#ctx0" brushRef="#br0" timeOffset="8108.23">10172 959 21660 0,'0'0'2017'16,"0"3"823"-1,0 22-879 1,2 28-785 0,18 80-1672-1,9 131-3889 1,-15-157-12443-1</inkml:trace>
  <inkml:trace contextRef="#ctx0" brushRef="#br0" timeOffset="8382.62">10471 1263 19940 0,'0'-1'2288'0,"-6"-7"-255"31,4 1-1481-16,3 5-56 1,11 28-288 0,10 54 448-1,-22-80-656-15,-34 72 1961 16,-41-54-1289 0,25-22 1032-1,37-24-1264 1,18-8-2176-1,26-4-21661 1</inkml:trace>
  <inkml:trace contextRef="#ctx0" brushRef="#br0" timeOffset="8681.87">10647 1201 18411 0,'0'0'2609'0,"0"-9"3104"31,-2-3-3136-15,2 4-2281 0,6 25-152-1,28 106-680 1,-34-123 536-16,13 184 408 16,-18-91 128-1,-11-94 192 1,4-83-600-1,19 7 168 1,22-17-128 0,24 5-1120-1,13 36-19628 1</inkml:trace>
  <inkml:trace contextRef="#ctx0" brushRef="#br0" timeOffset="8887.52">10924 1533 23076 0,'-15'0'2273'16,"-22"-5"2520"0,19 4-3553-1,60 1-1408 1,87-4-624-1,60-10-11411 1,-142 13 737-16</inkml:trace>
  <inkml:trace contextRef="#ctx0" brushRef="#br0" timeOffset="9173.93">11647 1183 22092 0,'-3'-11'4817'15,"-8"-8"-1616"1,-13 3-2809 0,-13 16-440-1,-14 70 136 1,15 76-160-1,36-146 72-15,19 86 16 16,38-37-112 0,34-36-4321-1,-43-29-12162 1</inkml:trace>
  <inkml:trace contextRef="#ctx0" brushRef="#br0" timeOffset="9452.34">11835 1212 22124 0,'0'0'0'16,"0"-7"3577"0,4-6-888-1,10 1-2449 1,16 10-104 0,8 40 272-1,-38-38-408 1,47 129-368-16,-73-35 1032 15,-31-81 408 1,14-28-600 0,26-26 448-1,14-13-1784 1,14 0-9010 0,3 42-2465-1</inkml:trace>
  <inkml:trace contextRef="#ctx0" brushRef="#br0" timeOffset="9815.44">12118 1141 22676 0,'0'0'3097'15,"0"-3"800"1,0 3-3897 0,0 19 1016-1,0 55-752 1,4 87-640-1,-4-161 376-15,0 104 296 16,0-81 144 0,0-51-304-1,7-22 512 1,27-35-424 0,3-4-656-1,1 16 280 16,-5 43 624-15,-16 42-792 0,16 69 368-1,3 32-1560 1,-23-80-19212 0</inkml:trace>
  <inkml:trace contextRef="#ctx0" brushRef="#br0" timeOffset="10011.1">12476 1113 21028 0,'0'0'3249'0,"-3"0"1328"15,0-1-2889 1,12-4-1688 0,48 1 528-1,27-1-616 1,-84 5 88-1,99-6-3273 1,-33 3-15515-16</inkml:trace>
  <inkml:trace contextRef="#ctx0" brushRef="#br0" timeOffset="10186.86">12679 901 16251 0,'0'0'6625'15,"-8"0"-2960"1,-4 23 496-1,6 24-3273 1,3 47-240 0,25 155-1752-1,-22-249 1104 1,27 233-6009-16,-11-183-11331 16</inkml:trace>
  <inkml:trace contextRef="#ctx0" brushRef="#br0" timeOffset="10467.12">12838 1244 18331 0,'0'-3'4777'16,"-3"-12"-120"-1,-2-2-3328 1,5 10-953 0,15 52 224-1,12 95-1240 1,-27-140 640-1,13 108 288-15,-13-84 352 16,-8-56-512 0,2-21 768-1,11-21-1176 1,36-5 16 0,19 10-10306-1,-40 53-1529 1</inkml:trace>
  <inkml:trace contextRef="#ctx0" brushRef="#br0" timeOffset="10771.61">13189 1267 19996 0,'0'0'3296'15,"6"0"233"1,0-4-800 0,5 1-2865-1,7 8 992 1,12 43-1424-1,-30-48 568 1,19 110 336-16,-52-20-16 16,-33-61-208-1,8-59-80 1,33-25 680 0,25-5-696-1,25-6-224 1,23 0-14803 15,-33 48 4705-31</inkml:trace>
  <inkml:trace contextRef="#ctx0" brushRef="#br0" timeOffset="11022.39">13452 839 18748 0,'0'0'0'0,"-11"-12"9642"15,-1 0-6538 1,-1-1-2696 0,1 28 457-1,9 52-865 1,3-67 0 0,-3 135 0-16,-6 176-385 15,6-145 17 1,8-149-3408 15,13-60-17549-31</inkml:trace>
  <inkml:trace contextRef="#ctx0" brushRef="#br0" timeOffset="11244.43">13571 839 20892 0,'0'-9'3553'15,"-7"-12"1608"1,-2-14-3441-1,6 23-712 1,5 38-575 0,7 59-433-1,-9-85 0 1,14 237 0-16,-9 85 0 16,21-178-6586-1,-24-144-7201 1</inkml:trace>
  <inkml:trace contextRef="#ctx0" brushRef="#br0" timeOffset="11587.54">13716 1220 22660 0,'0'0'2729'16,"-6"0"48"0,3 0-1009-1,3 6-1432 1,24 3 280-1,21-9-752 1,-45 0 136 0,55-8 168-16,-14-20 240 15,-17-14-736 1,-26 15 560 0,-33 23-64-1,-4 47-136 1,-31 101-32 15,61 0 144-15,32-64-272-1,29-48-3505 1,11-53-8537 0,-28-12 159-16</inkml:trace>
  <inkml:trace contextRef="#ctx0" brushRef="#br0" timeOffset="11860.6">14045 1304 11786 0,'0'0'0'0,"0"-37"11931"15,-3-4-6146 1,0-7-4153 0,3 17-1456-1,0 42 400 1,0-11-576 0,9 81-1112-16,-1 53 592 15,-8-73 872 1,0-50-200-1,7-58 56 17,8-5 1528-17,23-25-1671 1,14-5-65 0,9 10-273-1,2 42-791 1,-11 48-21149-1</inkml:trace>
  <inkml:trace contextRef="#ctx0" brushRef="#br0" timeOffset="12041.4">14599 1571 28902 0,'-5'0'920'0,"-10"13"1320"16,5-3-1535-1,-1-10-24831 1</inkml:trace>
  <inkml:trace contextRef="#ctx0" brushRef="#br0" timeOffset="25158.98">2744 3116 11306 0,'0'0'0'0,"-3"-45"8722"15,-14 17-4665 1,2 17-1609-1,-10 6-767 1,-38 11-1009 0,63-6-672-1,-63 49 296-15,-13 24-280 32,30-14 16-17,42-35-16 1,41 10-304-1,32 14 816 1,51 56-584 0,-87-10-8-1,-59-4 280 1,-34-45 840 0,-11-23 224-1,-7-34-544 1,16-67-688-1,36-14-192 1,21 54-2960 0,19 38-15652-1</inkml:trace>
  <inkml:trace contextRef="#ctx0" brushRef="#br0" timeOffset="25500.73">2900 3187 15787 0,'-41'-32'6321'15,"25"21"-2072"1,16 8-3249-1,10 35 201 1,-4 64 679 0,-6 80-1120-1,0-176-760 1,4 192 96 0,10-54-8-1,-9-78 88 1,-5-52-832-1,-9-92-22277 1</inkml:trace>
  <inkml:trace contextRef="#ctx0" brushRef="#br0" timeOffset="25766.82">2993 3116 19092 0,'12'-4'3080'16,"13"-1"-1471"-1,27 29-361 1,-5 30-608 0,-35-20 712-1,-39 0 569 1,27-34-1921 0,-91 55 1000-1,-2-29-832 1,63-28 32-1,43-39-720 1,81-12-19524 0</inkml:trace>
  <inkml:trace contextRef="#ctx0" brushRef="#br0" timeOffset="26082.55">3273 3139 22436 0,'0'-7'3465'15,"0"1"-1513"1,15 31-1607 15,9 74 639-15,-5 85-616-1,-5 38-152 1,-14-222-216-16,7 168-48 16,-7-121-120-1,-7-65 184 1,-11-112-4497 0,16-45-15075-1</inkml:trace>
  <inkml:trace contextRef="#ctx0" brushRef="#br0" timeOffset="26308.16">3361 3266 12954 0,'0'0'0'0,"-7"-90"7882"16,28 45-4385 0,31 26-2609-1,14 66-608 17,-20 57 8-17,-46-104-288-15,14 92 1176 16,-63-24 281-1,-44-45 39 1,1-41-944 0,57-55-512-1,59-27-4033 1,25 79-15579-16</inkml:trace>
  <inkml:trace contextRef="#ctx0" brushRef="#br0" timeOffset="27388.34">4051 3434 13786 0,'-44'-2'4257'16,"26"-18"480"0,12 14-1360-1,3 4-608 1,3-3-1945-1,1 5-720 1,-1 0-104-16,53 7 168 16,30-4-184-1,14-3 64 1,6-6 40 15,-26-3-296-15,-55 3 376-1,-20 5 120 1,-37-22 536 0,-28-21-888-1,-10-19-120 1,26-10 512 0,25 43 96-1,19 24-584 1,21 27-592-1,33 40-8778 1,-37-45-2745 0</inkml:trace>
  <inkml:trace contextRef="#ctx0" brushRef="#br0" timeOffset="27526.38">4420 3401 17043 0,'0'0'0'0,"-7"25"5265"16,-30 33-264-1,-25 35-3888 1,6 12-2050 0,36-57-16162-16</inkml:trace>
  <inkml:trace contextRef="#ctx0" brushRef="#br0" timeOffset="28512.16">5037 3332 16715 0,'0'0'0'0,"-52"-43"6553"0,52 17-2480 16,0 20-3008-1,3 71-721 1,0 103 88 0,-3-168-432-1,0 244 232 1,-13-10-312-1,-5-130 248 1,3-89 640 0,-17-66-168-1,16-106-376 1,37-76-328 0,36 32-104-1,1 115 536 1,-4 77-368-1,4 75-336 1,-27 50 256 0,-34-17 312-1,-53-39-16 1,-5-52 288 0,15-68-232 15,25-44-496-16,49-10-1136 1,16 73-18692-16</inkml:trace>
  <inkml:trace contextRef="#ctx0" brushRef="#br0" timeOffset="28907.46">5481 3355 19940 0,'0'0'0'0,"-85"-38"5801"16,30 28-3184 0,7 56-1881-1,14 63-648 1,27-3 40 0,7-106-128-1,16 69-32-15,12-53 120 31,11-39 200-15,11-75-104 0,-19-6-488-1,-19 66 488 1,-12 36-136 0,0 62 120-1,6 10 40 1,38-29-344-1,13-27-216 1,13-21-7314 0,-32-11-7401-1</inkml:trace>
  <inkml:trace contextRef="#ctx0" brushRef="#br0" timeOffset="29138.33">5757 3446 11178 0,'6'-12'2897'0,"14"-51"3920"15,-26 12-2848 16,-21 33-456-15,0 33-2169 0,-10 58-1376-1,37-73 32-15,-18 92 736 16,18-1-488 0,42-44-264-1,25-40 0 1,13-45-400-1,-2-34-7826 1,-64 51-4336-16</inkml:trace>
  <inkml:trace contextRef="#ctx0" brushRef="#br0" timeOffset="29376.98">5983 2952 22108 0,'-12'-36'4073'15,"4"21"-536"1,8 26-3265 0,12 62 376-1,-5 62-56 1,-13 86-624 0,6-221 32-16,-9 225-440 15,9-140-816 1,26-114-6298-1,31-56-8689 1</inkml:trace>
  <inkml:trace contextRef="#ctx0" brushRef="#br0" timeOffset="29648.62">6189 3296 17251 0,'-18'-5'5441'16,"6"3"-1744"0,-29 56-2641-1,-16 16-928 16,1-15-24-15,11-33-88 0,45-22-16-16,-23-22-128 15,27-9-208 1,22 28 72 0,16 23 360-1,15 44 712 1,25-21-495-1,12-40-434 1,9-55-18587 0</inkml:trace>
  <inkml:trace contextRef="#ctx0" brushRef="#br0" timeOffset="30018.89">6369 3338 18772 0,'0'0'0'0,"-54"24"5569"16,52-11-3553 15,25 0-888-15,36-11-343-1,7-21-97 1,-66 19-688 0,35-41 152-16,-28 0-48 15,-44-2-88 1,-15 31 32-1,-1 29-232 1,10 66 336 0,18 18-16-1,23-17 288 1,35-37-256 0,20-32 232-1,28-35-840 16,12-59-3825-15,-48 34-12659-16</inkml:trace>
  <inkml:trace contextRef="#ctx0" brushRef="#br0" timeOffset="30200.43">6610 3287 19716 0,'-10'0'2432'15,"4"0"1561"1,28 4-2193-1,65-1-103 1,42-6-977 0,0-14-752-1,-129 17 32 1,81-12-392-16,-63-5-8218 16,-18 15-3665-1</inkml:trace>
  <inkml:trace contextRef="#ctx0" brushRef="#br0" timeOffset="30376.04">6806 2998 20684 0,'5'-5'4689'16,"7"17"-1640"0,-6 63-553-1,35 75-1840 1,-1 127-1192-1,-26-5-21237 1</inkml:trace>
  <inkml:trace contextRef="#ctx0" brushRef="#br0" timeOffset="31122.4">7598 3280 18403 0,'-48'0'2977'0,"-16"0"2272"16,61 0-3056-1,10-2-1833 1,62 8 344 0,59-4-416-1,-128-2-288 1,156-8 112-16,-15-7-208 16,-12-10 208-1,-69 11-176 1,-53 6 808-1,-25-18-136 17,-34-25 168-17,-16-15-375 1,6-8-401 0,44 49 0-1,13 20-433 1,18 63-4792-1,-14-40-11578 1</inkml:trace>
  <inkml:trace contextRef="#ctx0" brushRef="#br0" timeOffset="31278.08">8213 3166 16739 0,'0'4'3337'0,"-9"53"1680"16,-19 16-1032-1,-26 28-2937 1,-22 23-1976-1,56-72-16124 1</inkml:trace>
  <inkml:trace contextRef="#ctx0" brushRef="#br0" timeOffset="32026.81">8818 3286 21252 0,'-7'-17'2273'0,"-10"-8"2071"15,17 20-3527 1,8 73-377 0,6 109 592-1,-3 62-520 1,-11-239-512-1,9 241 32-15,-8-113-96 16,-1-107 264 15,-17-25 256-15,-18-91-80 0,32-105-272-1,31-71 8 1,34 65-240-1,1 117 352 1,-15 82-416 0,-6 80 24-1,-24 32 280 1,-39-26-24 0,-42-40 296-1,4-35-112 1,25-49-272-1,33-21-1744 17,51 11-19548-32</inkml:trace>
  <inkml:trace contextRef="#ctx0" brushRef="#br0" timeOffset="32653.61">9303 3319 19732 0,'-5'-12'2904'0,"-42"-28"1993"0,11 26-2656 15,2 33-1809 1,-4 73-432 0,20 13-64-1,18-105 64 1,4 79-120-16,17-61 184 15,26-58 40 1,13-68-792 15,-34 17 640-15,-18 64 664 0,-8 29-896-1,0 69 528 1,6 5-200-1,37-27-96 1,5-21-48 0,-9-61-4049-1,-17-30 1240 1,-15-5 3482 0,0 8 879-1,-3 38 672 1,6 29-1984-1,10 59 560 17,3 13-495-17,-7-16-33 1,-14-47 696 0,-6-29 744-1,-7-40-1040 1,33-49-40-1,48-3-648 1,-1 55-3256 0,-32 47-14588-1</inkml:trace>
  <inkml:trace contextRef="#ctx0" brushRef="#br0" timeOffset="33006.94">10030 3212 21780 0,'-8'-19'2369'0,"-46"-12"1527"0,8 24-3119 31,-12 55-577-15,12 11-216-1,43-21-136 1,3-38 152-16,20 34-56 15,39 25 184 1,7-1-352 0,-31-11 208-1,-51-10 320 1,-52-13-152 0,-16-21 136-1,31-46-112 1,45-36-1809-1,71 12-19371 1</inkml:trace>
  <inkml:trace contextRef="#ctx0" brushRef="#br0" timeOffset="33167.83">10232 2999 23661 0,'0'0'0'0,"-25"-37"5329"15,4 16-3009 1,18 19-2528 0,3 53-3449-1,7-14-14186 1</inkml:trace>
  <inkml:trace contextRef="#ctx0" brushRef="#br0" timeOffset="33354.89">10237 3238 19772 0,'0'0'0'0,"-1"-12"4257"16,-3 31-737 0,8 49-2647 15,-3 40-1258-15,-2-8 57-1,1-100 328 1,13 18-19900-16</inkml:trace>
  <inkml:trace contextRef="#ctx0" brushRef="#br0" timeOffset="33685.04">10458 3206 21284 0,'6'-12'3393'16,"-5"13"-1513"0,3 70-1112-1,-4 19-784 1,-24 3 96-1,6-58 168 1,18-35-248-16,-3-11 400 16,39-64-480 15,43-39-216-15,-14 49 152-1,-44 51 160 1,-15 62 0-1,-9 36 160 1,10-5-176 0,45-44-704-1,15-51-8074 1,-18-8-4312 0</inkml:trace>
  <inkml:trace contextRef="#ctx0" brushRef="#br0" timeOffset="34217.57">10899 3296 11570 0,'0'-45'8114'16,"-6"-5"-2745"-1,-13 40-2449 1,-9 40-2215 0,5 38-617 15,17 17 32-15,6-85-120-16,25 54 72 15,12-39-112 1,1-54 280-1,-9-40-288 1,-9-15 120 0,-10 19 96-1,-3 53 104 1,-4 36 96 0,10 66 216-1,-9 66-320 1,-10 64 376-1,-18 56-824 1,-13-61 224 0,0-133-64 15,-16-62-248-15,-12-70 304-1,6-83-136 1,31-16 88-1,15 89 184 1,13 54-88 0,61 23-456-1,76 24 752 1,94-28-208 0,7-12-3601-1,-162-12-19411 1</inkml:trace>
  <inkml:trace contextRef="#ctx0" brushRef="#br0" timeOffset="37407.19">11754 3253 16211 0,'-17'0'3793'0,"-26"-10"1680"31,26 3-2248-16,17 5-1657 1,6-4-1312 0,77-17 8-1,-83 23-264-15,117-24 208 16,15 5-120 0,11 18-832-1,3 4 960 1,-38 0 128-1,-68-4-16 1,-37 1 216 0,-25-5 240-1,-51-37-1024 1,-10-21 224 0,9-10 48-1,38 28-208 16,27 35-232-15,15 39-1608 0,54 49-19941-1</inkml:trace>
  <inkml:trace contextRef="#ctx0" brushRef="#br0" timeOffset="37582.3">12453 3161 22332 0,'-2'0'2585'0,"-12"9"2248"16,-42 49-3585 0,-38 64-1344-1,2 16-21068 1</inkml:trace>
  <inkml:trace contextRef="#ctx0" brushRef="#br0" timeOffset="38077.61">13308 2977 14547 0,'-98'0'7321'16,"10"1"-3008"-1,69-1-1384 1,19 0-2169-1,61 7-72 1,68 1-176 0,-129-8-512-16,153-15-136 15,-34 15-608 1,-91 27-8058 0,-28-11-3361-1</inkml:trace>
  <inkml:trace contextRef="#ctx0" brushRef="#br0" timeOffset="38305.19">13329 2704 21468 0,'-17'-19'3841'16,"11"9"416"-1,27 45-2785 1,24 92-336-1,-26 48-816 1,-25 39-976 0,6-214 656-1,-16 145-1368-15,53-129-20477 16</inkml:trace>
  <inkml:trace contextRef="#ctx0" brushRef="#br0" timeOffset="38592.69">13650 2999 18331 0,'-8'-11'8258'15,"3"8"-5905"1,19 74-2049 0,10 45-120-1,-13-4-184 1,-14-82 256-1,3-30-256-15,-13 0 624 16,-6-51 376 0,18-55-720-1,54-3-80 1,20 41-624 0,-18 58-10074-1,-39 25-1929 1</inkml:trace>
  <inkml:trace contextRef="#ctx0" brushRef="#br0" timeOffset="39042.72">14070 3106 22276 0,'0'0'0'0,"-19"-73"5769"16,-14 36-2912-1,24 24-1681 1,0 35-1128 0,-15 67-144-1,24-89 96 1,-23 125 416-16,20-30-768 16,23-59 400-1,13-31-144 1,10-50-1112 15,-17-35 1408-15,-17 9-480-1,-15 24 1144 1,0 36-1584 0,6 11 720-1,-3 0 264 1,3 4-184-1,0 2-608 1,2-1-1064 0,-1-2-5306-1,-19-6-3752-15</inkml:trace>
  <inkml:trace contextRef="#ctx0" brushRef="#br0" timeOffset="39683.82">13691 3170 12530 0,'0'0'0'0,"25"-47"8042"0,-13 8-2257 15,-9 16-2088 1,-6 19-1721-1,-34 43-1768 17,37-39-208-17,-70 125 240-15,7 20-528 16,57-45 624 0,47-57-416-1,-2-40 224 1,20-46 33-1,-6-39-177 1,-29-19 0 0,-8-5 0-1,-16 52 0 1,-4 53 0 0,1 35 0-1,13 50 0 1,43-27 0 15,21-20 0-15,4-30-977-1,-10-19-4824 1,-43-6-11907-16</inkml:trace>
  <inkml:trace contextRef="#ctx0" brushRef="#br0" timeOffset="40013.66">14115 3135 19524 0,'-4'-5'1736'0,"-14"-43"3825"16,10 29-2056-1,8 22-3809 1,24 49 504 0,11 49 480-1,-35-101-680 1,19 129-232-16,-10-68 960 31,-7-58-80-15,-5-64-2136-1,4-52 2392 1,46-16-608 0,16 48-168-1,2 73-3144 1,-15 45-19285-1</inkml:trace>
  <inkml:trace contextRef="#ctx0" brushRef="#br0" timeOffset="40547.76">14654 3159 17475 0,'0'0'0'0,"-38"-72"6842"15,-15 23-2241 1,-7 42-3009 15,22 60-1352-15,14 53-200-1,24-106-40 1,0 118-40-16,39-39-40 16,-2-71 264-1,4-71-152 1,1-48-64-1,-7-3 264 1,-16 60-184 0,-14 54-112-1,-2 92 488 1,-9 63 240 0,3 50-712-1,-30 15 16 1,-43-38-80-1,-7-139 80 17,-23-81-16-17,36-69 16 1,63-35 64 0,17 83-64-1,40 48 160 1,30 29 144-1,33 22-224 1,32 0-256 0,-21-35-3849-1,-101-50-13130 1</inkml:trace>
  <inkml:trace contextRef="#ctx0" brushRef="#br0" timeOffset="40901.5">14821 3109 25869 0,'0'0'704'0,"0"-2"977"15,24 27-329 1,57-6-848 0,18-22-1128-1,-45-25 744 1,-54 28-120-1,13-47-104-15,-41 1 184 16,-32 35 256 0,-5 36 400-1,19 52-368 1,31 17 448 0,32-4-512-1,39-37-776 1,22-35-1056 15,32-57-1553-15,-14-11-17187-16</inkml:trace>
  <inkml:trace contextRef="#ctx0" brushRef="#br0" timeOffset="41074.67">15164 3051 23645 0,'0'0'0'0,"-6"0"3304"15,22 0-1023 1,75 10-1089 0,60-14-1112-1,-8 1-544 1,-143 3 464 0,80 0-11587-16,-74-1 273 15</inkml:trace>
  <inkml:trace contextRef="#ctx0" brushRef="#br0" timeOffset="41237.18">15396 2784 26245 0,'0'0'1040'16,"-6"67"2889"0,21 65-2569-1,39 41-2312 1,-10 87-18372-1</inkml:trace>
  <inkml:trace contextRef="#ctx0" brushRef="#br0" timeOffset="41792.62">15838 3409 19004 0,'-33'3'5657'0,"30"1"-2104"15,26-1-2417 1,85 4-496-1,65-32-1848 1,-46 8-17244 0</inkml:trace>
  <inkml:trace contextRef="#ctx0" brushRef="#br0" timeOffset="42216.2">16617 3016 23332 0,'0'-14'1329'16,"-12"-45"2672"0,4 25-2305-1,-16 24-672 1,-35 41-704-1,-33 44-336 1,92-75 16 0,-43 48-192-16,46-6-8 15,73-3 272 1,27 23-224 0,-28 17 104-1,-59-37-232 1,-57-4 296-1,-46-27 832 1,-4-33-616 15,58-14-360-15,57-26-3320 0,24 27-14380-16</inkml:trace>
  <inkml:trace contextRef="#ctx0" brushRef="#br0" timeOffset="42669.32">16770 3112 20228 0,'-6'-3'5049'16,"-5"-5"-352"0,11 32-4065-1,10 131-152 1,-7 63-136-1,-13 70-360 1,10-288 16 0,-26 171-88-16,0-149 448 31,-7-94-48-15,20-123-72-1,51-13-528 1,70-74 320-1,-18 180-176 1,-24 98-944 0,-32 88 1320-1,-47 23-688 1,-38-32 816 0,-26-44 1184-1,-9-51-1464 1,43-32-384-1,56-26-1096 1,75-12-20621 15</inkml:trace>
  <inkml:trace contextRef="#ctx0" brushRef="#br0" timeOffset="43046.11">17118 3123 21836 0,'0'0'0'0,"-20"11"4577"0,20 27-2192 15,49-9-1193 1,28-13-872 0,-9-37-88-1,-68 21-232 1,34-45 296-16,-34-11-248 15,-45 17 152 1,-3 23-120 15,-1 42 120-15,7 42-8 0,18 10-616-1,17-1 1064 1,27-27-1248-1,29-23 768 1,15-27-1032 0,41-66-4697-1,-45 21-11579 1</inkml:trace>
  <inkml:trace contextRef="#ctx0" brushRef="#br0" timeOffset="43390.33">17466 3123 20772 0,'-14'2'2264'0,"-16"19"1073"15,27 3-1216 1,41-3-1169 0,30-1-464 15,18-19-248-15,-86-1-240-16,73-37 264 15,-40-20-328 1,-39 0 80-1,-53 17 64 1,-7 35 8 0,5 57 336-1,29 21-40 1,29-16-416 0,29-5 304-1,33-13-1944 1,15-3-11803-1,-51-36 3129 1</inkml:trace>
  <inkml:trace contextRef="#ctx0" brushRef="#br0" timeOffset="43831.82">17943 3109 16443 0,'-3'-91'5081'15,"-33"27"808"1,-17 49-2896-1,-10 54-2065 1,28 49-736 0,32 24-176-1,3-112-16-15,27 106-560 16,23-46 1088 0,-1-48-1120-1,6-97-408 1,-5-68 2032-1,-9-76-768 1,3-64-152 15,-28 114-88-15,-19 151 400 0,-36 101-296-1,-7 78-272 1,25 59 528-1,42-12-112 1,35-46-400 0,10-72 416-1,-6-53-1432 1,-36 1-18628 0</inkml:trace>
  <inkml:trace contextRef="#ctx0" brushRef="#br0" timeOffset="44014.27">18335 3601 30590 0,'-16'-42'1232'16,"13"29"-20844"0</inkml:trace>
  <inkml:trace contextRef="#ctx0" brushRef="#br1" timeOffset="53386.94">18535 3137 17547 0,'-21'4'5449'15,"-2"-4"-600"1,17-2-3072 0,11-5-1209-1,32 10-120 1,27 4-152-1,-64-7-296-15,99 0 200 16,14-7-184 0,3-8-1448 15,1 15 1632-15,-7 3 440-1,-58 4-696 1,-41-5 304-1,-11-2-248 1,0 0 0 0,-3 3 600-1,-3-3-520 1,0-3 192 0,3-4 136-1,-6 0-328 1,3 5-48-1,-6-22 64 1,-10-23-384 0,-15-20 976-1,7 2-1120 17,-10 0-80-17,21 45 768 1,17 15-1336-1,19 59-4553 1,5-15-11059 0</inkml:trace>
  <inkml:trace contextRef="#ctx0" brushRef="#br1" timeOffset="53619.09">19214 3193 19820 0,'0'-2'4665'0,"4"-13"-1000"16,5 8-2417-1,-6 29-160 17,-78 83-1200-17,-127 99-7410 1,202-204 7522-16,-53 50-13595 0</inkml:trace>
  <inkml:trace contextRef="#ctx0" brushRef="#br1" timeOffset="55785.99">19798 3020 16539 0,'0'0'0'0,"-3"-51"5513"31,3 6-1280-16,7 31-3289 1,6 37 113 0,1 53-729-1,-14-76-328 1,0 114-641-16,-12 2 922 16,2-81-41-1,8-38 1168 1,3-81-2048-1,55-62 456 1,17 17 640 0,-30 81-256-1,-20 70 56 17,-13 75-88-17,-10 15-640 1,0-6 552-1,-3-66 40 1,3-47 96 0,15-95 40-1,36-30-288 1,6 26 440 0,-20 89-424-1,-19 70 32 1,-10 44-16-1,-8 24 88 1,2-39-5305 0,2-55-11763-1</inkml:trace>
  <inkml:trace contextRef="#ctx0" brushRef="#br1" timeOffset="56074.11">20329 2995 19716 0,'7'-31'4137'0,"20"10"-1809"16,22 33-1824-1,-5 47-8 1,-30 17-288 0,-47-5 112-1,33-71-320-15,-71 47 1177 16,-18-47 223-1,42-44-736 1,41-50-632 0,84 1-1416-1,18 57-21165 1</inkml:trace>
  <inkml:trace contextRef="#ctx0" brushRef="#br1" timeOffset="56308">20596 2900 23509 0,'0'0'0'0,"-41"-2"3640"16,44-5-1631-1,77 7-1697 1,63-5-400-1,-13-6-728 1,-66 2-5322 0,-64 9 6138-16,19-2-16051 15</inkml:trace>
  <inkml:trace contextRef="#ctx0" brushRef="#br1" timeOffset="56464.33">20823 2618 17667 0,'-13'-16'6090'15,"-9"-6"-2754"1,11 77-1527 0,11 66-1281-1,10 16-560 1,1 37-512 0,-11-174 544-1,13 160-7098-15,-1-139-5497 0</inkml:trace>
  <inkml:trace contextRef="#ctx0" brushRef="#br1" timeOffset="56746.47">20997 2964 18171 0,'0'0'0'0,"0"-19"6882"16,18 12-5290 0,21 44-936 15,-24 26-320-16,-44 8-88 1,29-71-248 0,-71 45 609-16,5-51 191 15,41-46-1240 1,45-21 1120 0,51 5-2032-1,30 51-21381 1</inkml:trace>
  <inkml:trace contextRef="#ctx0" brushRef="#br1" timeOffset="56988.34">21210 2902 18243 0,'-4'3'4225'0,"-3"14"-1088"16,4 31-1561 0,3 30-784 15,5 22-103-16,-5-29-377 1,0-71-312-16,0 11 1232 16,-9-36-1112-1,5-68 256 1,55-44 272 0,22 28-944-1,-23 80-1360 1,-13 58-17852-1</inkml:trace>
  <inkml:trace contextRef="#ctx0" brushRef="#br1" timeOffset="57448.15">21435 3271 20644 0,'-9'0'3673'0,"5"0"-337"16,34 13-1455-1,125 3-1649 1,70-6-6201 0,-161-6-7810-16</inkml:trace>
  <inkml:trace contextRef="#ctx0" brushRef="#br1" timeOffset="58046.81">22309 2950 15011 0,'-2'-26'4769'0,"-21"-10"128"16,-34 22-1865 0,-22 53-1919-1,12 66 135 1,54 3-976-1,13-108-272 1,38 86-40-16,55-54-136 16,39-55-11715-1,-102 3 417 1</inkml:trace>
  <inkml:trace contextRef="#ctx0" brushRef="#br1" timeOffset="58312.93">22474 3008 20956 0,'-6'-25'3761'16,"6"14"-577"0,40 14-2711-1,4 38-577 1,-20 38 496 0,-67 10-168-1,43-89-224-15,-90 54 544 16,3-42 416-1,35-61-104 1,48-45-608 0,74-4-528-1,6 61-9570 1,-54 37-2889 0</inkml:trace>
  <inkml:trace contextRef="#ctx0" brushRef="#br1" timeOffset="58690.65">22769 2999 18051 0,'0'0'0'0,"-24"-83"9074"16,14 76-7633 0,14 39-1425-1,5 58 16 1,-11 11-152-1,2-101 120 1,-18 63-649-16,6-46 1522 16,5-65-1233-1,51-71 320 1,27 1 920 0,-10 64-744-1,-23 55 416 16,-15 74-504-15,-22 27 256 0,-3-11-440-1,2-57-1128 1,49-51-21805 0</inkml:trace>
  <inkml:trace contextRef="#ctx0" brushRef="#br1" timeOffset="58891.79">23037 2807 23589 0,'-20'0'3592'0,"23"-4"-903"16,107 2-2305 0,62-5-32-1,-31 7-856 1,-49 7-6386 15,-92-7 6890-31,0 0-13362 0</inkml:trace>
  <inkml:trace contextRef="#ctx0" brushRef="#br1" timeOffset="59067.12">23289 2616 18579 0,'-18'0'5874'15,"1"24"-2930"1,12 59-455-1,13 49-1641 1,11 13-648 0,-8 30-1584-1,-11-175 1384 1,-7 100-19188-16</inkml:trace>
  <inkml:trace contextRef="#ctx0" brushRef="#br1" timeOffset="59331.33">23538 2968 20140 0,'0'0'0'16,"-1"-35"5689"-1,1 51-4353 1,0 70-632 0,0 34-656-1,-6-25 40 1,6-95-88-1,-12 8 553-15,-5-68 407 16,16-51-408 0,46-7-336-1,18 43-664 1,-5 64-5937 0,-36 28-9843-1</inkml:trace>
  <inkml:trace contextRef="#ctx0" brushRef="#br1" timeOffset="59595.68">23812 3013 16747 0,'2'-1'2777'16,"24"-28"391"-1,13 6 113 1,1 15-1825 0,-8 52-687-1,-20 33-609 1,-12-77-160-1,-23 64 408-15,-38-32-512 16,-4-35 360 0,35-51-904-1,28-34 1688 1,56-3-1288 0,-3 63-9450-1,-36 25-2249 1</inkml:trace>
  <inkml:trace contextRef="#ctx0" brushRef="#br1" timeOffset="59896.71">24105 2474 24925 0,'0'-5'776'0,"-7"-13"1376"16,7 99-199 0,0 68-1305-1,14 44-600 1,9 1 24 0,-23-194-72-1,16 125-552-15,-14-110-1849 16,11-107-18443 15</inkml:trace>
  <inkml:trace contextRef="#ctx0" brushRef="#br1" timeOffset="60060.84">24316 2422 19332 0,'0'0'0'0,"-6"-5"6737"15,6 24-4568 1,-9 83-97-1,5 47-1712 1,5 46-328 0,-1-195-32-1,7 214-232-15,-7-36-9530 16,5-158-2833 0</inkml:trace>
  <inkml:trace contextRef="#ctx0" brushRef="#br1" timeOffset="60401.51">24432 2894 20964 0,'-20'0'3145'15,"17"11"-129"1,32 14-1903 0,40-10-665-1,17-12-432 1,-39-39-977-1,-47 36 961-15,9-57-168 16,-63 10 865 0,-28 37-369-1,8 63 112 1,23 35 344 0,41 13-296-1,43-7-544 1,28-27-376-1,20-44-2353 17,-20-62-15163-32</inkml:trace>
  <inkml:trace contextRef="#ctx0" brushRef="#br1" timeOffset="60700.63">24765 2827 21964 0,'0'-21'2185'16,"0"9"791"-1,0 25-2584 1,8 71-448 0,-6 56 256-1,-25 34-896 1,23-174 696 0,-17 100-32-16,11-97-256 15,-3-72 856 1,29-47 32-1,42-12-159 17,21 52 55-17,-16 56-136 1,-1 22-1465 0,-15 38-16938-1</inkml:trace>
  <inkml:trace contextRef="#ctx0" brushRef="#br1" timeOffset="60846.21">25241 3407 25373 0,'0'0'496'0,"-5"6"1568"16,-4-13-19675-1</inkml:trace>
  <inkml:trace contextRef="#ctx0" brushRef="#br2" timeOffset="68057.41">18718 3501 26157 0,'0'0'0'0,"-22"-5"3409"16,16 5-2873 0,9 21-3241-1,35-1-17251 1</inkml:trace>
  <inkml:trace contextRef="#ctx0" brushRef="#br2" timeOffset="68187.33">18753 3750 20308 0,'-12'16'1344'0,"-12"30"1753"16,14-24-1665 0,18 2-1824-1,36 0-10474 1,-40-19 1400 0</inkml:trace>
  <inkml:trace contextRef="#ctx0" brushRef="#br2" timeOffset="68353.99">18729 4196 16499 0,'-19'38'4273'16,"12"-27"-1152"-1,1-7-2465 1,10 8-1176 0,12 2-9010-1,-10 0 552-15</inkml:trace>
  <inkml:trace contextRef="#ctx0" brushRef="#br2" timeOffset="68479.53">18701 4439 13162 0,'0'0'0'0,"-20"50"6162"16,12-14-2810-1,9-19-1807 1,13 16-1409 0,4-16-3857-1,-9 12-11378 1</inkml:trace>
  <inkml:trace contextRef="#ctx0" brushRef="#br2" timeOffset="68628.59">18703 4723 6153 0,'-4'34'7401'16,"-15"29"-3288"-1,12-27-2448 1,11-14-1017 0,4 10-512-1,-10 13 32 1,2-45-168-16,-13 53-2097 15,13 0-13378 1</inkml:trace>
  <inkml:trace contextRef="#ctx0" brushRef="#br2" timeOffset="68790.36">18671 5252 17923 0,'-41'52'2801'0,"31"-6"-809"15,10-9-1888 1,10 8-1736 15,7 19-10235-15,-11-49 5490-16</inkml:trace>
  <inkml:trace contextRef="#ctx0" brushRef="#br2" timeOffset="69277.6">18667 5668 11290 0,'0'34'4585'15,"-3"24"968"1,-7-24-856-1,2-10-2712 1,5-7-1753 0,4-2-464-1,-1-15 232 1,10 38-2969-16,-6 26-4929 16,-12 13 4065-1,-11-11 6138 16,4-28 1048-15,17-4-2705 0,11-1 120-1,-7 6-296 1,-6 3-360 0,0-2-1352-1,1 9-6826 1,-3 9 2585-1,-37-7 14787 1,3-23-3929 0,23-14-3721-1,13-1-671 1,2 24-673 0,6-1-552-1,2 10-3241 16,3 23-6825-15,-7-53 3776-16</inkml:trace>
  <inkml:trace contextRef="#ctx0" brushRef="#br2" timeOffset="69388.19">18559 6884 9177 0,'0'38'6234'0,"-2"34"-2161"0,13-21-985 15,-2 11-943 1,-9 5-1201-1,-9-2-1408 1,9-65 464 0,-31 15-14531-16</inkml:trace>
  <inkml:trace contextRef="#ctx0" brushRef="#br0" timeOffset="73074.61">7552 5623 18892 0,'0'0'0'0,"-73"0"4256"16,71-2-2431 0,7 2-1729-1,49 0 720 1,23-3 208-1,-77 3-1024 1,114-14 536-16,53-14-480 16,29 2 80 15,28 12-80-15,42 5-8-1,36 3-24 1,13 3 40-1,28-4 409 1,32-4-89 0,16-16-168-1,21-24 40 1,-34 11-168 0,-52 10 16-1,-92 25 336 1,-106 14-376-1,-92 3-80 1,-33-9-32 0,-26 7-224-1,-53 15-3345 17,2-11-13731-32</inkml:trace>
  <inkml:trace contextRef="#ctx0" brushRef="#br0" timeOffset="73723.52">7826 6209 18219 0,'0'0'0'0,"1"-7"857"15,16 4 183 1,-6 3 1384 0,-9 3-159-1,1-3-897 1,-3 0-1368 0,26 0 1152-16,40-5-416 15,45 0-199 1,85-2-489-1,102-28-48 1,64 16 56 0,44 1 80 15,60-4-88-15,-14 5-64-1,-57 11 120 1,-82 21 232-1,-49-12-432 1,-37-5 368 0,-84-1-152-1,-106 10-192 1,-35-4 56 0,-22-3-2393-1,-23-17-17579 1</inkml:trace>
  <inkml:trace contextRef="#ctx0" brushRef="#br0" timeOffset="74176.63">11548 5052 22540 0,'-13'-2'832'0,"-2"-6"1057"16,15 10 135-1,30 25-423 1,43 28-1209 0,42 26-120-1,-115-81-272 1,136 78 200-16,-2-10-144 15,-31 1-528 1,-37-9 1264 0,-29-17-848-1,-23-22 96 17,-12-21-112-17,-2 0 72 1,-26 44 1256-1,-41 69-1184 1,-58 57-256 0,-70 63-96-1,-51 38-20604 1</inkml:trace>
  <inkml:trace contextRef="#ctx0" brushRef="#br0" timeOffset="75291.5">9245 6646 15291 0,'-5'-18'2208'16,"0"-29"2689"0,-2 37-976-1,7 6-2425 1,0 72-167 0,-3 87-345-1,3-155-984-15,-23 206 560 16,10 30-872-1,-1-61 872 1,14-124-1104 0,43-128-19548-1</inkml:trace>
  <inkml:trace contextRef="#ctx0" brushRef="#br0" timeOffset="75723.67">9271 6693 20996 0,'0'0'0'0,"-5"-60"4377"16,16 8-1897-1,54 28-2095 1,-5 59-265 0,-18 65 80-1,-42-100-200 1,-18 133 56-16,-64-16-8 15,-11-41-8 1,37-64 384 0,43-45-16-1,82-44-424 1,31 48-48 15,-14 72 40-15,0 80-8-1,-49 24 120 1,-74-8-8 0,-73-39 408-1,-13-75-752 1,39-52 1080 0,67-74-2112-1,73-21-21069 1</inkml:trace>
  <inkml:trace contextRef="#ctx0" brushRef="#br0" timeOffset="75989.6">9674 6488 20900 0,'0'0'0'0,"4"-61"4961"15,2 49-2240 1,16 72-1601 0,-5 90-152-1,-15 71-688 1,-2-221-280 0,-3 247-128-16,1-55 40 15,-3-106-1368 1,34-90-19261-1</inkml:trace>
  <inkml:trace contextRef="#ctx0" brushRef="#br0" timeOffset="76385.97">9915 6956 18459 0,'0'-27'2561'15,"-3"-11"3424"-15,3 38-4408 31,2 87-913-15,-1 36-376 0,6-36-440-1,-7-87 152-15,31 75 240 16,11-70-224 0,21-88-152-1,12-45 472 1,-24 7-352-1,-29 71-272 1,-22 52 440 0,-23 86 264-1,14-5-408 1,29-15-48 0,22-42-2057 15,21-57-16571-16</inkml:trace>
  <inkml:trace contextRef="#ctx0" brushRef="#br0" timeOffset="76697.95">10370 6991 18603 0,'-18'8'2849'16,"6"10"1048"0,29 3-2153-1,41-14-1200 1,36-38-120-1,-11-24-440 1,-83 55 16 0,39-75-40-16,-52 26-48 15,-58 47 192 1,-27 98-104 0,32 21 593 15,59 4-201-16,60-31 304 1,46-50-816 0,11-58-3145-1,-56-73-14219 1</inkml:trace>
  <inkml:trace contextRef="#ctx0" brushRef="#br0" timeOffset="76917.22">10741 6991 15403 0,'-23'-39'6017'16,"3"18"-1240"-1,19 25-3721 1,34 64-248 0,5 26-735-1,-17 5 199 1,-21-99-272 0,6 29 256-16,-6-44 512 15,-4-75-784 16,29-27 304-15,23 15-536 0,18 52-3545-1,-29 47-13123-15</inkml:trace>
  <inkml:trace contextRef="#ctx0" brushRef="#br0" timeOffset="77182.91">11073 6975 19212 0,'6'0'1224'0,"28"-4"2577"16,21 8-2097 0,-1 42-272-1,-24 23-904 1,-44-6-247 0,14-63-281-1,-69 46 16-15,-26-39 984 31,21-61-464-15,49-38-128 0,53-9-680-1,46 37-4249 1,-32 53-12827-16</inkml:trace>
  <inkml:trace contextRef="#ctx0" brushRef="#br0" timeOffset="77385.78">11351 6720 20316 0,'-16'-9'5385'15,"5"-10"-912"1,11 16-4393 0,10 38-664-1,7-2-17732 1</inkml:trace>
  <inkml:trace contextRef="#ctx0" brushRef="#br0" timeOffset="77532.59">11389 6940 18748 0,'0'0'0'0,"0"6"3344"15,-4 22 1425 1,4 36-3224-1,5 27-1217 1,22-7-2505 0,-7-56-14890-1</inkml:trace>
  <inkml:trace contextRef="#ctx0" brushRef="#br0" timeOffset="78012.08">11786 6970 17523 0,'0'-46'4065'16,"-3"-1"560"0,-32 22-2712-1,-9 29-1257 1,-11 65-688-1,20 24 168 1,35-93-136-16,-10 100 56 16,45-30-56-1,33-44-40 1,-2-57 112 0,-19-71 168-1,-7-64-272 16,2-64 80-15,1-24 208 0,-32 144 24-1,-46 138 560 1,-36 130-32 0,20 87 128-1,60 7-792 1,95-77-672-1,59-130-7777 1,-120-42-5826-16</inkml:trace>
  <inkml:trace contextRef="#ctx0" brushRef="#br0" timeOffset="78530.17">12204 7254 20996 0,'-11'0'1272'0,"-4"3"1905"15,35 1-472 1,84-8-1273-1,80-42-1392 1,1 10-2833 0,-110 26-15131-1</inkml:trace>
  <inkml:trace contextRef="#ctx0" brushRef="#br0" timeOffset="78797.5">12548 6509 24605 0,'0'0'0'0,"-51"16"2856"15,57-1-1119 1,116 6-825-1,95-40-720 1,-12-9-336 0,-205 28 144-1,123-12-3713-15,-104 9-12954 16</inkml:trace>
  <inkml:trace contextRef="#ctx0" brushRef="#br0" timeOffset="78967.25">12892 6538 19228 0,'-42'5'3712'16,"23"25"545"0,3 88-1704-1,10 37-1793 1,12 55-928 0,32-20-1488-1,-38-190 1656-15,45 58-19645 16</inkml:trace>
  <inkml:trace contextRef="#ctx0" brushRef="#br0" timeOffset="79490.39">13187 6874 20436 0,'-20'-10'3113'16,"-3"10"-593"-1,1 96-1784 1,14 18-288 15,31-32-664-15,16-53 256-1,-39-29-40-15,25-21 48 16,10-46 64 0,-19-16-96-1,-9 30-56 1,-7 51 56-1,-13 52-32 1,7 27 280 0,33-32-152-1,22-40-112 1,1-31 32 0,-5-45-120-1,-17 2 120 1,-15 21 80-1,-13 39 152 17,-10 56 25-17,6 36 7 1,44-16 16 0,13-41-432-1,23-44-5866 1,-52 6-6992-16</inkml:trace>
  <inkml:trace contextRef="#ctx0" brushRef="#br0" timeOffset="79778.97">13764 6891 17771 0,'-7'-26'2137'0,"-25"-25"3504"16,-14 33-2624-1,-19 61-2353 1,20 28-664-1,41-25-136 17,4-46 136-32,52 48 152 15,14-9-224 1,-11 32-144 0,-39-36 352-1,-69-16 104 1,-43-12-256-1,0-28-24 1,68-31-5377 0,48 11-12115-1</inkml:trace>
  <inkml:trace contextRef="#ctx0" brushRef="#br0" timeOffset="79995.55">13884 6483 21908 0,'0'-8'4481'16,"0"8"-864"-1,0 88-2569 1,0 67-432 0,2 28-712-1,1 16-688 1,-3-199 784-16,27 75-8058 15,3-76-8873-15</inkml:trace>
  <inkml:trace contextRef="#ctx0" brushRef="#br0" timeOffset="80228.52">14109 6833 14387 0,'-23'-31'7473'16,"-23"54"-5280"-1,-22 43-1905 1,34-32-336-1,34-28 0 1,35 19 352 15,-35-25-304-31,73 47 1792 16,40 6-896 0,29-5-2344-1,-118-64-12203-15</inkml:trace>
  <inkml:trace contextRef="#ctx0" brushRef="#br0" timeOffset="80870.34">14314 5352 14931 0,'-16'0'1304'0,"-31"2"4097"0,28-7-1136 16,27 8-2825-1,85 11 281 1,115-33-913 0,-208 19-808-1,250-35 256-15,-36 18-928 16,-112 11-19685-1</inkml:trace>
  <inkml:trace contextRef="#ctx0" brushRef="#br0" timeOffset="81089.38">14766 4955 22396 0,'-4'0'1345'0,"-12"-2"2887"15,16 48-2703 1,10 93-873 0,-5 85-504-1,0 21-1424 1,-5-245 1272 0,14 127-18892-16</inkml:trace>
  <inkml:trace contextRef="#ctx0" brushRef="#br0" timeOffset="81449.92">15253 5212 21060 0,'-9'-28'2753'16,"-25"28"-281"-1,-29 90-2384 1,1 33 144-1,39-15-296 1,43-70-88 0,-20-38 152-16,60-22 24 15,19-71-80 1,-27-10 144 0,-36 70-392-1,-15 64 336 1,-1 57 296-1,24-13 32 1,31-40-328 15,9-46-4473-15,-34-26-12266-16</inkml:trace>
  <inkml:trace contextRef="#ctx0" brushRef="#br0" timeOffset="81683">15509 5207 17843 0,'0'-19'3217'15,"-4"9"552"1,11 55-2865 0,6 46-552-1,5 6-224 1,-6-56 72 0,-12-41-200-1,4 0 888-15,7-77-552 16,31-20-208-1,3 31-256 1,6 54-10042 15,-38 15-512-31</inkml:trace>
  <inkml:trace contextRef="#ctx0" brushRef="#br0" timeOffset="82148.22">15987 5215 17243 0,'-3'-5'1216'0,"-44"-17"3890"16,-20 49-3298-1,22 55-720 1,42 19-600 0,28-8-416-1,-25-93-72 1,47 24 120-16,-7-67-152 15,-1-63 104 1,-12-11-176 15,-8 75 192-15,-15 59 176 0,-4 91 713-1,-9 60-17 1,6 17-896-1,-31-48-128 1,-28-91-24 0,-6-87 56-1,23-58 0 1,45-15 152 0,13 55-8-1,42 45-56 1,31 11-56-1,21 0-936 1,-23-8-17460 0</inkml:trace>
  <inkml:trace contextRef="#ctx0" brushRef="#br0" timeOffset="82480.72">16212 5237 20556 0,'0'0'0'0,"-43"-1"4137"16,47 24-2001 0,66-15-1344-1,39-30-664 1,-29-24 8 0,-80 46-136-1,16-42 104-15,-61 11 33 16,-32 25-226-1,4 67 306 1,28 24 1183 0,39-12-952-1,59-30-240 17,35-39-360-17,32-38-2969 1,-73 5-14154-16</inkml:trace>
  <inkml:trace contextRef="#ctx0" brushRef="#br0" timeOffset="82656.14">16462 5176 20420 0,'-10'0'2776'16,"5"0"945"0,84-9-2072-1,61-29-1417 1,-22 23-352-1,-69 14-7962 1,-46 1-3937 0</inkml:trace>
  <inkml:trace contextRef="#ctx0" brushRef="#br0" timeOffset="82826.98">16687 4900 23156 0,'0'0'0'0,"-23"44"3601"15,-4 51-416 1,24 30-2873 0,26 28-392-1,11-9-18236 1</inkml:trace>
  <inkml:trace contextRef="#ctx0" brushRef="#br0" timeOffset="83013.42">16700 5441 23677 0,'-3'-5'3216'15,"24"-4"-1879"17,77 6-985-17,48 1-408 1,-12 0-8626-1,-105-2-3193-15</inkml:trace>
  <inkml:trace contextRef="#ctx0" brushRef="#br0" timeOffset="83328.55">17249 5173 19260 0,'-15'-44'2832'16,"-20"-11"2753"-1,0 42-3928 1,-1 42-1545-1,8 30-112 1,31-17-48 0,-3-42 48-1,52 44-32-15,7 24 96 32,-29 21-472-17,-47-4 920 1,-63-39-480-1,-29-37 24 1,24-48-160 0,65-18 272-1,57-26-5161 1,-10 65-8778-16</inkml:trace>
  <inkml:trace contextRef="#ctx0" brushRef="#br0" timeOffset="83750.53">17392 5061 21940 0,'0'0'0'0,"0"21"5697"15,0-3-3584 1,0 84-1793 15,-3 63 400-15,-14 39-624-1,17-204-96 1,-22 185-32-16,19-136 80 16,0-76 32-1,12-109-80 1,44-65 32 0,24-4-208-1,-28 142 128 1,-38 72-72-1,1 54 56 1,-19 21 312 0,-28-35-168-1,-16-33 24 1,15-31-272 15,27-53-4201-15,41 17-14131-16</inkml:trace>
  <inkml:trace contextRef="#ctx0" brushRef="#br0" timeOffset="84078.93">17678 5143 18932 0,'0'0'0'0,"-10"21"4657"16,10-3-1241-1,28-2-2271 1,35-14-729-1,-4-28-128 1,-59 26-288 0,25-39-136-16,-40 3-681 15,-43 24 129 17,-8 29 704-17,23 47 344 1,21 3 393-1,34-11-209 1,41-12-424 0,11-29-80-1,-2-16-9754 1,-51-5-2049-16</inkml:trace>
  <inkml:trace contextRef="#ctx0" brushRef="#br0" timeOffset="84379.32">17867 5198 19204 0,'0'-7'1560'0,"-3"-27"1825"16,26 38-689-1,44-4-1800 1,6-16-696 15,-40-3 25-15,-33 19-225-16,6-18 208 15,-36-8-264 1,-28 10-128 0,-3 45 368-1,-8 43 384 1,32 9 336 0,39-17-640-1,37-35-248 1,49-23-1800-1,6-39-17981 1</inkml:trace>
  <inkml:trace contextRef="#ctx0" brushRef="#br0" timeOffset="84832.27">18346 5082 19068 0,'0'-29'2016'15,"-12"-21"3017"1,-30 41-2848-1,-12 45-1961 1,-5 48-64 0,40 12 96-1,19-96-256-15,16 82 352 16,34-45-176 0,25-48 128-1,-8-70-608 1,-21-49 336-1,-12-56 32 1,-7-35-8 0,0 23 96-1,-28 136 312 17,-22 84 152-17,-30 105-224 1,-10 76 568-1,16 8-432 1,44-21-864 0,49-80 705-1,7-81-369 1,-7-33-561 0,-24-27-19443-1</inkml:trace>
  <inkml:trace contextRef="#ctx0" brushRef="#br0" timeOffset="88357.32">15286 6881 13202 0,'-7'-28'4417'15,"-4"-18"240"1,13 5-1528 15,7 20-737-15,1 28-1351-1,10 93 391 1,-20-100-1432-16,19 147 384 16,25-17-320-1,-16-70 320 1,-19-57-368-1,4-82 64 1,21-49 120 0,-7 18-200-1,2 67-16 1,-12 57 48 0,10 62-112-1,2 30 112 1,-1-48-16 15,-16-47 80-15,-5-29 920-1,30-119-743 1,19 13-273 0,4 44-1881-1,-17 71-18739 1</inkml:trace>
  <inkml:trace contextRef="#ctx0" brushRef="#br0" timeOffset="88687.28">15951 6886 22388 0,'0'0'0'0,"-25"0"5273"0,17 20-3928 16,14 52-897 15,14 22-296-15,-11-17-152-1,-9-77 0 1,0 10 336-16,-10-33 144 16,3-64-328-1,34-23-136 1,10 39 152-1,13 49-40 1,-3 28-144 0,-17 17-728-1,-17 9-13683 1,-13-32 4385 0</inkml:trace>
  <inkml:trace contextRef="#ctx0" brushRef="#br0" timeOffset="88856.23">16238 6571 22228 0,'-29'-24'4185'16,"15"11"-2192"0,14 32-3002-1,10 27-18291 1</inkml:trace>
  <inkml:trace contextRef="#ctx0" brushRef="#br0" timeOffset="89027.99">16282 6841 12474 0,'-16'7'9834'0,"-8"43"-3840"16,8 17-3922-1,25 14-1840 1,25 12-80-1,-4-57-3169 17,-30-36 3017-32,27-17-18900 0</inkml:trace>
  <inkml:trace contextRef="#ctx0" brushRef="#br0" timeOffset="89213.79">16427 6865 22308 0,'0'0'3121'15,"0"0"-3121"1,57-1 4609 0,40-22-4545-1,6 3-24 1,-47 17-3865 0,-56 3 3825-16,3 8-20708 15</inkml:trace>
  <inkml:trace contextRef="#ctx0" brushRef="#br0" timeOffset="89394.89">16544 6683 20468 0,'0'0'3113'16,"3"38"1488"0,9 27-2809-1,4 24-1192 1,0 27-568-1,1-17-2184 1,-17-99 2152-16,28 21-21245 16</inkml:trace>
  <inkml:trace contextRef="#ctx0" brushRef="#br0" timeOffset="89810.22">16856 6859 20044 0,'-12'-2'5361'0,"12"1"-2184"32,42 7-2025-17,34 6-384 1,5-12-480 0,4-28-144-1,-85 28-144-15,50-61 80 16,-38-9-8-1,-48 15-72 1,-36 34 176 0,-17 75-192-1,32 34-208 1,34 5 496 0,22 1 272-1,41-29-1232 1,36-32 1616-1,36-42-432 17,-3-30-976-17,-42 17-21692 1</inkml:trace>
  <inkml:trace contextRef="#ctx0" brushRef="#br0" timeOffset="90044.7">17594 7038 19660 0,'-3'-3'5145'0,"-6"-4"-976"0,-4 21-2841 15,-25 46-1160 1,9-10-872-1,46-48-9850 17,-1-5-889-32</inkml:trace>
  <inkml:trace contextRef="#ctx0" brushRef="#br0" timeOffset="90126.07">17726 7049 21796 0,'0'0'0'0,"-15"32"4433"16,-5 1-2536-1,14-20-17061 1</inkml:trace>
  <inkml:trace contextRef="#ctx0" brushRef="#br1" timeOffset="96544.54">18842 6497 15811 0,'-22'0'1936'16,"22"3"497"-1,53 3 479 1,80-19-1087-1,56-14-1193 1,2 7-568 0,-191 20-64-16,100-19-4777 15,-95 15-6754 1</inkml:trace>
  <inkml:trace contextRef="#ctx0" brushRef="#br1" timeOffset="96770.85">19189 6178 16955 0,'-34'-3'4089'15,"25"19"-24"1,6 89-1425 0,3 89-1807-1,3 52-801 1,13-53-64-1,-16-193 32-15,23 120-4033 16,13-91-15291 0</inkml:trace>
  <inkml:trace contextRef="#ctx0" brushRef="#br1" timeOffset="97168.92">19589 6593 15843 0,'0'0'0'0,"-35"-23"4705"16,2 24-2513-1,-16 81-1800 1,5 18-39 0,22-1-506-1,22-99 153 1,1 63-24-16,33-47 129 15,15-59 183 1,-10-35-16 0,-12 0-256-1,-17 43-32 1,-10 37-48 0,-7 70 752-1,8-2-32 16,45-23-672-15,11-42-296 0,2-28-15580-1</inkml:trace>
  <inkml:trace contextRef="#ctx0" brushRef="#br1" timeOffset="97436.84">19727 6656 17291 0,'-5'-18'2105'16,"-1"-8"1687"-1,6 60-2935 1,6 67-225 0,1 5-368-1,-3-30-96 1,-4-76-168 0,2 6 368-16,-6-43 688 15,11-65-360 16,44-11-624-15,7 29-120 0,6 73-5673-1,-56-7-12251-15</inkml:trace>
  <inkml:trace contextRef="#ctx0" brushRef="#br1" timeOffset="97938.64">20160 6693 13778 0,'0'0'0'0,"-23"-37"5290"16,-12 6-1106 0,-22 59-3255-1,12 52-209 1,23 23-192 0,22-103-528-1,9 86 72-15,27-52-128 31,4-65 224-15,14-66-136 0,-11-9 8-1,-17 48-56 1,-18 62 64 0,-5 86-24-1,-9 45 704 1,-2 25-624-1,-34 11 96 1,-21-59-8 0,6-99-120-1,10-71 88 1,31-52-72 0,10 51-104-1,6 57 56 16,26 25 40-15,38-7 80 0,43-21-72-1,40-38-328 1,-36-15-17932 0</inkml:trace>
  <inkml:trace contextRef="#ctx0" brushRef="#br1" timeOffset="98276.33">20392 6692 19148 0,'0'0'0'0,"-24"10"2752"0,24-1-279 16,64-2-1585 0,34-16-704-1,-13-29-56 1,-85 38-128-1,30-53 0-15,-46-6 0 32,-55 43 112-17,-26 54-56 1,29 39 576 0,49 19 568-1,38-22-639 1,58-37-561-1,31-34-97 1,11-42-11081 0,-92 17 784-16</inkml:trace>
  <inkml:trace contextRef="#ctx0" brushRef="#br1" timeOffset="98470.81">20681 6589 19868 0,'-6'0'1128'0,"-10"0"1945"31,48 0-1961-15,74-11-976-1,10 9 416 1,-35 4-4553 0,-96-30-13907-16</inkml:trace>
  <inkml:trace contextRef="#ctx0" brushRef="#br1" timeOffset="98624.07">20864 6296 18195 0,'-19'-18'3601'15,"9"48"464"1,-2 65-2553 0,17 45-1400-1,35 44 96 1,-24-23-12402 15,-16-161 12194-31,5 32-10154 0</inkml:trace>
  <inkml:trace contextRef="#ctx0" brushRef="#br1" timeOffset="98808.69">21057 6875 24221 0,'-6'-5'416'16,"27"-8"352"0,89 8-528-1,53-6-5921 1,-127 11-5810-16</inkml:trace>
  <inkml:trace contextRef="#ctx0" brushRef="#br1" timeOffset="99189.43">21707 6617 19348 0,'-20'-40'2432'16,"-16"-44"1889"0,-5 70-3065-1,-19 63-1224 1,21 12-32-1,32-7-16 1,7-54 16-16,27 42-72 16,30 5 72-1,5 28-48 1,-31 11 120 0,-42-12-200-1,-54-17 184 1,-37-46 104 15,6-46-8-15,73-38-232-1,81-25-8665 1,-33 81-2514-16</inkml:trace>
  <inkml:trace contextRef="#ctx0" brushRef="#br1" timeOffset="99642.93">21872 6644 18355 0,'-24'-22'5058'15,"9"18"-1754"1,6 92-2360 0,15 52-271-1,27 65-545 1,-14 30-64 15,-19-235-64-31,1 143 88 16,-22-140 136-1,-14-99-88 1,37-73-256 0,75-56 304-1,29 40-184 1,-37 128-240-1,-33 82 160 1,-31 78 40 0,-55 16 232-1,-21-33-296 1,-15-76 136 0,17-53 176-1,66-61-416 1,88-39-8154-1,-57 111-3673 1</inkml:trace>
  <inkml:trace contextRef="#ctx0" brushRef="#br1" timeOffset="99986.26">22247 6633 19484 0,'-7'25'712'0,"4"-3"2280"15,26-5-551 1,51-8-1601 0,8-22-488-1,-15-45-240 1,-67 58-112-16,3-47 56 16,-46-7-24-1,-36 45 8 1,-8 73 128-1,21 49 1321 17,68-58-1201-17,45-2-112 1,53-28-312 0,-20-29-2985-1,-25-25-13090-15</inkml:trace>
  <inkml:trace contextRef="#ctx0" brushRef="#br1" timeOffset="100438.52">22592 6654 16587 0,'-6'-1'2129'0,"-22"-27"2247"16,22 24-1023 0,22 14-3225-1,35 12 304 1,22-17 392-1,-73-5-824 1,99-30 305 0,-19-17-185-1,-54 25 376 1,-22 1-16 0,-13 0-312-1,-9-3-232 1,-17 7 128-1,-33 27-368 1,-22 61 424 0,17 35 152-1,41-20-56 1,33-39 24 0,38-14-248-1,17-21 32 1,3-18-992-1,-9-23 1376 17,-13-3-5209-17,-20 15-12227-15</inkml:trace>
  <inkml:trace contextRef="#ctx0" brushRef="#br1" timeOffset="100984.8">23230 6729 15347 0,'0'0'0'0,"0"-29"6305"0,2-28-1760 16,-29-1-2592-1,-15 2-313 1,-20 38-680 15,-2 63-696-15,64-45-264-16,-60 100 136 16,38 2-72-1,29-8-48 1,33-46-16-1,23-62-64 1,12-66 280 0,-12-56-168-1,-12-88-32 1,15-31-168 0,-37 81 192-1,-30 122 56 1,-24 75 80-1,-57 112-48 17,10 76-288-17,42 26 1112 1,31-36-711 0,63-95-241-1,-8-71-1457 1,-51-35-24692-1</inkml:trace>
  <inkml:trace contextRef="#ctx0" brushRef="#br1" timeOffset="102233.52">20478 4859 18956 0,'-16'-50'2360'15,"7"-71"2793"1,9 76-2304 0,13 36-2361-1,21 92-272 1,-16 82 16 0,-18-165-232-1,4 170 16-15,-27-70 136 16,9-88 1064-1,-7-76-440 1,40-109-760 0,48-11 16 15,9 43 0-15,-8 103-80-1,13 58-2272 1,-12 28-17588-1</inkml:trace>
  <inkml:trace contextRef="#ctx0" brushRef="#br1" timeOffset="102617.89">21023 4672 20932 0,'-33'0'2593'0,"1"0"1976"16,32 7-4033-1,71 19-448 1,35-24 96 0,-8-49 8-1,-98 47-192 1,45-69 240 0,-70 12-72-1,-60 20-72 1,-23 54 40-1,2 76 320 1,32 68-8 0,62-26-248-1,50-29-248 1,39-45-8 0,27-41-2336-1,10-57-17885 1</inkml:trace>
  <inkml:trace contextRef="#ctx0" brushRef="#br1" timeOffset="103394.79">21392 4754 16155 0,'0'0'0'0,"-26"-78"6257"15,2 45-2200 17,-10 43-2392-17,-21 94-1361 1,35 3-144-1,20-107-160 1,7 86 0-16,35-40 80 16,-6-46 24-1,23-66 120 1,-15-33-224 0,-25 31 168-1,-18 58-96 1,-4 42-176-1,-5 45 160 1,36-7-208 0,45-38-216-1,30-43-3745 17,3-50-648-17,-55-19 5001 1,-35-8 1952-1,-14-12 1257 1,-12 45-1097 0,-16 32-919-1,-14 63-1417 1,0 74 16 0,30 21 0-1,30-39-64 1,24-43 64-1,2-58 192 1,-6-77 8 0,6-81-64-1,4-107-136 17,0-17-368-17,-34 132 624 1,-29 129 752-1,-19 72-808 1,-19 131-872 0,30 98 872-1,18 56 648 1,59-84-848 0,31-140 448-1,-41-87-368 1,-32-26 129-1,-16-30-1906 1,-32-13-15915 0</inkml:trace>
  <inkml:trace contextRef="#ctx0" brushRef="#br1" timeOffset="104327.5">23909 6528 3824 0,'0'-6'2281'0,"0"-14"-6378"15</inkml:trace>
  <inkml:trace contextRef="#ctx0" brushRef="#br1" timeOffset="104584.04">23889 6409 10858 0,'-17'-5'3217'0,"17"5"-3217"15,-35-16 3904-15,15 5-15 16,3 8-1424 15,6 1-369-15,29 10-1504-1,-18-8-592-15,110 19 1217 16,112-23-737 0,-4-16-344-1,-74 13-312 1,-102 27-497 0,-84 13-19179-1</inkml:trace>
  <inkml:trace contextRef="#ctx0" brushRef="#br1" timeOffset="104766.84">23936 6593 11202 0,'-15'-14'8954'0,"-6"-15"-6946"16,48 29 1441 15,90 0-1209-15,64-3-1959-1,-27 9-281 1,-154-6 0-16,136 14-17572 16</inkml:trace>
  <inkml:trace contextRef="#ctx0" brushRef="#br1" timeOffset="105033.33">24616 6089 20548 0,'-26'-8'1248'0,"0"1"2081"16,29 26-2209-1,73 33-432 1,37 21-384 0,-1 20 416 15,-112-93-720-31,54 96 273 15,-94 28 127 1,-116 45-192 0,3-9-21077-1</inkml:trace>
  <inkml:trace contextRef="#ctx0" brushRef="#br1" timeOffset="106445.9">25417 5293 16851 0,'0'-67'3641'15,"14"12"392"1,-12 48-2913 0,-34 127-648-1,-45 78-232 1,6 15-280 0,71-213 40-16,-47 146-72 15,42-126-2256 1,46-106-3058-1,-3-90 3698 1,-5-3 2888 0,-8 73 2113-1,-16 95-1457 1,12 72-15 0,-9 86-665-1,13 27-888 16,12-59-232-15,-10-79 56 0,-3-73 600-1,30-122-456 1,35-103-744 0,12 38 360-1,-50 147 464 1,-34 93-480-1,-13 114 520 1,-6 26-272 0,15 4 265-1,15 8-706 1,-6-89-5464 0,12-90-5377 15,-20-43 11474-16,-14-28 6441 1,1 14-2752 0,23 40-2529-1,23 29-1127 1,-3 66-73 0,-12 22 616-1,-53-17 176 1,-53-34-160-1,-6-40 544 1,35-59-1191 0,41-51-121-1,76 16-2937 1,24 74-16939 0</inkml:trace>
  <inkml:trace contextRef="#ctx0" brushRef="#br1" timeOffset="106647.45">26173 5491 19492 0,'0'0'0'0,"-16"0"4073"16,16 0-4073 0,73-5 3168-1,71-14-2912 1,0 2-704-1,-144 17 448 1,69-15-18412-16</inkml:trace>
  <inkml:trace contextRef="#ctx0" brushRef="#br1" timeOffset="106810.93">26425 5184 18788 0,'-12'-2'2240'0,"-12"22"-552"31,3 53 1081-15,25 52-1985 0,28 32-592-1,-8 29-1096 1,-24-186 904 0,22 93-17180-16</inkml:trace>
  <inkml:trace contextRef="#ctx0" brushRef="#br1" timeOffset="107073.69">26632 5529 17867 0,'2'-22'784'0,"23"-43"2265"15,14 62-2113 1,13 52-776 0,-34 24 280-1,-56 8 137 16,38-81-577-31,-81 49 1056 16,3-45 328 0,42-43-792-1,40-35-616 1,73-14-2648 0,-26 71-12540-16</inkml:trace>
  <inkml:trace contextRef="#ctx0" brushRef="#br1" timeOffset="107374.68">26927 5397 18603 0,'0'-8'2313'0,"-2"1"1712"16,2 39-3041 0,25 78-640-1,-2 34-72 1,-4-31-280 15,-19-113 8-31,4 35 224 16,-7-55 624-1,-6-69-408 1,47-63-143 0,38 17-265-1,0 74-152 1,-4 54-3457-1,-26 27-12947 1</inkml:trace>
  <inkml:trace contextRef="#ctx0" brushRef="#br1" timeOffset="107531.06">27570 5808 22028 0,'-3'0'1048'0,"-19"-9"1617"31,13-1-1729-15,-6-18-15275-1</inkml:trace>
  <inkml:trace contextRef="#ctx0" brushRef="#br1" timeOffset="-167213.72">28298 1507 11898 0,'16'-6'5105'0,"18"0"-920"16,-29 44-2105 0,-64 84-263 15,-25 98-1345-16,10 19-544 1,74-239 72-16,-42 156-1152 16,37-125-19389-1</inkml:trace>
  <inkml:trace contextRef="#ctx0" brushRef="#br1" timeOffset="-166803.12">28294 1655 16315 0,'-8'0'4625'15,"-2"29"-1264"1,4 64-1737 0,9 40-1776-1,26 1 120 1,-4-37 160 15,-25-97-128-31,17 25 232 16,9-69-320-1,24-86-240 1,12-58-1520 0,-1 25 1728-1,-27 74 704 1,-14 61-528 0,-4 60 616-1,-9 92-40 1,-2 36-176-1,11-20-320 1,6-44-160 0,-4-44 168-1,-4 0-2312 1,6-31-16068 0</inkml:trace>
  <inkml:trace contextRef="#ctx0" brushRef="#br1" timeOffset="-166374.61">28909 1975 20132 0,'0'0'0'0,"1"-34"4505"0,9 10-2913 16,-9 53-1336-1,3 52-672 1,15 11 416 0,-19-92 0-1,24 64 144-15,-2-53 56 16,12-53 296 0,16-51-600 15,-23 7 48-16,-13 54 40 1,-13 33 16 0,-11 62 304-1,8 26-432 1,14-26 64 0,38-40-224-1,29-40-56 1,24-37-4697-1,-51 19-9586 1</inkml:trace>
  <inkml:trace contextRef="#ctx0" brushRef="#br1" timeOffset="-166175.41">29342 1867 19868 0,'-3'0'1176'0,"-7"-5"1465"15,12-2-593 16,58 1-3712-15,45-1 1408 0,0 6 584-1,-105 1-328-15,77-7-6418 16,-64 4-4296-16</inkml:trace>
  <inkml:trace contextRef="#ctx0" brushRef="#br1" timeOffset="-165987.61">29561 1600 18972 0,'-6'0'1368'16,"-8"1"984"0,11 43-599-1,11 53-1441 1,14 95-96 0,-5-49-984 15,-17-143 768-31,33 81-8778 15,-21-77-976-15</inkml:trace>
  <inkml:trace contextRef="#ctx0" brushRef="#br1" timeOffset="-165644.53">29806 1859 16155 0,'-4'-2'5705'0,"-5"-5"-4040"15,7 9-473 1,29 23-816-1,33-10 8 1,27-16-248 0,-87 1-136-1,80-32 216-15,-34-20-232 16,-43 5-8 0,-49 25-24-1,-19 40-32 16,0 42 408-15,26 30 216 0,32-5-1248-1,38-8 1288 1,37-26-1280 0,30-44-16852-1</inkml:trace>
  <inkml:trace contextRef="#ctx0" brushRef="#br1" timeOffset="-165467.89">30511 1776 20252 0,'-8'2'704'0,"-4"22"1809"16,-37 12-1377 0,-35 34 384-1,-7 24-1160 16,18 6-776-15,73-100 416-16,-44 68-2568 16,39-61-13716-16</inkml:trace>
  <inkml:trace contextRef="#ctx0" brushRef="#br1" timeOffset="-165316.39">30234 1759 20372 0,'-4'-13'3329'16,"0"4"-585"-1,14 57-2584 1,44 62 312 0,33 55-2464-1,-11-12-13860 1</inkml:trace>
  <inkml:trace contextRef="#ctx0" brushRef="#br1" timeOffset="-164703.12">28439 2948 17675 0,'0'0'0'0,"-76"-62"6474"16,-24 59-5218-1,-22 68-336 1,58-5-600-1,51-20-552 1,13-40 232 0,60 68 72-16,39 19-472 15,-7 30 16 1,-65 3 1024 0,-73-17-296-1,-63-46 912 1,-8-46-687 15,11-56-1226-15,86-69-751-1,101-11-17156 1</inkml:trace>
  <inkml:trace contextRef="#ctx0" brushRef="#br1" timeOffset="-164319.95">28390 3262 20572 0,'-17'0'2088'0,"-2"2"417"15,68 34-2969 1,62-13-192 0,-13-21 1264-1,-30-40-360 1,-68 38-248-1,18-53 632 1,-41-9-944 0,-44 44 512-1,-26 51-664 1,16 52 936 0,56 31 1048-1,27-3-1080 1,56-23-1272-1,9-40 688 1,40-51 16 0,19-89-4401-1,-56-1-11946 1</inkml:trace>
  <inkml:trace contextRef="#ctx0" brushRef="#br1" timeOffset="-163059.77">28922 3303 10882 0,'-29'-32'10018'0,"-3"16"-5833"16,17 33-3537 15,-6 57-496-15,10 61 680-1,0 18-240 1,11-153-592-16,0 57-112 16,0-56 312-1,13-85-120 1,41-51-216-1,15 23-64 1,-41 83-672 0,-13 59 1800-1,-8 70-944 1,-7-5 16 0,-7-46 264-1,7-44 56 16,0-32-496-15,18-56 248 0,25-5-8-1,-17 53-376 1,-10 34 464 0,5 48-216-1,-5 16 40 1,-8 5-152-1,21-23-584 1,50-47-2585 0,29-46-2072-1,-33-27 4697 1,-47-7 3209 0,-19 2-545-1,-13 22-264 1,-31 34-367 15,-49 73-81-15,4 56 0-1,63 8-1016 1,36-42-184 0,25-56-208-1,28-67 0 1,-5-54-1064-1,-39 35 592 1,-30 52 464 0,-20 33 664-1,-3 57 56 1,30 9-384 0,55-26-664-1,30-48 136 1,29-30 640-1,-34-26-3577 17,-50-24-1504-17,-30-9 4777 1,-32 19 4593 0,4 39-1600-1,17 14-2257 1,-3 53-48-1,-6 97-976 1,11 101 832 0,-17 54-376-1,-1-130-184 1,15-136 96 0,-3-89-72-1,16-110 24 1,54-78 656-1,21 28-784 17,0 123 400-17,-38 80-320 1,-12 63 216 0,-22 64-208-1,-71-2 120 1,-25-50 152-1,31-55-224 1,30-66-192 0,58-54-792-1,42 2-4129 1,-28 75-9282 0</inkml:trace>
  <inkml:trace contextRef="#ctx0" brushRef="#br1" timeOffset="-162655.98">30120 2955 19460 0,'-15'-18'2032'0,"11"-42"2937"31,11 36-4929-15,0 27 1096 0,7 71-928-1,-15 124-272 1,1-198 64-16,-45 266-368 15,39-96 488 1,4-104-64 0,2-69-96-1,4-79-32 1,53-70 80 0,3 43-328-1,-21 80 568 1,-17 31-408-1,6 71-288 17,-16 21-72-17,-19-11 984 1,-16-40-336 0,10-40-2664-1,31-38-14844 1</inkml:trace>
  <inkml:trace contextRef="#ctx0" brushRef="#br1" timeOffset="-162380.96">30447 3317 20156 0,'0'0'0'0,"-24"24"280"16,56-24 880 0,6 25 272-1,-12 48-879 1,-44 2-353-1,18-75-200 1,-61 41 168-16,0-27 224 16,19-57-96 15,37-40-88-15,33 17-792-1,21 45-5242 1,-35 21-5224-16</inkml:trace>
  <inkml:trace contextRef="#ctx0" brushRef="#br1" timeOffset="-162063.85">30693 3325 18772 0,'0'0'0'0,"-14"-56"4208"15,15 45-4016 1,9 8 641-1,8 60-505 1,-15 71 296 15,-3-128-624-31,-26 126 392 16,10-76-368 0,11-53 472-1,-8-58-280 1,17-56-288-1,39 9-256 1,3 52-96 0,14 33 216-1,12 26-5721 1,-54 1-5370-16</inkml:trace>
  <inkml:trace contextRef="#ctx0" brushRef="#br1" timeOffset="-161651.98">31045 3327 20740 0,'0'0'0'0,"-26"-2"2256"16,23 13-807 15,4 22-769-15,28-3-992-1,13-17 720 1,-42-13-408-1,64-19-352-15,-30-37 200 16,-24-19 88 0,-32 8-8-1,-39 56 88 1,-25 71 232 0,20 35 424-1,37 14-48 1,25-14-304-1,50-30-312 1,24-43-104 0,20-24 184 15,15-26-4953-15,-51 28-11474-16</inkml:trace>
  <inkml:trace contextRef="#ctx0" brushRef="#br1" timeOffset="-161528.23">31518 3677 21044 0,'5'0'1328'15,"10"-2"-744"1,2-32-14755 0</inkml:trace>
  <inkml:trace contextRef="#ctx0" brushRef="#br1" timeOffset="-160758.46">31558 2052 19076 0,'0'0'0'0,"27"-14"992"16,41-14-616 0,31 25-72-1,38-12-56 1,-2-1-312 0,-135 16 64-1,101-11 112-15,-39 8-720 16,-23 6 1112-1,-14 52-184 1,-24 63-96 15,-38 95 864-15,2 73-1048 0,26-10-136-1,17-59 152 1,10-70 520-1,-3-88-512 1,-12-44 1081 0,-46-15-841-1,-73-5-192 1,-57 2 240 0,21-3-576-1,74-12-2041 1,73-17-13274-1</inkml:trace>
  <inkml:trace contextRef="#ctx0" brushRef="#br1" timeOffset="-159918.45">32282 2798 18211 0,'2'-18'5354'0,"24"-21"-5531"16,15 15 818-1,3 14-1338 1,-15 7 4442 0,15-1-3769-1,-44 4 24 1,46-2 128-16,-9 2 520 15,-1 0-295 1,-15 7-41 0,-17 22 200-1,-7 35-472 17,-10 11 72-17,-32 125 480 1,-20 170-2305-1,39-134 1770 1,23-23 2103 0,11-64-760-1,11-3-464 1,-2-22-1112 0,-4-42 224-1,-8-39 257 1,-5-36-305-1,-40-20-3673 1,-45-33 3105 0,-6-12-3465-1,10 6 4497 17,9 22-216-17,39 13-160 1,33 12-272-1,35 1 72 1,55 2 5073 0,6-1-5553-1,-26-1 3336 1,7-2-2087 0,-5-1-657-1,-14-2 0 1,-34 9 0-1,-25 24 0 1,-32 31 0 0,-22 17 0-1,-22 58-4209 17,31-63-14339-17</inkml:trace>
  <inkml:trace contextRef="#ctx0" brushRef="#br1" timeOffset="-159327.28">30497 4921 16667 0,'13'-3'1744'0,"4"-1"585"31,-11 71-329-15,-7 104-2424-1,-4 31 1160 1,2-48-512 0,3-154-224-16,2 36-3160 15,15-51-10835 1</inkml:trace>
  <inkml:trace contextRef="#ctx0" brushRef="#br1" timeOffset="-158955.33">30706 4981 19804 0,'0'0'0'0,"3"-42"2512"16,24 45-1399 0,6 52-593-1,-14 61-768 17,-46 43-265-17,27-159 513 1,-65 107 649-16,18-86-417 15,12-69-736 1,33-49-265 0,14 23 1361-1,0 64-608 1,2 39 57 0,-4 38 47-1,5-30 248 1,6-20-408-1,7-10 432 1,16-17-936 0,3-24-15924-1</inkml:trace>
  <inkml:trace contextRef="#ctx0" brushRef="#br1" timeOffset="-158387.7">30904 4994 16587 0,'0'0'0'0,"-3"-50"4033"16,3 49-936-1,-4 66-2249 1,1 59-1040 0,-9 47-176-1,12-171 368 1,-24 157 616-16,21-118-632 15,4-64 296 1,25-62-544 0,-6 4 416-1,-11 50-224 1,2 21 120 15,6 2-48-15,17-4-48-1,2 5-208 1,-12 0-1337 0,-8-22-2159-1,-4-21-337 1,-7-21 4193 0,-3-4 2992-1,-2 30 369 1,0 28-328-1,0 17-2897 1,-7 88 256 0,-13 97-312-1,17 52 584 1,4-23-752 15,5-115-4161-15,-21-97-8017-16</inkml:trace>
  <inkml:trace contextRef="#ctx0" brushRef="#br1" timeOffset="-157169.77">31299 5042 14723 0,'0'-28'2928'0,"0"-4"-919"16,27 32 439-1,31-7-3512 1,-23-1 1528-1,-29 8-384 1,-6 0-80 0,-39 63-352-16,-71 57 1544 15,1-16 57 1,77-77-1538 0,46-49-2071 15,49-37 928-16,-13 35 1456 1,-29 24 312 0,-8 44 264-1,-9 18-304 1,-4-18-360 0,0-44 64-1,18-22-14675 1,-9-53 10730-1,2 36 15147 1,-8 10-5272 0,-1 25-5538-1,11 4 896 1,40-7-1056 0,-8 0-168 15,-28 0-248-16,-5-6-1312 1,0-24-609 0,-7-19 2169-1,-5 15 2273 1,0 18-1009 0,-3 18-528-1,3 46-408 1,-6 47-48-1,2 42-64 1,-1 0-464 0,-2-63-768-1,10-62-9658 1,1-23 2744 0</inkml:trace>
  <inkml:trace contextRef="#ctx0" brushRef="#br1" timeOffset="-157016.21">31659 4986 13874 0,'-4'-7'7546'16,"0"-8"-6570"0,4 40 561-1,-11 73-2065 1,-4 79 648 0,-18 50-216-1,33-227 96-15,-36 194-4041 16,31-138-9906-1</inkml:trace>
  <inkml:trace contextRef="#ctx0" brushRef="#br1" timeOffset="-156774.27">31836 5061 21444 0,'0'-20'1128'15,"46"-32"-904"16,15 18 216-15,-31 22-584 0,-4 32 809-1,-3 47-953 1,-23-67 288-16,9 70-64 16,-28 6-969-1,-59 7-15658 1</inkml:trace>
  <inkml:trace contextRef="#ctx0" brushRef="#br1" timeOffset="-156466.75">31616 5350 15579 0,'-22'0'3913'15,"22"0"-3913"1,93-3 3520 0,81-18-2983-1,11 5-465 16,-55 12-561-15,-130 4 489-16,39 11-2448 16,-72 4-2841-1,-47-4 416 1,9 0 8834 0,37 16 728-1,23 27-1529 1,11 18-2936-1,15 3-184 1,8-10-1928 0,-5-47-12195-1</inkml:trace>
  <inkml:trace contextRef="#ctx0" brushRef="#br1" timeOffset="-155758.15">32372 5160 22580 0,'0'0'0'16,"13"-53"336"0,9-5 793-1,-21 34-1089 1,-44 46 760 0,2 52-5009-1,41-74 4209 1,-36 91 1920-16,25-19-1760 15,34-44 4265 1,28-29-4977 0,6-28 2553-1,-9-17 391 1,-3-5-2312 0,-10 2 112-1,-13 20-696 16,-8 12 768-15,-11 17-512 0,-1 15 0-1,-14 35 512 1,-32 13-2560 0,-20 16 343-1,56-60 2041 1,13-10 3969-1,22-6-3937 1,12-6-88 0,13-25-264-1,-11-15-1864 1,-7-4 215 0,-11-55 1321 15,-16 22 3361-16,-7 15-769 1,0 34-1896 0,-4 33 696-1,1 49-1032 1,3 30 320 0,-5 29-136-1,-18 12-4329 1,-1-26-19116-1</inkml:trace>
  <inkml:trace contextRef="#ctx0" brushRef="#br1" timeOffset="-155463.25">32278 5638 17027 0,'-5'-10'2913'0,"-4"-9"-1097"16,37-1 2601-1,48-9-4049 1,-19 16 4009 15,13-4-4313-15,-70 17-64-16,66-12-224 15,-12 4 520 1,-27 2-264 0,-16 4 112-1,-11 21 560 1,-2 23-240-1,-3 35-576 1,-2 40-4169 0,7-42-17811-1</inkml:trace>
  <inkml:trace contextRef="#ctx0" brushRef="#br1" timeOffset="-154708.68">30573 6322 16035 0,'-3'-29'2424'0,"37"-8"401"16,31 27-1961 15,-12 95-360-15,-49 54-88-1,-80-26-136 1,76-113-280-16,-94 42 609 16,10-78-1690-1,54-78 1746 1,66-5-874-1,45 51-487 1,-31 30-13859 0</inkml:trace>
  <inkml:trace contextRef="#ctx0" brushRef="#br1" timeOffset="-154516.61">30818 6091 10146 0,'0'-17'5369'0,"13"-36"-600"15,1 42-336 17,8 44-3665-17,7 102-1000 1,-21 93 696 0,-8-228-464-16,-46 296 368 15,-46-74-4225 1,48-161-10946-16</inkml:trace>
  <inkml:trace contextRef="#ctx0" brushRef="#br1" timeOffset="-154199.39">30540 6851 20092 0,'0'0'0'0,"0"14"1952"16,5 43-447-1,-2 9-1393 1,-2-43 24-1,4-25 288 17,-5 2-424-32,49-62 96 15,27-18 360 1,-17 59-176 0,-29 57-72-1,-42 60-152 1,-26-2-208-1,12-55 24 1,19-32-360 0,33-30-2913-1,16-1-13443 1</inkml:trace>
  <inkml:trace contextRef="#ctx0" brushRef="#br1" timeOffset="-153967.33">30998 6579 17275 0,'1'-39'2009'16,"33"-25"1399"-1,-6 38-1143 1,11 29-2337 0,-26 56 392-1,-35 29 144 1,22-88-464-16,-50 77 344 15,18-47-304 1,26-28-3801 0,17-19-12874-1</inkml:trace>
  <inkml:trace contextRef="#ctx0" brushRef="#br1" timeOffset="-153673.15">31131 6511 13882 0,'-4'-14'6714'0,"27"7"-4770"31,53-22-247-15,14 17-2017-1,-57 20-2385 1,-63 47 4465 0,30-55-1760-16,-87 80 1369 15,1-11-977 1,50-24-280-1,33-26 184 1,45-12-568 0,48-17-128-1,0-37-1697 1,-37-32-14082 0</inkml:trace>
  <inkml:trace contextRef="#ctx0" brushRef="#br1" timeOffset="-153463.2">31384 6346 13570 0,'-20'-19'3961'0,"5"-8"-720"32,15 26-1521-17,0 36-1376 1,19 70 537 0,-8 59-529-1,-11-164-352-15,-2 183 80 16,-4-95-624-1,-3-87-5618 1,9-17-4344-16</inkml:trace>
  <inkml:trace contextRef="#ctx0" brushRef="#br1" timeOffset="-153291.77">31471 6399 10370 0,'0'-14'7913'0,"0"-21"-4288"15,4 20-1240 1,1 40-2001-1,-3 91 176 17,-5 99-856-17,3-215 296-15,-7 224 336 16,5-38-6473 0,2-170-5330-16</inkml:trace>
  <inkml:trace contextRef="#ctx0" brushRef="#br1" timeOffset="-153059.68">31605 6415 18339 0,'2'-20'1641'16,"26"-39"1415"0,21 25-2704-1,11 29 57 1,0 52-65-1,-30 15 56 17,-30-62-400-32,2 72 160 15,-50 0-848 1,-28-5-16156 0</inkml:trace>
  <inkml:trace contextRef="#ctx0" brushRef="#br1" timeOffset="-152748.67">31377 6711 16155 0,'0'-36'2232'16,"50"21"593"0,38-4-176-1,67-26-1625 1,14 20-912 0,-58 19-720-1,-111 6 608-15,34 6-4137 16,-51 2-1352-1,-44 8 6737 17,3 7 3441-17,25 27-1848 1,30 14-1745 0,14 30-1168-1,19 15-80 1,8-52-17388-1</inkml:trace>
  <inkml:trace contextRef="#ctx0" brushRef="#br1" timeOffset="-152095.11">32286 6483 15779 0,'4'-45'9418'0,"14"-51"-9210"16,-1 42 232-1,-34 68-3689 1,-48 67 4586 15,19 22-913-15,46-103-424-16,-12 81 0 16,19-45-176-1,27-29 48 1,4-40 5977-1,1-35-8994 1,-11-10 3409 0,0 26-464-1,14 23 272 1,-6 29 1593 0,-12 13 791-1,-12 42-5601 1,-58 22 2169-1,-4-22 800 17,23-24 464-17,26-16 8 1,31-8-360 0,15-7 1889-1,-9-11-17 1,2-28-4777-1,-3-21-255 1,-8-26 3528 0,-15 3 2456-1,-7 20 465 1,-5 40-2305 0,0 37-408-1,0 38-143 1,0 32-369-1,-3 21-1009 1,-41 60-22508 0</inkml:trace>
  <inkml:trace contextRef="#ctx0" brushRef="#br1" timeOffset="-151795.85">32180 6886 17819 0,'-22'0'2161'0,"-8"0"1384"15,44 0-2265 1,59-12 4969 0,31-11-10314-1,-13 8 5242 1,-91 15-1177-16,30 0 4312 16,-5 3-4312-1,-6 15 128 1,-13 18 33-1,-6 18-418 17,-3 17-1055-17,-2 8-136 1,5-40-18884-16</inkml:trace>
  <inkml:trace contextRef="#ctx0" brushRef="#br1" timeOffset="-151682.22">32775 7225 22700 0,'0'0'6138'16,"-2"-4"-4618"-1,-1 3-1608 1,-7 1-20692 0</inkml:trace>
  <inkml:trace contextRef="#ctx0" brushRef="#br1" timeOffset="-151233.62">29741 5505 19716 0,'-4'-17'1288'16,"-5"-27"624"0,102 11-1239-1,65-12-353 1,-75 41-64-1,-70 23-4137 1,-13-19 3881-16,-33 33-13579 0</inkml:trace>
  <inkml:trace contextRef="#ctx0" brushRef="#br1" timeOffset="-150891.58">29674 5520 15323 0,'0'0'992'0,"0"21"2217"16,9 67 503-1,11 49-2031 1,-12 75-1769 15,-45 109-808-15,37-321 896-16,-57 336 992 16,8-140-768-1,32-131-416 1,17-61 152-1,63-30 456 1,65-10 112 0,65 13 216-1,0 15-488 1,-71 13-272 0,-75 16-1184-1,-90 8-15940 1</inkml:trace>
  <inkml:trace contextRef="#ctx0" brushRef="#br1" timeOffset="-150614.08">29533 6149 16099 0,'0'-3'1272'0,"0"-8"3785"16,-47 44-4273-1,-54 105-1000 1,-34 39 3033 0,11-31-2377-1,124-146-440 1,-59 62-200-16,51-61-656 15,38-79-14715 1</inkml:trace>
  <inkml:trace contextRef="#ctx0" brushRef="#br1" timeOffset="-150401.92">29621 6175 15459 0,'23'-41'4065'16,"-40"33"-337"-1,-88 120-4184 1,-39 71 2545 0,-9 27-241-1,32-67-1256 1,121-143-592-16,-64 72-232 16,51-59-4977-1,-4-21-12475 1</inkml:trace>
  <inkml:trace contextRef="#ctx0" brushRef="#br1" timeOffset="-150084.77">29083 6331 17131 0,'0'0'0'0,"-23"0"5345"16,17-4-2136-1,-2 54-3105 1,-34 104 712 0,-40 73-1048-1,82-227 232 1,-80 196 184-16,53-93-624 16,26-96 496-1,79-28 144 1,58 11 32-1,-5 31-568 1,-22 15-1424 0,-62-10-13828-1</inkml:trace>
  <inkml:trace contextRef="#ctx0" brushRef="#br1" timeOffset="-149368.65">26380 7541 15899 0,'-8'-16'4433'0,"5"-13"-16"15,8 53-3121 1,20 108-40-1,-14-14-864 1,-11-74-272 0,0-44-120-1,0 3 265-15,2-63 47 16,37-89-296 15,26 20 104-15,-4 93-1289-1,-4 82 1121 1,-32 100 240 0,-43 0 240-1,-41-52-287 1,18-58-266 0,14-30 2290-1,21-9-2089 1,23-34-2473-1,7 14-14570 1</inkml:trace>
  <inkml:trace contextRef="#ctx0" brushRef="#br1" timeOffset="-148976.23">26629 7748 18523 0,'-13'-19'3337'16,"-4"-36"1576"-1,55 10-4273 1,39 12-136 0,-14 27-135-1,-36-7-505 1,-27 13 136 0,13-36-1449-16,-7-38-31 15,-6-12 1296 1,-3 51 944-1,-1 27 1208 1,4 59-791 0,-2 64-401-1,17 28-608 17,0 0 16-32,-8-33-520 31,1-79-1809-16,11-62-18739 1</inkml:trace>
  <inkml:trace contextRef="#ctx0" brushRef="#br1" timeOffset="-148788.96">26977 7365 17747 0,'4'-66'6570'15,"3"44"-2529"1,-7 85-2593-1,0 110-928 1,1 38-560 0,12 12-176-1,-13-223 216-15,7 149-3065 16,-20-132-13146 0</inkml:trace>
  <inkml:trace contextRef="#ctx0" brushRef="#br1" timeOffset="-148136.7">27234 7278 19116 0,'0'0'0'0,"23"35"2472"16,4 33-71-1,-14 40-1433 1,-16-8-704 0,-15-54-8-1,18-46-256 1,-14-4 648-16,9-77-528 16,57-33-152 15,22 40-8-16,-20 66-80 1,-25 75 112 0,-28 39-48-1,-38-6 120 1,-6-50 56 0,3-38-8-1,26-37-24 1,26-26-16-1,30 24-104 1,6 27-80 0,-33 52 40-1,-13 28 16 1,-55 8 96 15,-38 12 64-15,-24-12-96-1,30-69 56 1,62-19 296 0,46-14 248-1,77-3 425 1,51 7-641 0,13 9-2641-1,-44 7 225 1,-76-9-13804-1</inkml:trace>
  <inkml:trace contextRef="#ctx0" brushRef="#br1" timeOffset="-147687.77">27600 7441 19372 0,'0'-17'3368'0,"17"-42"-1719"15,39 44-801 1,-5 37-736 0,-29 35 56-1,-74 29-112 1,52-86-56 0,-81 68-184-16,24-43 48 15,43-19 104 1,53-25 88-1,49-29 256 1,-3 21-272 0,-56 24-80-1,-46 27 0 1,-54 51 136 0,8-14-40 15,47-17 0-16,34-30 128 1,60-9 288 0,10-21-240-1,-43-12-4969 1,-29 14-10226-16</inkml:trace>
  <inkml:trace contextRef="#ctx0" brushRef="#br1" timeOffset="-147484.89">27907 7167 14443 0,'-8'-24'9698'0,"1"23"-7498"15,3 76-223 1,7 84-1609 0,21 76 736-1,-11-4-1144 16,-13-231 40-31,21 133-1240 16,-15-119-16444-16</inkml:trace>
  <inkml:trace contextRef="#ctx0" brushRef="#br1" timeOffset="-147310.2">28217 7257 20404 0,'-4'-1'2904'0,"-6"-14"-959"16,16 10-1681-1,28 37-5409 1,-28-15-6570 0</inkml:trace>
  <inkml:trace contextRef="#ctx0" brushRef="#br1" timeOffset="-147094.39">28128 7520 17603 0,'0'-16'4009'16,"47"-30"-1880"-1,48-2-1153 1,-6 26-416 0,-65 32 360-1,-71 59 280 1,47-69-1200-16,-109 108 592 15,24-15-800 1,37-59-8361 0,48-34-2834-16</inkml:trace>
  <inkml:trace contextRef="#ctx0" brushRef="#br1" timeOffset="-146947.34">28263 7520 19940 0,'0'0'0'0,"44"-41"5409"16,25 15-3449 15,9 7-3584-15,-52 21 952-1,-62 68-17220 1</inkml:trace>
  <inkml:trace contextRef="#ctx0" brushRef="#br1" timeOffset="-146448.17">27964 7821 14723 0,'-40'7'7081'16,"68"-1"-4592"0,87-45 631-1,60-35-1711 1,-15 27-2097 0,-72 38-1489-1,-88 9 2177 1,17 6 632-1,-24 30-488 1,-27 14-272 0,-5 12 1512-1,5-3-1976 1,4-9-5169 0,11-22-5401-1,7-7 11450 1,10-21 7209-1,2-12-3912 1,39-2-2177 0,15 16-727-1,-23 34-697 1,-25 17 320 0,-50-18 1264-1,-39-11-320 1,20-28-856 15,40-23 184-15,44-39-487-1,26-43-17597 1</inkml:trace>
  <inkml:trace contextRef="#ctx0" brushRef="#br1" timeOffset="-145891.75">28679 7385 17619 0,'-19'-18'5281'0,"8"-6"-2872"16,90-15-2169-1,57-17 496 16,-18 33-776-15,-98 39 64 0,-20-16-24-16,-91 87 104 15,-47 13-136 1,60-26-312 0,61-46 416-1,34-22 56 1,45-9 192-1,14-2-16 1,-24 12-296 0,-44 19-48-1,-51 30 72 1,-52 4-32 0,2-13-520-1,30-26 48 1,37-18 192 15,27-3 248-15,55-10 456-1,62-19 616 1,49-6-224 0,-8 18-463-1,-86 34-4034 1,-73 10-12435-16</inkml:trace>
  <inkml:trace contextRef="#ctx0" brushRef="#br1" timeOffset="-145421.62">28800 7874 18499 0,'0'0'0'0,"31"-28"2713"16,58 6-384-1,4 12-1113 1,-52 31-1200 15,-59 26 96-15,18-47-112-16,-96 54-24 15,0-26 160 1,40-20 104 0,45-12-56-1,46-21-368 1,38 11 184-1,-7 12 40 1,-37 17-24 0,-23 17-88-1,-32 4 128 1,-12-2 0 0,23-22 40-1,0 0-80 1,13-3 72 15,7 6-72-15,56-22 152-1,26-27-144 1,3 18-1064 0,-28 9-18852-1</inkml:trace>
  <inkml:trace contextRef="#ctx0" brushRef="#br1" timeOffset="-145138.52">29283 7282 19740 0,'0'0'0'0,"-14"-25"4881"16,14 34-3001-1,1 74-920 1,28 21-1096 0,-3 38-136-1,-26-142 272 1,3 37-3705-16,-2-40-16915 15</inkml:trace>
  <inkml:trace contextRef="#ctx0" brushRef="#br1" timeOffset="-144780.93">29454 7214 18764 0,'20'-6'3216'16,"-2"19"-1848"-1,2 56 257 1,-10 30-1345 15,-53 1-688-15,-43-15 1504-1,86-85-1096-15,-48 15 256 16,32-52 336 0,48-24-1056-1,21 29-384 1,-23 31-160-1,-9 38 1240 1,-11 1 24 0,-2-19-88-1,19-5-224 1,10-8-776 0,19-20-18620-1</inkml:trace>
  <inkml:trace contextRef="#ctx0" brushRef="#br1" timeOffset="-144264.89">29694 7078 18892 0,'0'0'0'0,"11"-39"4280"16,-5 42-3255 0,6 80-321-1,-1 43 1056 1,-7 40-1280-1,-12-13-480 1,8-153 0-16,0 31-88 16,12-68 248-1,27-46-88 1,11 16 16 0,-24 48 248-1,-14 45-1728 1,-48 55-6658-1,-33 20-2960 17,-1-34 13115-17,23-48 7465 1,31-12-6114 0,21 3-2456-1,28 23-183 1,-11 5-65-1,-36 44 120 1,-59-8-1312 0,-17-30-608-1,39-62 2192 1,32-38-1432 0,52-23 184-1,55-3-17676 1</inkml:trace>
  <inkml:trace contextRef="#ctx0" brushRef="#br1" timeOffset="-143989.29">29952 7545 18772 0,'-14'-10'4809'0,"15"-34"-1401"16,65-8-2656-1,18 31-944 1,-42 37 841 0,-53 61-593-1,11-77-56-15,-102 120 48 16,-14-27-905 0,71-68-2407-1,62-50-6626 1,5-34-657-1</inkml:trace>
  <inkml:trace contextRef="#ctx0" brushRef="#br1" timeOffset="-143860.37">29965 7607 6881 0,'60'0'4561'0,"-3"-6"5057"31,-31 19-5753-15,2 24-2305 0,11-2-1504-1,-13 0-2448 1,-26-35 2392-1,7 13-19861-15</inkml:trace>
  <inkml:trace contextRef="#ctx0" brushRef="#br1" timeOffset="-143627.78">30248 7143 19548 0,'2'-19'1344'0,"13"-37"2737"15,-8 52-3985 1,20 76 1496-1,7 87-192 17,0 82-1472-17,-34-241 72-15,24 229-688 16,-8-102 0 0,-6-95-1080-1,-24-32-19501 1</inkml:trace>
  <inkml:trace contextRef="#ctx0" brushRef="#br1" timeOffset="-143466.35">30714 7988 23621 0,'-8'-5'2280'0,"8"4"-1104"15,0 1-1176 1,-24 14-19340 15</inkml:trace>
  <inkml:trace contextRef="#ctx0" brushRef="#br2" timeOffset="-111918.92">26242 8388 19140 0,'0'0'0'0,"0"7"2904"15,31-1 145 1,49 20-1769-1,45-11-64 1,28-15-1856 0,-153 0 640-1,153-39 832-15,-11-20-760 16,7-21 16 0,-19 41-96-1,-19 50 112 1,-21 51 233-1,0 14-1050 1,43-12 745 15,25-36 833-15,-14-27-433 0,-26-26-240-1,-22-10 24 1,2-8 8-1,-5 21-1168 1,-6 12 968 0,0 29-977-1,-9 13 241 1,17-16 1576 0,25-11-511-1,12-10-97 1,-26-6-376-1,-17 1 296 17,7-15-64-17,7-11-921 1,6 7-271 0,14 16 1368-1,3 5 136 1,-13 29-160-1,7-10-112 1,-9-6 457 0,4-11-1394-1,11-42 721 1,-43-7-3032 0,-72 25-14996-1</inkml:trace>
  <inkml:trace contextRef="#ctx0" brushRef="#br2" timeOffset="-110985.46">25182 8562 23092 0,'0'0'0'0,"-4"-8"2337"16,46 5-497-1,56 3-1432 1,-20 41-448 0,-60 16-5065-1,-18-57 5105 1,-58 70-8065 0,-32-13 8609-1,19-31 5657 1,50-26-1896-1,28-7-3265 1,59-8-1040 0,-26 12-1688-1,-31 28-4161 1,-33 10 4304 0,-7-12 2113-1,26-5 529 1,29 6 31-1,10 18-888 1,-23 24-112 0,-63-16 1512-1,-44-21 2009 17,46-39-1969-17,23-47-807 1,84-33-977-1,21 50-4825 1,-32 36-11651-16</inkml:trace>
  <inkml:trace contextRef="#ctx0" brushRef="#br2" timeOffset="-110636.79">25444 8654 17827 0,'0'-5'3305'0,"-2"-25"1776"15,2 49-3793 1,1 88-872 0,-1 49-344-1,-9-52-104 17,9-104 32-32,-10 20 137 15,3-58-1 1,9-61-48-1,23 22-48 1,3 33-40 0,-6 37-176-1,6 7-697 1,-9 0-4912 0,6-29-11603-1</inkml:trace>
  <inkml:trace contextRef="#ctx0" brushRef="#br2" timeOffset="-110466">25576 8614 9394 0,'3'-18'5049'0,"1"-43"4073"16,-4 46-5378 0,0 49-2335-1,-11 84-241 17,-1 73-400-17,12-191-768-15,-10 202-888 16,10-36 1280-1,5-107-8202 1,9-59-4904-16</inkml:trace>
  <inkml:trace contextRef="#ctx0" brushRef="#br2" timeOffset="-110215.45">25784 8625 20612 0,'0'0'0'0,"0"-55"4905"16,44 18-3433 0,29 22-1032-1,-28 17-440 17,-45 55 144-17,0-57-144 1,-103 97 136-16,-34 22-504 15,46-38-1088 1,96-73-19036 0</inkml:trace>
  <inkml:trace contextRef="#ctx0" brushRef="#br2" timeOffset="-110097.89">25774 8743 13330 0,'16'-8'7050'16,"40"-15"-2065"-1,23 8-3433 1,-4 12-1328-1,-57 26-1480 1,-62 24-15908 0</inkml:trace>
  <inkml:trace contextRef="#ctx0" brushRef="#br2" timeOffset="-109779.39">25481 8996 15275 0,'-28'9'5409'16,"18"7"-2608"-1,114-18-1033 1,94-19-304 0,20-5-384-1,-51 10-1096 1,-167 16 16-16,46-14-776 16,-70-1-1624-1,-78 19 2432 1,-2 37 1576-1,30 26 120 1,50 31-575 0,31 8-1153-1,28-18 0 17,12-73-6170-17,-50-48-6016-15</inkml:trace>
  <inkml:trace contextRef="#ctx0" brushRef="#br2" timeOffset="-109449.41">26362 8614 18475 0,'4'-44'4225'16,"-1"27"-384"-1,-6 38-3345 1,-14 32-160-1,3 1-176 1,5-13-128 0,9-41-32-1,-6 36 160-15,6-18-120 16,9-18 48 15,36-2 185-15,13-18-217-1,-11 8-201 1,-35 13-2391 0,-60 36-7266-1,-21 3-3465 1</inkml:trace>
  <inkml:trace contextRef="#ctx0" brushRef="#br2" timeOffset="-109140.33">26229 8868 9049 0,'-62'39'7978'15,"36"-19"-2801"1,25-14-3136-1,68-2-585 1,64-28-960 0,-1-1-480-1,-130 25-16 1,91-13-272-16,-73 13-1128 31,-52 24 640-15,-57 12 1032-1,1 27 336 1,26 4 1088 0,48 6-64-1,56-22-1199 1,51-24-289 0,44-33-1265-1,-6-30-4360 1,-96 32-6929-1</inkml:trace>
  <inkml:trace contextRef="#ctx0" brushRef="#br2" timeOffset="-108867.3">26984 8712 22932 0,'-4'-15'2025'0,"-10"-37"935"16,50 26-2143 0,62 15-785-1,-42 34-64 1,-43 11 96 0,-13-34-64-1,-70 54-64-15,-41 12 136 16,20-18-3641-1,69-44-17012 1</inkml:trace>
  <inkml:trace contextRef="#ctx0" brushRef="#br2" timeOffset="-108713.52">27096 8753 19772 0,'0'0'2376'0,"36"7"1521"16,24-9-2353 15,4-5-1456-16,-39 7-2504 1,-45 2-13243-16</inkml:trace>
  <inkml:trace contextRef="#ctx0" brushRef="#br2" timeOffset="-108402.03">26740 8968 20492 0,'0'0'0'0,"0"11"2720"16,81-8 249-1,118-32-1913 1,16-8-816 0,-69 17-696-1,-146 20 456 1,32-8-7017-16,-90 12-1745 16,-35 6 10330 15,20 23 5626-16,29 21-2465 1,33 31-2033 0,16 27-1495-1,21 19-1289 1,10-41-344 0,-10-79-19261-1</inkml:trace>
  <inkml:trace contextRef="#ctx0" brushRef="#br2" timeOffset="-107917.64">27542 8681 24013 0,'3'-25'2448'0,"11"3"-1944"31,14 19-464-16,-12 53-2768 1,-56 32-9403 0,-27-10 5226-1,67-72 6905-15,-49 28 9274 16,39-20-2161 0,19-8-4656-1,81-44-1889 1,22 6-112-1,-37 33-88 1,-64 32-232 0,-110 63 48-1,-39 19-832 1,77-47 720 0,82-67-4697 15,49-36 552-16,-10 22 4825 1,-13 22 2201 0,-12 47-561-1,-15 9-2000 1,-9-25-1912 0,-2-22-15388-1</inkml:trace>
  <inkml:trace contextRef="#ctx0" brushRef="#br2" timeOffset="-107593.33">27704 8946 18571 0,'-4'-6'4361'0,"1"1"-920"15,45 0-2969 1,36-4-384 0,-20 1-408-1,-28-17-5425 16,-30 25 5745-31,3-41-10610 16,-12-19 10186 0,-2 26 9185-1,4 23-3119 1,7 27-4362 0,10 47-240-1,4 35-824 1,3 23 72-1,-2-51-544 1,15-74-10794 0,-23-16 1160-16</inkml:trace>
  <inkml:trace contextRef="#ctx0" brushRef="#br2" timeOffset="-107405.21">28180 8513 18980 0,'0'0'3792'15,"-17"18"1185"1,-6 72-3376 0,-3 109-697-1,1 147-1304 1,4 50-4481 0,10-319-9330-16</inkml:trace>
  <inkml:trace contextRef="#ctx0" brushRef="#br2" timeOffset="-106874.95">24215 8953 23837 0,'-6'-7'1440'0,"-1"-13"-504"16,44 20-256-1,59-2-512 1,-14 2-4161-1,-69 0-8633-15</inkml:trace>
  <inkml:trace contextRef="#ctx0" brushRef="#br2" timeOffset="-106730.55">24062 9135 21444 0,'-21'-8'4473'0,"33"2"-3473"15,140-14-488 1,73-2-15731 15</inkml:trace>
  <inkml:trace contextRef="#ctx0" brushRef="#br2" timeOffset="-105969.54">21430 8710 17443 0,'-22'-43'4521'0,"-16"10"104"15,-24 57-3064 1,-51 118-105 0,-3 114-624-1,79 43-584 1,37-299-248-16,70 181 48 15,111-141-48 1,57-165 56 0,-20-102-1296-1,-84-20 2176 1,-112 33-488 0,-134 96-792-1,-85 107 1168 1,36 74-856 15,120 3-2304-15,89-26-16972-16</inkml:trace>
  <inkml:trace contextRef="#ctx0" brushRef="#br2" timeOffset="-105499.2">22687 8728 18459 0,'2'-54'3625'0,"7"-33"1168"15,-34 56-2288 1,4 24-1665 0,-67 73-808-1,0 33 16 1,88-99-48-1,-33 79 0-15,33-19-144 32,58 3 144-17,35 33-16 1,-4 30-1104 0,-53-3 2240-1,-63-28-1176 1,-89-36 192-1,-60-42 216 1,20-59 224 0,64-51-56-1,88-32-456 1,70 51-472 0,21 55-6489-1,-37 35-10035 1</inkml:trace>
  <inkml:trace contextRef="#ctx0" brushRef="#br2" timeOffset="-105334.98">23166 9460 25861 0,'0'0'0'0,"0"-5"2769"0,0 5-2769 16,-19-4-17372-1</inkml:trace>
  <inkml:trace contextRef="#ctx0" brushRef="#br2" timeOffset="-104654.05">21172 9917 23621 0,'0'0'0'0,"-9"-36"2080"16,42 53-408 0,79 7-263-1,34-14-1113 1,-19-25-216 0,-127 15-80-1,100-47 72-15,-9-16 200 16,-3-9-136-1,-2 29-224 17,-8 39 344-17,-4 49 240 1,26 17-256 0,9-2-64-1,-28-41-120 1,-23-25-80-1,-18-30 328 1,20-34-160 0,-1 14-176-1,-9 33 32 1,-6 27-760 0,13 35 1392-1,15-13-600 1,20-7 0 15,-1-19 0-15,-11-9 96-1,7-18-176 1,12-22 64 0,-34-1-20812-1</inkml:trace>
  <inkml:trace contextRef="#ctx0" brushRef="#br2" timeOffset="-88734.87">22549 10229 17827 0,'0'0'0'0,"-73"-14"4985"16,67 9-1712-1,86 5-2305 1,101-25 16 15,23 3-767-15,-204 22-217-1,144-8 88-15,-100 13-4825 16,-41 18-11611-16</inkml:trace>
  <inkml:trace contextRef="#ctx0" brushRef="#br2" timeOffset="-88566.38">22841 10178 19420 0,'0'0'0'0,"-40"2"4305"16,30 56-1241-1,7 71-2376 1,3 35-840 0,3-51-712-1,2-73-19716 1</inkml:trace>
  <inkml:trace contextRef="#ctx0" brushRef="#br2" timeOffset="-88167.26">23336 10541 17923 0,'-29'-25'1809'16,"-37"-17"1279"0,3 57-1783-1,13 64-905 1,39-4-64-1,37-26-240 1,-26-49-96 0,56 21 128-16,-4-43 288 15,0-52-88 1,-30-4-232 0,-14 49 136 15,-8 29-400-16,0 65 304 1,12-2-144 0,32-8-64-1,5-38-7394 1,-32-17-3128-16</inkml:trace>
  <inkml:trace contextRef="#ctx0" brushRef="#br2" timeOffset="-87880.87">23680 10398 19284 0,'-8'-40'3432'0,"-26"3"393"16,-5 40-3041-1,-23 69-720 1,37-13-96 0,28-17 0-1,-3-42 32 1,40 16-72-1,19 2 128 1,-14 20-152 0,-40 12 64-1,-60 10 224 1,-32-11-80 0,37-34-8-1,40-38-704 1,72-56-18564-1</inkml:trace>
  <inkml:trace contextRef="#ctx0" brushRef="#br2" timeOffset="-87626.56">23842 10040 19596 0,'0'-22'2168'0,"-2"-56"3281"31,2 63-3504-15,14 70-1585 0,-11 109-24-1,-27 62 512 1,24-226-848 0,-32 204-80-16,26-85 80 15,18-86-1408 1,57-80-9539-1,-48 22 353-15</inkml:trace>
  <inkml:trace contextRef="#ctx0" brushRef="#br2" timeOffset="-87388.31">24041 10387 19524 0,'-8'-6'4201'16,"-16"3"-1953"0,-26 45-2048-1,-27 39-160 16,20-41 88-15,40-32-56 0,17-8-72-16,0 0 0 15,39 5 32 1,24 26 168 0,17 7-88-1,20 6-424 1,-83-35-13155-1</inkml:trace>
  <inkml:trace contextRef="#ctx0" brushRef="#br2" timeOffset="-87250.43">24316 10894 23372 0,'0'0'0'0,"-30"-18"4289"15,25 8-3632 1,13 27-19005-1</inkml:trace>
  <inkml:trace contextRef="#ctx0" brushRef="#br2" timeOffset="-45497.38">15758 8952 14419 0,'-11'-38'5809'16,"-10"12"-1304"0,4 16-2409-1,-29 65-1760 1,-9 82 681-1,27 24-209 1,28-161-808 0,-1 141 512-1,61-41-344 1,32-48 0 0,18-79 280-1,9-102-528 1,-38-45 528-1,-63-1-312 1,-48 53 288 0,-41 72 0-1,-5 45 288 1,34 37-728 0,26 46-16-1,53-9-6721 1,10-51-10603-1</inkml:trace>
  <inkml:trace contextRef="#ctx0" brushRef="#br2" timeOffset="-45118.76">16624 8845 18860 0,'0'-1'1624'0,"-35"-14"2905"0,-17 28-2769 0,-19 44-1336 0,16 6-104 0,39-25-216 16,16-38-104 0,20 40 56-16,42 15-40 15,12 13 40 1,-8 27-40-1,-46 2 32 1,-68-15 1537 15,-79-32-209-15,-42-43-672 0,54-67-432-1,74-19 328 1,60 38-1640-1,93 5-21613 1</inkml:trace>
  <inkml:trace contextRef="#ctx0" brushRef="#br2" timeOffset="-44868.28">17233 8849 22612 0,'-19'-5'3385'0,"-25"-1"120"16,-25 80-2433 15,-33 81-1224-15,-8 32 384 0,38-54-344-1,72-133 112-15,-23 42-2953 16,19-56-11978-1,7-9 6697-15</inkml:trace>
  <inkml:trace contextRef="#ctx0" brushRef="#br2" timeOffset="-44698.32">16839 8901 15675 0,'0'-16'6369'16,"0"2"-1912"0,47 73-584-1,30 75-3473 1,52 74 840-1,20 19-888 1,-149-227-352 0,76 164-6049-16,-71-130-8690 15</inkml:trace>
  <inkml:trace contextRef="#ctx0" brushRef="#br2" timeOffset="-44086.09">14792 9272 21132 0,'0'-3'1200'0,"-1"-9"1145"16,61-17-273-1,58 3-1840 1,5 25-392 0,-54 13-16747-1</inkml:trace>
  <inkml:trace contextRef="#ctx0" brushRef="#br2" timeOffset="-43931.32">14775 9432 21380 0,'-33'17'3185'0,"24"26"-2609"16,114-18 408 15,109-48-16331-15</inkml:trace>
  <inkml:trace contextRef="#ctx0" brushRef="#br2" timeOffset="-43008.15">11680 8942 11554 0,'-6'-23'6361'16,"-4"-13"-863"0,4 27-2938-1,17 54-2032 1,-1 108-168 0,-6 41-200-1,-4-194-160 1,2 129-2720-16,-17-120-17677 15</inkml:trace>
  <inkml:trace contextRef="#ctx0" brushRef="#br2" timeOffset="-42663.54">11852 8880 12642 0,'0'-20'8882'15,"0"23"-6897"1,14 80-889-1,-5 50-952 1,-40 24 32 0,-29-72-104-1,60-85-72-15,-55 3 208 16,26-75-104 0,31-27-120-1,35 45 16 1,3 44-56-1,6 70 128 1,-12 22 8 0,-8-11-232-1,9-54-8818 17,-33-17-1048-32</inkml:trace>
  <inkml:trace contextRef="#ctx0" brushRef="#br2" timeOffset="-42360.38">11893 9106 18980 0,'0'0'0'0,"-25"0"6049"16,22 0-4609-1,54-7-1280 1,39-38-184 0,-19-2-752-1,-71 47 776 1,22-59-6025-16,-27 3 3752 15,-28 1 3313 1,14 36 3009 0,9 21-1392-1,0 85-929 17,9 44-1056-17,19 20-448 1,17-41-384-1,-20-94-5969 1,-6-43-8066-16</inkml:trace>
  <inkml:trace contextRef="#ctx0" brushRef="#br2" timeOffset="-42179.3">12178 8764 15891 0,'-5'-29'8058'15,"2"27"-4050"1,3 71-2751-1,0 91-1089 1,-3 94-544 0,14-95-4905-1,-11-159 5281-15,46 24-15788 16</inkml:trace>
  <inkml:trace contextRef="#ctx0" brushRef="#br2" timeOffset="-41657.52">12425 8888 17275 0,'-5'-19'1953'16,"-49"-40"2888"-1,11 56-2809 1,-6 78-1952 0,29 28 80-1,23-13-160 1,-3-90 0-1,48 52 120-15,10-49-184 16,-12-59 40 0,-29 0 8-1,-20 20 32 17,-10 25 168-17,10 7-152 1,22 25-104-1,30-11 160 1,19-10-120 0,-5-41 160-1,-36-23-200 1,-34-40-16 0,-13-18 224-1,4 55 32 1,9 54 1201-1,3 73-353 1,-5 106 264 0,9 97-1056-1,42 56-184 1,25-159-1552 15,-21-135-18629-31</inkml:trace>
  <inkml:trace contextRef="#ctx0" brushRef="#br2" timeOffset="-41429.93">12938 8692 14755 0,'-14'-28'10258'0,"6"22"-7426"16,-7 97-1879-1,-19 120-825 1,12 39-424 0,11-158-4657-1,11-92 4953 1,0 0-16700-16</inkml:trace>
  <inkml:trace contextRef="#ctx0" brushRef="#br2" timeOffset="-41110.51">12928 8774 17667 0,'0'-8'3697'16,"0"16"-144"0,5 87-953-1,30 28-1847 1,30-40-529 0,-17-66-240-1,-48-17 16 1,38-59 496-16,-19-92-512 15,12-27 120 1,-5 45-56 0,-18 118 136-1,-4 86-112 1,6 60 520 15,32 25-376-15,25-55-232-1,6-78-3713 1,-30-56-13435-16</inkml:trace>
  <inkml:trace contextRef="#ctx0" brushRef="#br2" timeOffset="-40788.29">13453 8800 23268 0,'-16'17'1201'0,"-19"29"1615"16,51-40-1399-1,81-24-905 1,45-56-416 0,-50 0-24-1,-92 74-72 1,7-52-48-16,-105 51 96 31,-54 70-64-15,38 42 232-1,75 3 728 1,78-31-752 0,80-50-256-1,41-54 184 1,-28-70-10738 0,-104 64-1513-16</inkml:trace>
  <inkml:trace contextRef="#ctx0" brushRef="#br2" timeOffset="-40632.26">13722 8738 23228 0,'-12'19'1937'16,"13"-5"743"-1,94-31-1879 1,54-18-593 0,-38-3-2617 15,-92 4-14154-31</inkml:trace>
  <inkml:trace contextRef="#ctx0" brushRef="#br2" timeOffset="-40475.01">13884 8442 21756 0,'-4'12'880'0,"-20"52"3665"16,7 53-2024-1,41 40-2169 1,26 65-400-1,14-91-2529 1,-64-131 2577 0,53 18-19356-16</inkml:trace>
  <inkml:trace contextRef="#ctx0" brushRef="#br2" timeOffset="-40125.85">14276 8751 16323 0,'0'0'0'0,"-22"-76"5969"15,-24 73-3848 1,-26 76-1673 0,19 27-280-1,40-33-88 1,13-67-80 0,19 14 32-16,34-36-24 15,16-37 80 1,-39 16-32-1,-23 35-56 1,-14 56 576 0,8 20 952-1,55-18-992 1,33-54-239 0,11-60-417 15,-57-31-6754-16,-36 40-7785-15</inkml:trace>
  <inkml:trace contextRef="#ctx0" brushRef="#br2" timeOffset="-39978.42">14456 8149 21484 0,'-3'-3'3441'16,"-7"31"416"-1,-7 123-1001 1,26 134-2160-1,32 136-2672 1,-22-176-17668 0</inkml:trace>
  <inkml:trace contextRef="#ctx0" brushRef="#br2" timeOffset="-39579.24">11772 9958 24397 0,'0'0'0'0,"-12"0"2064"15,-15 148-295 16,26 92-1385-15,45 67-488 0,12-123-3017-1,-35-153-13331-15</inkml:trace>
  <inkml:trace contextRef="#ctx0" brushRef="#br2" timeOffset="-39109.3">11862 10061 18427 0,'0'0'0'0,"-30"-30"6378"16,33-3-4650-1,68-9-1632 16,19 51-80-15,-42 78 72 0,-48-87-88-1,-12 145 40-15,-69-23 8 16,10-79 96 0,38-48-56-1,35-35 24 1,55 8-216-1,22 55 64 1,13 74 128 0,-35 13 16-1,-74-31 160 1,-85-37 264 0,-23-45-143-1,49-40-209 16,62-24-2137-15,52 13-17451 0</inkml:trace>
  <inkml:trace contextRef="#ctx0" brushRef="#br2" timeOffset="-38688.79">12248 10261 16683 0,'0'2'1216'0,"-14"23"2041"16,21-3-1105-1,57-9-1239 1,26-48 175 15,-12-43-712-15,-78 78-376-16,26-68 272 15,-43 22 24 1,-67 58 136 0,-16 79 184-1,32 40 593 1,50 20-233-1,53-45-824 1,51-69-88 0,40-51-336-1,-9-73-20013 1</inkml:trace>
  <inkml:trace contextRef="#ctx0" brushRef="#br2" timeOffset="-38433.87">12598 10111 21420 0,'0'0'0'16,"-22"-10"4137"0,25 46-1673-1,51 69-1927 1,15 36-497 0,-22-43-24-1,-47-98-16 1,9 13 328-16,-15-94 160 15,-2-69-152 1,26-12-496 0,20 76-216-1,13 72-9026 1,-49 8-2161 0</inkml:trace>
  <inkml:trace contextRef="#ctx0" brushRef="#br2" timeOffset="-38048.15">13001 10189 15035 0,'-4'30'4081'16,"-2"7"776"0,30-20-2009-1,45-17-1351 1,20-48-977 0,-17-15-280-1,-72 63-240-15,14-69 0 16,-51 0 424-1,-48 53-328 1,-31 86-328 0,42 53 856-1,65 2 320 1,53 2-208 0,35-43-720-1,-4-67-736 16,-32-24 1392-15,-18-21-560 0,-19 14 88-1,-6 9-608 1,-4 1-5729 0,4 8-11531-16</inkml:trace>
  <inkml:trace contextRef="#ctx0" brushRef="#br2" timeOffset="-31054.57">12467 10408 7793 0,'0'-3'1849'0,"0"-29"1815"16,-14-4 169 0,-3-14-416-1,-5 6 360 1,-8 20-857-1,30 24-2920 1,-46 10 1273-16,-6 82-345 16,20 68-344-1,35-28-448 1,47-53-200 15,3-66 96-15,-3-56 112-1,-17-70 8 1,-24-47-16 0,-15 6 24-1,-9 63 24 1,9 87 864 0,6 82-984-1,25 85-48 1,54-18 96-1,18-86-160 1,-40-50 80 0,-25-34-80-1,-22-11-3264 1,-10 27-16229 0</inkml:trace>
  <inkml:trace contextRef="#ctx0" brushRef="#br2" timeOffset="-7213.06">14938 10525 19604 0,'-14'0'1632'0,"7"6"561"0,79-2-1209 15,33-8-912 1,-27 8-2841-1,-50 8-12962 1</inkml:trace>
  <inkml:trace contextRef="#ctx0" brushRef="#br2" timeOffset="-7063.46">14971 10649 15155 0,'0'0'0'0,"-43"-2"8546"15,40 6-5562 1,79-2-2384 0,65-17-528-1,-10 12-8754 1,-104 3-2280-16</inkml:trace>
  <inkml:trace contextRef="#ctx0" brushRef="#br2" timeOffset="-6733.07">15377 10318 22956 0,'0'0'0'0,"-51"0"3849"16,49 3-2336-1,55 33-1409 1,35 15-16 0,2-1-104-1,-90-50 16 1,47 75 48-16,-31 20 96 16,-81 33 352-1,-65 13-536 1,13-33-8010-1,112-105-4177 1</inkml:trace>
  <inkml:trace contextRef="#ctx0" brushRef="#br2" timeOffset="-5922.72">16011 10315 20588 0,'-15'-7'3713'0,"-1"2"184"16,10 76-2529-1,7 104-648 1,2 58-384 15,8-36-320-15,-11-197-16-16,8 114-2488 16,-5-115-15492-16</inkml:trace>
  <inkml:trace contextRef="#ctx0" brushRef="#br2" timeOffset="-5656.52">16052 10347 17443 0,'8'-73'6338'16,"47"30"-3850"0,22 90-2256-1,-26 58-160 1,-36-3-112-1,-74-35 616 1,59-67-576 0,-90 21 1777-1,31-45-657 1,46-51-1240 0,63-23-5353-1,-13 77-11203 1</inkml:trace>
  <inkml:trace contextRef="#ctx0" brushRef="#br2" timeOffset="-5354.14">16384 10313 20284 0,'0'0'0'0,"5"4"3977"16,34-15-2481-1,24 26-1536 1,-29 54 168-1,-30 21 368 1,-4-90-496 0,-57 72 1352-1,-29-50 305 1,19-44-369 0,50-63-840-1,64-24-432 1,23 52-1840-1,-4 46-21549 1</inkml:trace>
  <inkml:trace contextRef="#ctx0" brushRef="#br2" timeOffset="-5074.79">16673 9865 21676 0,'0'0'0'0,"-23"-42"4681"16,20 32-2272 15,19 87-1553-15,-9 75 344-1,7 31-872 1,-14-183-328-1,34 156-32-15,-21-14 16 16,-14-85-336 0,-11-50-5385-1,9-31-10427 1</inkml:trace>
  <inkml:trace contextRef="#ctx0" brushRef="#br2" timeOffset="-4753.39">16817 9816 16459 0,'0'-19'1800'16,"6"-43"3482"0,4 51-3378-1,-3 31-416 1,-10 49 1033-1,-12 49-1057 1,15-118-1464 0,-9 144 688-16,19 6-472 15,16-8-104 1,-2-26-192 0,-14-80-56-1,-8-39-4433 1,7-64-17491-1</inkml:trace>
  <inkml:trace contextRef="#ctx0" brushRef="#br2" timeOffset="-4571.69">17068 9924 22676 0,'-3'-5'2377'16,"-10"-16"2056"-1,10 9-3201 1,6 41-1448 0,-1 48-3873-1,-5-13-15587 1</inkml:trace>
  <inkml:trace contextRef="#ctx0" brushRef="#br2" timeOffset="-4390.5">17028 10243 17619 0,'0'-12'2905'0,"-4"-22"624"16,4 72 463 0,7 28-3391-1,14 33-497 17,-8-29-5097-17,-8-54-10675-15</inkml:trace>
  <inkml:trace contextRef="#ctx0" brushRef="#br2" timeOffset="-4059.14">17191 10234 18996 0,'0'-6'5201'16,"-3"6"-3497"0,9 55-1280-1,3 48-120 1,-7-2-232-1,-8-64-40 1,6-37-32 0,-6 4 504-16,3-65-344 31,42-53-216-15,12 22 40-1,-11 55 80 1,-27 50 120-1,-10 60 425 1,-3 20-385 0,16-13-392-1,31-52-5594 1,-10-26-8913 0</inkml:trace>
  <inkml:trace contextRef="#ctx0" brushRef="#br2" timeOffset="-3527.15">17616 10249 16827 0,'-4'-31'4193'0,"-30"11"-424"16,-6 57-2953 15,17 56 48-15,17 19-344-1,33-19-544 1,-27-93 24-16,50 30 112 15,-14-46-112 1,-10-73-72 0,-6-30 72-1,-13 38 72 1,-7 70 328 0,0 79 441-1,9 75 327 1,12 62-784-1,6 2-400 1,-18-91-136 0,-49-87 168 15,-40-64-96-15,2-49 8-1,24-18 256 1,20 54-80-1,31 48 352 1,36 12 200 0,48 24-208-1,34-29-160 1,2-14-416 0,-33-33-5305-1,-54 1-11707 1</inkml:trace>
  <inkml:trace contextRef="#ctx0" brushRef="#br2" timeOffset="-3278.34">17876 10186 21612 0,'-9'-34'4345'15,"22"17"-1840"1,60 10-1921-1,7 28 288 1,-46 18-800 0,-35 29 40-1,1-68-112-15,-75 104-312 16,7-8 528 0,48-74-4929-1,24-30-11475 1</inkml:trace>
  <inkml:trace contextRef="#ctx0" brushRef="#br2" timeOffset="-3061.85">18162 9907 21612 0,'-3'-18'3625'16,"-4"-2"160"-1,7 83-2217 1,12 88-648-1,9 84-208 1,20-61-824 0,-41-174 112-16,36 96-304 15,-24-90-4641 1,-10-59-11786 0</inkml:trace>
  <inkml:trace contextRef="#ctx0" brushRef="#br2" timeOffset="-2876.51">18431 9928 21756 0,'0'0'1689'0,"-6"0"2351"15,3 45-3311 17,3 68-193-17,6 20-584 1,-3-39-2697-1,-3-94 2745-15,2 10-18596 0</inkml:trace>
  <inkml:trace contextRef="#ctx0" brushRef="#br2" timeOffset="-2538.49">18578 9898 23132 0,'0'3'1505'0,"0"20"687"16,19 24-751-1,8 40-1289 1,-17 33-184 0,-57-15-176-1,47-105 208 1,-77 43-505 0,11-45 241-1,52-75-8 1,25-8 312-1,13 49 256 1,2 40-120 0,20 46 104-1,5-2-328 1,12-15-10650 0,-48-33-8-16</inkml:trace>
  <inkml:trace contextRef="#ctx0" brushRef="#br2" timeOffset="-2390.7">18651 10106 22756 0,'0'0'0'0,"-15"-25"4073"15,19 25-2200 17,70-16-1929-17,2-10-3617 1,-36-5-14355-16</inkml:trace>
  <inkml:trace contextRef="#ctx0" brushRef="#br2" timeOffset="-2203.46">18829 9735 18916 0,'0'0'0'0,"-16"-34"7329"16,7 55-4312-1,1 67-1689 1,18 37-1016-1,26 10-1272 1,-36-135 960 0,17 138-288-16,-53-20-20365 15</inkml:trace>
  <inkml:trace contextRef="#ctx0" brushRef="#br2" timeOffset="-1993.17">18605 10326 21420 0,'-2'3'2593'16,"-10"33"1768"-1,12-3-2393 1,10 63-1520 0,19 28-480-1,-15-41-2160 1,-14-83 2192-1,3 14-20501-15</inkml:trace>
  <inkml:trace contextRef="#ctx0" brushRef="#br2" timeOffset="-1541.95">18744 10396 14771 0,'2'-39'7697'15,"21"35"-5544"1,12 37-1649-1,-16 42-280 1,-25 37-16 0,-41-2-376-1,47-110 168-15,-41 56-520 16,26-58-144 0,1-54-273-1,5 8 1001 1,9 9 705-1,9 23-121 1,25 13-120 0,5 30-440-1,-16 9-32 1,-19 13 0 15,-56 4 168-15,4-11 128-1,39-35-192 1,22-7 608 0,59-13-512-1,11 7-4337 1,-46 6-11218-16</inkml:trace>
  <inkml:trace contextRef="#ctx0" brushRef="#br2" timeOffset="-1447.6">19069 10798 21324 0,'-19'-6'6137'16,"10"-2"-3544"0,9 5-5130-1,9 13-17507 1</inkml:trace>
  <inkml:trace contextRef="#ctx0" brushRef="#br2" timeOffset="14478.03">26728 10486 17243 0,'-15'-33'3465'16,"-4"8"104"-1,17 46-2441 1,-16 87 240 0,-9 64-360-1,-10 75-711 1,37-247-297 0,-29 173-137-16,26-119 41 15,26-84-17427 1</inkml:trace>
  <inkml:trace contextRef="#ctx0" brushRef="#br2" timeOffset="14877.27">26781 10425 19188 0,'0'-47'3264'16,"29"-19"-1207"-1,23 53-1873 1,19 69-72 0,-31 40-216-1,-47 7 152 1,7-103-48-16,-79 89-152 16,-40-15 360-1,8-57 152 1,73-50-120-1,60-32-40 1,14 45-176 0,11 35 32 15,19 72 848-15,3 23-512-1,-3-26-408 1,-10-36-304-1,-17-39-16899 1</inkml:trace>
  <inkml:trace contextRef="#ctx0" brushRef="#br2" timeOffset="15204.18">27256 10489 20836 0,'-19'17'1496'0,"5"-4"1745"16,90-7-1281-1,103 4-2064 1,-3-8 680-1,-77 5-544 1,-99-7-32-16,18 8-344 16,-50-8-5177-1,-31 3-12435 1</inkml:trace>
  <inkml:trace contextRef="#ctx0" brushRef="#br2" timeOffset="15359.94">27563 10476 8337 0,'0'0'0'0,"0"-25"11915"16,0 43-10075-1,-10 55 1897 1,-1 28-2241 0,-2 37-1288 15,13-138-208-31,-20 159-480 16,17-50-1872-1,17-92-13780-15</inkml:trace>
  <inkml:trace contextRef="#ctx0" brushRef="#br2" timeOffset="15704.11">27978 10596 17403 0,'-8'-28'4585'0,"-11"-14"-944"16,-15 57-2945-1,-21 95-248 1,29 40 48 0,51-39-304 15,-25-111-192-31,68 43 160 16,24-81 176-1,-15-68-111 1,-30-27 47-1,-35 12 640 1,-50 67 160 0,-24 43-920-1,-41 82-152 1,81 18-3465 0,44-50-13786-1</inkml:trace>
  <inkml:trace contextRef="#ctx0" brushRef="#br2" timeOffset="16139.72">28667 10530 18099 0,'0'-36'4129'15,"-23"-30"-432"1,-18 51-2873-1,-36 71-1000 1,30-10 584 0,20 12-1088-1,27-58 680-15,2 51 272 16,36 3 136 0,3 17-528-1,-13 26 88 1,-23 6 24-1,-57-31 248 1,-33-49-136 0,-24-26 1513-1,35-47-1001 17,57-17-328-17,35 1-336 1,35 50-9282-1,-34 16-2665-15</inkml:trace>
  <inkml:trace contextRef="#ctx0" brushRef="#br2" timeOffset="16291.63">28937 11246 27109 0,'-4'-3'736'0,"-7"-4"545"0,11 5-1041 16,-15 28-17284-1</inkml:trace>
  <inkml:trace contextRef="#ctx0" brushRef="#br2" timeOffset="70311.53">29115 10742 13042 0,'-19'-7'4425'0,"8"-2"1873"16,8 1-4250 0,13 8-1328-1,43 0 32 1,27 0-168 15,-80 0-584-31,95-6 505 16,-22 14-577-1,-35 9-3953 1,-20-14-12019-16</inkml:trace>
  <inkml:trace contextRef="#ctx0" brushRef="#br2" timeOffset="70655.28">29350 10501 12762 0,'-19'-18'4657'0,"-13"-1"1801"16,29 6-4322 0,23 20-1904-1,25 32 224 1,8 5-408-1,-53-44-48 1,44 37 800 0,-18 1-696-1,-10-8 160 1,-13 5-136 0,-11 23 697-1,-52 34-889 1,-29 27 1096-1,-5-3-1152 1,50-45-5185 0,44-76-7458-16</inkml:trace>
  <inkml:trace contextRef="#ctx0" brushRef="#br2" timeOffset="71125.98">30082 10487 20492 0,'-7'-17'4297'0,"-16"17"-1305"15,-37 84-2832 1,-25 16-248 0,17-24-352-1,38-51-2832 1,30-25 3272-1,23-26-12451-15,36-49 2609 16,-32 38 22501 15,-20 31-6058-15,0 35-2864 0,21 24-2921-1,11 3-504 1,-13-7-3489-1,-19-33-12274 1</inkml:trace>
  <inkml:trace contextRef="#ctx0" brushRef="#br2" timeOffset="71327.15">30120 10318 20836 0,'0'-12'2216'0,"0"-13"1161"16,8 50-1953-1,9 65-423 17,-13 58-257-17,-17 9-856 1,13-157 112-16,-35 165-4041 16,13-98-12603-16</inkml:trace>
  <inkml:trace contextRef="#ctx0" brushRef="#br2" timeOffset="71715.51">29935 10906 18195 0,'-3'-9'4217'0,"8"3"-3729"16,57-2-96 0,16 10-376-1,-43 21-328 1,-58 15 136-1,23-38 176 1,-75 30-24-16,27-18 344 31,42-17 33-15,48-20-417 0,18 2-305-1,-30 26-111 1,-50 39 616-1,-53 20 625 1,23 4 1927 0,38-21-1256-1,50-19-1328 1,64-12 16 0,34-42-20340-1</inkml:trace>
  <inkml:trace contextRef="#ctx0" brushRef="#br2" timeOffset="71906.84">30478 10555 24749 0,'-17'-19'2168'16,"9"-2"-39"-1,-5 61-1473 1,-48 86-640-1,-24 21-1056 1,15-81-5738 0,70-66 6778-1,-16 7-14587-15</inkml:trace>
  <inkml:trace contextRef="#ctx0" brushRef="#br2" timeOffset="72064.23">30295 10779 15747 0,'9'0'4673'15,"34"0"-40"1,6 39-4241-1,5 21-40 1,-35-1-3193 15,-15-52-12242-31</inkml:trace>
  <inkml:trace contextRef="#ctx0" brushRef="#br2" timeOffset="72250.68">30589 10396 21316 0,'-6'-20'3937'16,"2"-1"-632"0,16 76-1793-1,16 113-1312 1,-11 58-184 0,-3-29-1240-1,-14-197 1224 1,2 59-18388-16</inkml:trace>
  <inkml:trace contextRef="#ctx0" brushRef="#br2" timeOffset="72456.91">30719 10626 22332 0,'0'-21'1913'15,"56"-35"-41"1,49 30-880-1,-17 44-776 1,-72 41 24 0,-73 38 240-1,57-97-480 1,-92 90-72-16,23-53-2960 16,60-37-12764-1</inkml:trace>
  <inkml:trace contextRef="#ctx0" brushRef="#br2" timeOffset="72714.5">31046 10348 23405 0,'0'0'0'0,"-2"-36"4080"31,2 63-2831-15,0 101-769-1,11 29-360 1,5-41-408-1,-16-116 288 1,12 18 48-16,-1-43 0 16,38-57-8-1,14 16-40 1,-26 49-464 0,-23 40-19269-1</inkml:trace>
  <inkml:trace contextRef="#ctx0" brushRef="#br2" timeOffset="72911.58">30865 10906 19468 0,'0'0'0'16,"-39"52"5529"0,59-10-2609-1,69 12-2055 1,30-16-705-1,-6-19-976 1,-113-19 816 0,113-26-22053-16</inkml:trace>
  <inkml:trace contextRef="#ctx0" brushRef="#br2" timeOffset="73188.9">31504 10530 20532 0,'0'-19'4929'16,"0"-9"-1832"-1,1 28-3025 1,-28 108-208 15,-82 59-489-15,53-113-919 0,56-54 1544-16,-21 0-9234 15,43-59 6330 1,28 21 4064-1,-7 30 1752 1,-1 19-887 0,5 24-1713-1,5 4-4793 1,-31-23-7922 0</inkml:trace>
  <inkml:trace contextRef="#ctx0" brushRef="#br2" timeOffset="73347.88">31569 10660 17211 0,'0'0'0'0,"-7"-2"6586"16,3-3-5162 0,41-10-1272 15,38-12-552-15,-2-6-9690-1,-59 26 1000-15</inkml:trace>
  <inkml:trace contextRef="#ctx0" brushRef="#br2" timeOffset="73488.38">31768 10400 13938 0,'-10'-8'5658'16,"-17"-6"559"0,13 25-4801-1,21 46-896 1,40 34-632 0,-4 39-136-1,-43-130 248 1,-17 172-9242-16,-17-87-3896 15</inkml:trace>
  <inkml:trace contextRef="#ctx0" brushRef="#br2" timeOffset="73725.4">31538 11057 7697 0,'0'0'0'0,"-7"-21"10690"15,11-10-8969 17,55 14-409-17,14 30-936 1,-24 41 280-1,-49-54-656 1,11 75 1345-16,-84 0 247 16,-109-30-448-1,59-78 449 1,100-47 607 0,106-31-5257-1,-23 64-13490 1</inkml:trace>
  <inkml:trace contextRef="#ctx0" brushRef="#br2" timeOffset="74141.89">32124 10608 21940 0,'0'0'0'0,"0"-28"1801"0,41-3-1249 16,26 37-544-1,-24 43-1377 1,-30 1 3658 0,-13-50-2289-1,-60 27 1224-15,-22-19-384 32,36-48-520-17,58-15-688 1,58 10-5345-1,-35 32-12571-15</inkml:trace>
  <inkml:trace contextRef="#ctx0" brushRef="#br2" timeOffset="74440.2">31934 10829 19436 0,'0'0'0'0,"-24"2"6305"15,9 4-4937 1,62-6-1120-1,89-11-280 1,28-14 4737 0,-164 25-4705-1,102-12-800-15,-87 10 608 32,-86 26-3953-17,-25 39 5506 1,24 27-969-1,52 25-272 1,45 23-1265 0,42-95-20019-1</inkml:trace>
  <inkml:trace contextRef="#ctx0" brushRef="#br2" timeOffset="74611.96">32653 10492 27677 0,'2'-6'4057'0,"6"-5"-3024"16,-2 7-1033-1,-7 39 0 17,-20 16-2641-17,-54 79-20484-15</inkml:trace>
  <inkml:trace contextRef="#ctx0" brushRef="#br2" timeOffset="74732.9">32541 10681 22900 0,'4'-2'3089'15,"23"-12"944"1,23 1-3833 0,17 4-920-1,-15 13-24390 1</inkml:trace>
  <inkml:trace contextRef="#ctx0" brushRef="#br2" timeOffset="75045.94">32265 10892 15611 0,'-18'-5'4369'0,"-6"-14"1664"32,40 1 721-17,74 5-8747 1,9-3 3937-1,31-2-2184 1,-130 18 240-16,123-19 0 16,-29 3 289-1,-64 13-289 1,-56 27 0 0,-24 20 0-1,4 19 0 1,14 13 0-1,21 7 0 1,11-4-25654 0</inkml:trace>
  <inkml:trace contextRef="#ctx0" brushRef="#br2" timeOffset="75177.24">32754 11279 26301 0,'0'0'1112'0,"2"0"4242"16,2-3-5354 0,10 3 0-1,-2 4-20125 1</inkml:trace>
  <inkml:trace contextRef="#ctx0" brushRef="#br2" timeOffset="76104.81">28650 11817 14915 0,'-73'-38'5897'16,"39"31"-264"-1,47 4-4473 1,128 3-407 0,106-39-513-1,-68 30-464 17,-179 9 224-32,69 11-7538 15,-66-9-4537-15</inkml:trace>
  <inkml:trace contextRef="#ctx0" brushRef="#br2" timeOffset="76245.89">28862 11757 15195 0,'0'0'0'0,"-62"51"7625"15,36 27-2512 1,19 77-3952 0,-8 87-753-1,20-69-832 1,-5-173 424-1,44 71-19252-15</inkml:trace>
  <inkml:trace contextRef="#ctx0" brushRef="#br2" timeOffset="76570.45">29116 12173 13850 0,'-10'-38'9298'16,"-10"28"-5441"-1,-16 84-3785 1,1 37 152 0,30-21-448-1,11-60 360 1,-6-30-136-16,27-5-88 16,20-86 512-1,-10 4-456 1,-26 66 136-1,-11 35-400 1,7 46 360 0,31 5-272-1,44-40-2888 1,-29-31-13012 0</inkml:trace>
  <inkml:trace contextRef="#ctx0" brushRef="#br2" timeOffset="76886.43">29541 12114 17403 0,'0'0'0'0,"0"-63"6794"16,-24 48-3850-1,-37 66-2128 1,-14 33-503 0,58-36-546-1,17-48 233 1,20 32-136-16,27-8 32 15,-4 23 16 1,-19-4-104 0,-24-1 472-1,-60-17-160 1,-8-6-168 0,33-23-320 15,47-102-15747-16,4 70 7873-15</inkml:trace>
  <inkml:trace contextRef="#ctx0" brushRef="#br2" timeOffset="77092.68">29658 11754 18788 0,'0'0'0'0,"5"-106"8121"15,3 100-5264 1,8 89-1969-1,-36 107-888 1,-33 87-168 0,53-277 168-1,-40 170-200-15,36-120-872 16,46-95-5706 0,24-53-10209-1</inkml:trace>
  <inkml:trace contextRef="#ctx0" brushRef="#br2" timeOffset="77339.45">29797 12098 11410 0,'6'-19'6337'16,"4"-2"-1272"0,-10 27-3984-1,-20 62 287 1,-52-3-1424 0,14-33 216-1,58-32-160-15,-13 4 336 16,14-7-520-1,36-1 200 1,29 25-184 0,16 30 448-1,31 16-1624 1,-57-31-14876 0</inkml:trace>
  <inkml:trace contextRef="#ctx0" brushRef="#br2" timeOffset="77444.83">30099 12527 25253 0,'-17'20'3033'16,"13"-12"287"-1,20-16-2352 1,40 12-20236 0</inkml:trace>
  <inkml:trace contextRef="#ctx0" brushRef="#br2" timeOffset="78721.55">30681 11760 16531 0,'0'-3'1168'16,"0"-13"3465"0,0 27-3633-1,-48 78-575 1,-40 46-593 0,2-15-1761-1,86-120 1929 1,-22 18-15563-16</inkml:trace>
  <inkml:trace contextRef="#ctx0" brushRef="#br2" timeOffset="78874.93">30600 11947 16043 0,'25'0'1880'15,"32"12"1745"1,19 13-2633 0,-19 17-2448-1,-53-8-12283 1</inkml:trace>
  <inkml:trace contextRef="#ctx0" brushRef="#br2" timeOffset="79139.06">30579 12062 17843 0,'0'-2'1113'16,"12"4"-449"0,22 47 784-1,-20 46-800 1,-69 23-376-1,-42-22-416 1,97-96 144 0,-64 16 120-16,44-37-120 15,25-25 0 1,40 24 184 0,20 18 744-1,37 23-247 16,47 30-585-15,-38-16-15676-16</inkml:trace>
  <inkml:trace contextRef="#ctx0" brushRef="#br2" timeOffset="79487.64">30879 11899 14699 0,'-11'-63'4905'0,"37"-24"-3353"16,49 79-1184 0,1 68-304-1,-45 19-56 1,-63-3 72 0,32-76-80-1,-90 47-360-15,15-56 240 31,29-45 512-15,44 37-536 0,12 20-64-1,14 70-88 1,9 19 192 0,0-6-480-1,-8-69-6210 1,5-39-3664-1</inkml:trace>
  <inkml:trace contextRef="#ctx0" brushRef="#br2" timeOffset="79783.47">31033 12026 7465 0,'4'-10'6161'0,"-2"-2"-2008"15,3 36-3000 1,12 46-17 0,-14 26-720-1,-51-3-128 1,48-93-288-1,-98 87 0 1,-11-70-96 0,57-38 360-1,44-2 632 1,42 8-200 0,71 12 705-1,36-2-841 1,-3 5-416-1,-16-5-9706 1,-98-7-328-16</inkml:trace>
  <inkml:trace contextRef="#ctx0" brushRef="#br2" timeOffset="80275.1">31359 11905 14475 0,'-6'-30'3072'0,"-8"-23"217"31,18 52-2577-15,32 1-1072-1,7 9 536 1,-24 5-408 0,-19-14 232-16,-14 36 224 15,-62 21-88 1,5-10 400-1,53-27-656 1,19-13 16 0,43-2 120-1,17 20-840 1,-27 21 768 0,-27-4 56-1,-56 18 256 1,-60 12 344 15,-5-28-640-15,61-44 24-1,41-22-24 1,57 8 72 0,37 10 40-1,25 8 152 1,-11 30-800-1,-43-16 552 1,-29-10-15155 0</inkml:trace>
  <inkml:trace contextRef="#ctx0" brushRef="#br2" timeOffset="80483.53">31572 11790 19284 0,'0'-4'2472'0,"-3"-3"201"16,3 42-1881-1,0 77-408 1,0 76-232 0,0 36-176-1,0-224 24-15,0 144-6945 16,0-122-8611-16</inkml:trace>
  <inkml:trace contextRef="#ctx0" brushRef="#br2" timeOffset="80768.57">31779 11923 12962 0,'0'0'0'0,"8"-33"6810"16,11 2-4490-1,1 26-2024 1,-15 63 232-1,-16 31-488 17,11-89-40-32,-31 86-56 15,21-39 264 1,15-30-120 0,47-18-128-1,24-13-136 1,-15 8-9202-1,-55 6 737-15</inkml:trace>
  <inkml:trace contextRef="#ctx0" brushRef="#br2" timeOffset="80920.59">31711 12287 13634 0,'-17'0'2257'16,"-22"11"2360"0,25 12-3825-1,47 13 384 1,47-19-304-1,32-14-535 1,-112-3-337 0,98-15-2345-1,-56 14-15179-15</inkml:trace>
  <inkml:trace contextRef="#ctx0" brushRef="#br2" timeOffset="81334.96">31804 12487 11266 0,'2'-4'2392'16,"9"-13"2794"0,-1 6-3778-1,-9 11-344 1,-3 28 1201-1,-5 29-1297 1,7-57-968 0,7 53 352-16,42-19-16 15,31-25-264 1,12-30-1928 0,-47 3-13756-1</inkml:trace>
  <inkml:trace contextRef="#ctx0" brushRef="#br2" timeOffset="81582.39">32325 12151 18339 0,'0'-53'9322'15,"4"-15"-5361"1,0 53-2816-1,-23 72-7395 1,-58 65 6642 0,-41 23-4993-1,118-145 4601-15,-80 98-19156 16</inkml:trace>
  <inkml:trace contextRef="#ctx0" brushRef="#br2" timeOffset="81688.16">32183 12312 12658 0,'0'0'0'0,"12"-5"5433"15,21-1-3968 17,-5 23-1265-17,0 32 4497 1,-10-25-22765 0</inkml:trace>
  <inkml:trace contextRef="#ctx0" brushRef="#br2" timeOffset="81897.05">32444 11968 25141 0,'0'0'2344'0,"-3"0"1009"16,2 22-1569 0,25 55-1639-1,-7 10-145 1,-4 23 0-1,-13-110 0 1,13 115-10395-16,-9-90-3416 16</inkml:trace>
  <inkml:trace contextRef="#ctx0" brushRef="#br2" timeOffset="82103.48">32613 12144 16323 0,'0'0'0'0,"10"-36"5929"15,28-3-2024 1,0-11-2825 0,19 21-752-1,-23 31 393 1,-34-2-721 0,14 48 584-16,-21 15-2273 15,-21-15-19011 1</inkml:trace>
  <inkml:trace contextRef="#ctx0" brushRef="#br2" timeOffset="82374.13">32952 11790 21732 0,'0'0'0'0,"0"0"5665"15,0 3-4744 1,-7 30-41-1,7 34-472 1,5 23-512 0,-5-90 104-1,19 96-48-15,8-31 1000 16,-3-48-304 0,4-35-800-1,5-22 2017 1,5 14-30664-1</inkml:trace>
  <inkml:trace contextRef="#ctx0" brushRef="#br2" timeOffset="82583">32741 12437 13602 0,'0'0'0'0,"-6"5"7610"16,0 9-2593-1,6 10-1800 1,28 10-2025 0,23-1-808-1,-51-33-384 1,81 15 304-16,8-11-5529 16,-46-10-13747-1</inkml:trace>
  <inkml:trace contextRef="#ctx0" brushRef="#br2" timeOffset="83078.19">33294 11893 22068 0,'0'-4'5393'16,"2"-14"-87"-1,2 4-5306 1,1 14 0-1,1 72 0 1,3 61 0 0,-9-133 0-16,14 175 0 15,4 3 0 1,-2-43 0 0,-7-61 0-1,-33-57 0 1,-23-26 0-1,-15-29 0 1,5 1 0 0,32 3 0 15,33 5 0-15,66 1 0-1,37-1 0 1,9 2 0-1,-23 8 0 1,-60 12 0 0,-48 42 0-1,-48 29 0 1,-22 25-10275 0,61-64-5192-16</inkml:trace>
  <inkml:trace contextRef="#ctx0" brushRef="#br2" timeOffset="83486.64">32853 12150 13066 0,'0'0'2737'0,"-2"-3"4784"16,-8 0-3752 0,-11 24-2336-1,-23 29-1033 1,5 8-20957-1</inkml:trace>
  <inkml:trace contextRef="#ctx0" brushRef="#br2" timeOffset="140383.61">2327 12229 10706 0,'-3'0'1976'0,"-13"13"1425"16,4-11 480-1,12-8-2969 1,7 55 912-1,9 60-1136 17,-16-109-688-32,8 122 57 15,-4-39 183 1,-4-50 1104 0,-4-34 456-1,11-81-1856 1,41-68 16-1,9 14 8 1,-30 88-352 0,-16 75 536-1,-3 84-32 1,-6 23 80 0,0-38-80-1,1-62 48 1,0-34 448 15,14-55-175-15,36-45-153-1,21-16-376 1,-59 111-48 0,1 46 240-1,1 26 32 1,16 2-112-1,-11 9-1025 1,8-26-3840 0,8-49-632-1,24-49 440 1,-11-36 5001 0,-17-6 2009-1,6 1 1663 1,-30 34 185-1,-15 49-1200 17,-32 55-2265-17,-8 58-64 1,32-18-64 0,23-42 64-1,27-30 0 1,9-23 320-1,0-65-248 1,-22-42-120 0,-20 17-16-1,-43 42 416 1,20 46-536 0,-7 23-448-1,23 34-3985 1,29-43-11802-1</inkml:trace>
  <inkml:trace contextRef="#ctx0" brushRef="#br2" timeOffset="140567.61">3131 12291 18740 0,'0'0'0'15,"-6"-9"4528"-15,53 0-2839 0,86-41-633 0,10 9-944 16,-38 45-848 0,-105-4 736-1,33 36-13747-15,-33-33 5905 0</inkml:trace>
  <inkml:trace contextRef="#ctx0" brushRef="#br2" timeOffset="140717.89">3349 12083 15483 0,'0'0'0'0,"-27"-47"8138"15,26 47-5402 17,4 39-1952-17,25 76-480 1,-14 60-184 0,-13 10-5273-1,-1-185 5153-15,1 69-15283 0</inkml:trace>
  <inkml:trace contextRef="#ctx0" brushRef="#br2" timeOffset="141010.69">3706 12280 13370 0,'2'-21'5177'16,"9"37"-3024"-1,-4 91-273 1,-25 12-1608-1,-28-43 689 1,-30-49 1423 15,76-27-2384-31,-71-16 2385 16,43-60-1465 0,55-54-688-1,44 17-904 1,6 93-7906-1,-54 20-3225-15</inkml:trace>
  <inkml:trace contextRef="#ctx0" brushRef="#br2" timeOffset="141274.8">3912 12260 19100 0,'-2'0'2488'0,"2"2"-1320"16,25 69 777-1,14 60-1273 17,-9-31-496-17,-23-50 616 1,-7-50-792-16,-6-3 2577 16,-25-53-1537-1,23-71-840 1,63-47-200-1,8 72-304 1,16 102-19220 0</inkml:trace>
  <inkml:trace contextRef="#ctx0" brushRef="#br2" timeOffset="141782.75">4216 12741 22508 0,'0'0'0'0,"-9"-14"1657"16,74-12-1073-1,79 19-296 1,42 28-1736 0,-83-14-13620-1</inkml:trace>
  <inkml:trace contextRef="#ctx0" brushRef="#br2" timeOffset="142024.41">5209 12255 14043 0,'0'0'0'0,"-69"-97"10122"31,11 73-7898-15,-10 60-1864 0,29 36-104-1,30 41-32 1,9-113-224-1,35 134 56-15,34-33-1552 16,21-77-16564 0</inkml:trace>
  <inkml:trace contextRef="#ctx0" brushRef="#br2" timeOffset="142292.46">5396 12249 14139 0,'0'-24'4721'0,"12"18"-3561"15,6 75 704 1,-10 52-1400 0,-53-12 889 15,-39-68 919-15,84-41-2272-16,-75 2 2793 15,28-70-1601 1,50-55-1096-1,71 4-832 1,3 67-9674 0,-56 50-649-16</inkml:trace>
  <inkml:trace contextRef="#ctx0" brushRef="#br2" timeOffset="142635.14">5562 12182 20700 0,'0'0'1168'0,"0"0"-1168"15,9 37 3817 1,8 77-3249 0,-4 14-280 15,-17-56-8-15,4-72-280-16,-34 17 360 15,17-42 376 1,28-85-616-1,51-40-63 1,6 43 31 0,-46 85-209-1,-13 59 746 1,-7 59-129 0,8 14-296-1,16-41-904 1,15-46-19869-1</inkml:trace>
  <inkml:trace contextRef="#ctx0" brushRef="#br2" timeOffset="142820.78">5863 12129 22740 0,'0'0'0'0,"-26"-14"4881"16,27 7-3000-1,80 2-1881 1,38 0 120 0,-22 18-1056-1,-97-13 936 1,44 23-19429-16</inkml:trace>
  <inkml:trace contextRef="#ctx0" brushRef="#br2" timeOffset="142984.33">6009 11880 21028 0,'-3'-16'3057'0,"-3"5"1040"16,4 48-2793 15,2 110-120-15,2 56-1200-1,6 12-2232 1,-8-215 2248-16,14 95-18380 0</inkml:trace>
  <inkml:trace contextRef="#ctx0" brushRef="#br2" timeOffset="143251.18">6231 12158 13642 0,'-4'-6'8402'0,"-8"-5"-5849"15,0 89-1025 1,21 64-1608-1,11-37-96 1,-13-68 392 0,-7-37-216-1,-4 0 1240-15,-13-84-351 32,30-66-521-17,53 6-320 1,6 94-2145-1,-30 61-15211 1</inkml:trace>
  <inkml:trace contextRef="#ctx0" brushRef="#br2" timeOffset="143522.07">6527 12228 13346 0,'25'-20'6090'15,"20"-1"-2690"1,10 46-2687-1,-18 50-193 1,-33 21 1056 0,-57-28 8-1,53-68-1584 1,-86 17 1609 0,21-56-209-1,34-54-1536 1,53-15 256-1,54 27-552 1,0 45-18684 0</inkml:trace>
  <inkml:trace contextRef="#ctx0" brushRef="#br2" timeOffset="143787.38">6801 11647 21004 0,'0'0'0'0,"0"-83"6049"16,0 61-3200 0,11 64-2313-1,0 100 376 17,-25 111-1096-17,14-253 184-15,-8 267 536 16,-9-49-648-1,10-130 160 1,9-79-1920 0,42-77-18669-1</inkml:trace>
  <inkml:trace contextRef="#ctx0" brushRef="#br2" timeOffset="143986.42">7044 11601 21804 0,'0'-39'3505'0,"0"3"952"16,0 69-3569 0,0 116-232-1,0 64-536 1,-10 51-448 15,10-264 328-31,-12 259-1736 16,48-159-20333-1</inkml:trace>
  <inkml:trace contextRef="#ctx0" brushRef="#br2" timeOffset="144316.44">7181 12192 22900 0,'-16'-15'4017'16,"16"4"-1856"-1,15 17-1753 1,61 9-296-1,15-13-1272 1,-41-26 2224 0,-50 24-1064-1,20-49 80-15,-54-5-744 32,-26 43 600-17,3 33 776 1,30 57-240-1,30 13-184 1,55-9-40 0,11-1-1424-1,1-61-5546 1,-20-57-11754 0</inkml:trace>
  <inkml:trace contextRef="#ctx0" brushRef="#br2" timeOffset="144579.19">7569 12144 10234 0,'2'-34'6529'0,"9"-82"2097"15,-9 98-4601 1,2 50-4041 0,7 101 688-1,-2 55-40 1,-9-188-632 0,10 107-48-1,-2-92 344 1,4-76 80-1,52-104-240 1,29-12-88 0,-17 67-208-1,-32 100-688 1,4 83-5705 0,-18-26-9387-1</inkml:trace>
  <inkml:trace contextRef="#ctx0" brushRef="#br2" timeOffset="144678.57">8199 12311 22132 0,'0'-1'2809'0,"4"-26"1048"16,-1 5-4145-1,-6 18-16724 1</inkml:trace>
  <inkml:trace contextRef="#ctx0" brushRef="#br2" timeOffset="145726.32">1941 14000 18932 0,'-3'-14'1832'16,"0"-53"1361"-1,7-8-633 1,25 40-2592 0,1 63 512-1,5 80 304 1,-35-108-784-1,34 132-40-15,-8-48 248 16,-12-74 921 0,0-39-369-1,4-63-624 1,10-6-304 15,-15 67-528-15,-9 55 680-1,8 49 336 1,24 0-16 0,5-53 296-1,-2-51 96 1,9-53-776 0,-3-18-168-1,-9 6-2577 1,-9-6-7329-1,-6-9 1784 1,-15 10 12931 0,-9 7 3801-1,0 16-4577 1,5 44-3049 15,9 43 240-15,5 94-279-1,-13 111-881 1,-3 48 264 0,-13-63-56-1,6-132 680 1,7-106-416 0,21-89 296-1,38-1-864 1,-17 75-40-1,-35 68 160 1,1 87 432 0,-2-7 72-1,1-39-552 1,-5-36-4433 0,19-39-14083-1</inkml:trace>
  <inkml:trace contextRef="#ctx0" brushRef="#br2" timeOffset="145868.14">2801 13624 20020 0,'0'-16'2208'0,"-13"-49"3201"16,13 43-4712 0,14 51-1778-1,-10 90-10417 1,-4-81 1712-16</inkml:trace>
  <inkml:trace contextRef="#ctx0" brushRef="#br2" timeOffset="146015.61">2782 13940 14123 0,'-6'0'6537'0,"4"0"-4265"16,2 24-335 0,10 39-1553-1,-3-8-440 16,-1 5-7690-15,-6-60 7746-16,16 2-13971 0</inkml:trace>
  <inkml:trace contextRef="#ctx0" brushRef="#br2" timeOffset="146210.11">3032 13361 13882 0,'-10'-77'11227'16,"-5"62"-7290"-1,1 76-4041 1,-19 125 272 0,30 10-352-1,19-17-112 1,-16-179 296 0,33 127-11075-16,-20-113 329 15</inkml:trace>
  <inkml:trace contextRef="#ctx0" brushRef="#br2" timeOffset="146546.69">3125 13772 21452 0,'-13'-3'1776'0,"-10"6"-63"16,26 10-409 0,51 8-832-1,13-21-48 1,-15-6-48-1,-52 6-376 1,10-28 528-16,-17-29-776 16,-40-15-32-1,-16 64-288 1,-3 77 528 0,30 36 528 15,33-5 345-16,49-44-569 1,26-16-128 0,19-4-3065-1,-41-20-13915-15</inkml:trace>
  <inkml:trace contextRef="#ctx0" brushRef="#br2" timeOffset="146667.26">3553 14048 24357 0,'-4'-12'1544'0,"-8"-31"705"16,12 48-2185 0,0 51-17492-1</inkml:trace>
  <inkml:trace contextRef="#ctx0" brushRef="#br2" timeOffset="147406.08">3746 13536 9353 0,'4'-33'4457'15,"3"-5"665"1,-7 13-1202 0,0 4-1215-1,-10 16-1049 1,-44 85-1864 0,54-80 208-16,-69 156-176 15,47-53 104 1,22-43 48-1,25-37-224 1,18 5-9042 0,-28-23-680-1</inkml:trace>
  <inkml:trace contextRef="#ctx0" brushRef="#br2" timeOffset="147599.56">3723 13930 12290 0,'0'0'1632'0,"-6"-1"4818"31,-3-7-2257-15,6 8-3649-1,-5 65-432 1,-2 69 96 0,10-134-208-1,3 144 32-15,4-15-17228 16</inkml:trace>
  <inkml:trace contextRef="#ctx0" brushRef="#br2" timeOffset="148289.15">1955 17361 17323 0,'0'0'0'0,"-34"6"2657"15,10 51-2809 1,25 72 192 0,42 34 88-1,-4-43 128 1,-39-120-256-1,40 128-72-15,-3-4 232 16,-13-21 1448 0,-12-49 649-1,-9-32-1537 1,-12-15-368 0,-16-7-760-1,-14 2-184 1,1 13 824 15,-4 0-10554-15,30-2 607-16</inkml:trace>
  <inkml:trace contextRef="#ctx0" brushRef="#br2" timeOffset="149781.7">4193 13958 11146 0,'-8'-22'4969'16,"1"5"824"-1,7 7-3920 1,0 22-1993-1,15 63 504 17,-8 100 624-17,-7-175-1008-15,-13 262 992 16,-19 79-216 0,4 90-152-1,10-58-272 1,-6-38 537-1,7-41-193 1,3-70-240 0,11-33-520-1,16-39 328 1,7-63-528 0,-11-55 792-1,-8-11-544 1,-1 2-952-1,-29-12-9683 17,-4-41 57-32</inkml:trace>
  <inkml:trace contextRef="#ctx0" brushRef="#br2" timeOffset="150093.65">3624 16574 14139 0,'-20'-49'4048'16,"-5"-19"1394"-1,25 61-4074 1,50 34 120 0,11 48-384-1,12 46-335 1,-73-121-769 0,105 127 224-16,-28-61 696 15,-11-24-264 1,-15-27 104-1,-1-51-352 17,16-42-224-17,24-31-168 1,1-28-11186 0,-72 92-1025-16</inkml:trace>
  <inkml:trace contextRef="#ctx0" brushRef="#br2" timeOffset="151173.93">1861 15165 6977 0,'-12'-11'6945'16,"-4"-4"-5880"-1,32 0-977 1,48 0-1697 0,-39 15-6016-16</inkml:trace>
  <inkml:trace contextRef="#ctx0" brushRef="#br2" timeOffset="151329.89">2428 15247 13450 0,'0'0'336'0,"4"0"-736"16,20 5 936 15,44 0-1192-15,95-21-9274-16</inkml:trace>
  <inkml:trace contextRef="#ctx0" brushRef="#br2" timeOffset="151454.66">3035 15226 7153 0,'0'0'0'0,"38"10"6041"16,9-14-3096 0,5-5-2281-1,24 9-304 1,16 0-3721 0,-40 0-6329-1</inkml:trace>
  <inkml:trace contextRef="#ctx0" brushRef="#br2" timeOffset="151593.27">3632 15230 9225 0,'4'2'2713'15,"22"5"-544"1,27-3-1681 0,27-4-1145-1,9 0-9801-15</inkml:trace>
  <inkml:trace contextRef="#ctx0" brushRef="#br2" timeOffset="151718.43">4122 15232 4977 0,'0'0'0'0,"26"11"6793"15,37-15-4160 1,14-12-1993 0,25 11-4801-1,-76 7-2113-15</inkml:trace>
  <inkml:trace contextRef="#ctx0" brushRef="#br2" timeOffset="151947.28">4948 15223 7393 0,'16'7'5097'15,"47"18"-2272"1,26-25-1257-1,54-6-696 1,14-2-824 0,-3 8-32-1,-154 0-16-15,150 5-624 16,-16 1-10026 0</inkml:trace>
  <inkml:trace contextRef="#ctx0" brushRef="#br2" timeOffset="152975">6610 15054 14955 0,'0'0'0'0,"-38"-42"5417"15,38 37-4553 1,10 31-736-1,55 7 1440 1,24-21-87 0,-89-12-1481-1,67-23 936 1,-38-35-384 0,-38-8-128-1,-48 19-376 1,-21 50-336-1,-3 70 232 1,44 12 16 0,39 3-24-1,61-21 256 1,36-28 8 0,15-28-2696-1,-46-31-13292 1</inkml:trace>
  <inkml:trace contextRef="#ctx0" brushRef="#br2" timeOffset="153211.45">6979 15033 15323 0,'0'-13'2672'0,"-21"-10"945"15,21 44-3977 17,4 68 296-17,52 53 296 1,-33-103 1144-1,-23-39-1376-15,24 12 4185 16,-2-60-2328 0,37-125-1377-1,-18 62-464 1,-1 58-4033 0,-13 35-16884-1</inkml:trace>
  <inkml:trace contextRef="#ctx0" brushRef="#br2" timeOffset="153527.7">7226 15059 15835 0,'-7'4'1040'0,"5"8"352"15,47 1 2817 17,42-15-2288-17,14-50-801 1,-45 10-840-1,-56 42-280-15,14-50 128 16,-52 6-184 0,-42 47-224-1,11 50 64 1,26 22 512 0,29 14-104-1,48 0-184 1,23-21 48-1,15-53-2160 1,0-34-13748 0</inkml:trace>
  <inkml:trace contextRef="#ctx0" brushRef="#br2" timeOffset="153843.7">7604 15078 15131 0,'-12'-38'6649'15,"0"30"-4232"1,8 39-2569-1,-1 61 96 1,10 5 24 0,3-59-8-1,-8-38 40-15,3 5 1672 16,15-68-504 0,50-72-1120-1,10 19 128 1,-61 86-248-1,-17 44-520 1,-10 87 992 0,10 15-440-1,37-43 168 17,16-52-1216-17,-35-60-13891-15</inkml:trace>
  <inkml:trace contextRef="#ctx0" brushRef="#br2" timeOffset="154026.9">7855 14965 18363 0,'-5'-18'1769'0,"-12"-32"1487"16,25 30-1143 0,61 9-1201-1,43-5-552 1,4 17-344-1,-116-1-16 1,98 19-1664-16,-69 15-17020 16</inkml:trace>
  <inkml:trace contextRef="#ctx0" brushRef="#br2" timeOffset="154208.45">8040 14716 18459 0,'0'0'0'0,"-37"-23"6026"15,11 38-3778 1,18 71-1536 0,16 58-216-1,27 19-327 1,-35-163-169 0,10 149-897-16,-10-74-16586 15</inkml:trace>
  <inkml:trace contextRef="#ctx0" brushRef="#br2" timeOffset="154426.07">8386 14375 19348 0,'0'0'0'0,"-14"-122"6609"16,12 112-5153-1,2 36-1728 1,-10 87 152 0,-8 81 32-1,-5 9-15491 1</inkml:trace>
  <inkml:trace contextRef="#ctx0" brushRef="#br2" timeOffset="154620.77">8246 15232 19260 0,'-4'-13'2864'0,"-9"-23"2177"16,17 2-2488-1,13 24-2505 1,0 14-264 0,-8 19-3945 15,-3-17-12443-31</inkml:trace>
  <inkml:trace contextRef="#ctx0" brushRef="#br2" timeOffset="154869.29">8585 14154 18916 0,'-9'-65'4352'15,"3"55"-1319"1,6 44-3265 0,3 73 416-1,4 81 264 1,-5 22-304 15,-2-210-144-31,-21 261-8778 16,21-201-1768-16</inkml:trace>
  <inkml:trace contextRef="#ctx0" brushRef="#br2" timeOffset="154987.99">8483 15319 22068 0,'0'0'0'0,"-19"-43"4705"16,32 8-2952-1,16 46-2410 1,-21 27-15322-1</inkml:trace>
  <inkml:trace contextRef="#ctx0" brushRef="#br2" timeOffset="157950.63">9245 14913 10026 0,'-22'-9'5041'15,"-10"2"-280"1,18-1-1777-1,14 6-2608 1,25 4-95 0,54 7-9-1,-79-9-272-15,100 6 272 16,2-42 112 0,-15-51 304-1,-36-33 88 1,-11-55-464 15,-11-85-128-15,-4-45 32-1,-17 48 160 1,-32 87 857 0,-7 37-873-1,17 48 280 1,8 59-200-1,6 16-296 1,1 9-240 0,52-5 24-1,37 5 24 1,39-1 48 0,38-1 0-1,24 3-560 1,5-6 1016 15,-29 0-688-15,-114 6-624-1,-48-10-7586 1,-24-11-6633-16</inkml:trace>
  <inkml:trace contextRef="#ctx0" brushRef="#br2" timeOffset="158203.65">10512 12937 17235 0,'-16'-34'2593'0,"-14"-3"1320"0,24 26-1665 16,11 10-2208-1,44 25 184 1,29 15 56 0,-78-39-280-1,75 58-176-15,-54 33 520 16,-91 61-200 15,-64 39 152-15,49-50-592-1,75-32-18628 1</inkml:trace>
  <inkml:trace contextRef="#ctx0" brushRef="#br2" timeOffset="158455.63">11125 12814 15235 0,'0'-5'1408'0,"1"-14"-208"32,29 14-1368-17,25 47 320 1,-20 7-864 0,-20-20-11202-1</inkml:trace>
  <inkml:trace contextRef="#ctx0" brushRef="#br2" timeOffset="158939.13">11194 12972 7225 0,'-22'5'7290'16,"6"7"-4850"0,13 29-2224-1,10 16 16 1,2 1-144 0,-16-24 344-1,7-34-432 1,-39 23 528-16,-7-23 1 31,22-36-121-15,31-16-400-1,33 11-32 1,8 37-160 0,-20 46 64-1,-26 52 608 1,-49 27 504-1,-31-25 256 1,-11-44-616 0,16-32 168-1,41-28-215 1,23-23-521 0,27 6-184-1,31 10 216 1,30 14 392-1,26 14-488 17,16-5-8-17,8-8-1057 1,-72-21-16498 0</inkml:trace>
  <inkml:trace contextRef="#ctx0" brushRef="#br2" timeOffset="159112.8">11538 12737 18403 0,'-8'-16'3337'0,"-1"-14"-840"16,39 28-2585 0,26 23-104-1,-35 35-5986 1,-18-42-3568-1</inkml:trace>
  <inkml:trace contextRef="#ctx0" brushRef="#br2" timeOffset="159323.24">11518 12887 6537 0,'0'0'0'0,"-14"-3"10866"16,15-12-8961 0,65-9-1689-1,-1 11-24 1,-31 11 24-1,-34 2-216 1,-12 36 3104-16,-73 37-1999 16,0-1-1353-1,52-28-1329 1,36-37-13770 0</inkml:trace>
  <inkml:trace contextRef="#ctx0" brushRef="#br2" timeOffset="159483.16">11603 12953 13554 0,'1'-5'1449'0,"35"-23"2440"32,17 8-2425-17,-8 21-1440 1,-37 35-328 0,-75 7-11307-1,43-25 5914-15</inkml:trace>
  <inkml:trace contextRef="#ctx0" brushRef="#br2" timeOffset="160137.05">11374 13195 7417 0,'0'0'0'0,"-66"12"10818"16,53-12-6073-1,30-2-4080 1,98-48-225 0,59-12-280-1,-174 62-160 1,156-36-216-16,-80 26 160 15,-64 17 280 17,-45 42-368-17,-42 32-144 1,-13 0-1473 0,26-35-487-1,36-34 2160 1,12-12 1192-1,11-11-368 1,12-3-752 0,11 12-224-1,-10 22 376 1,-26 25 64 0,-51-6-72-1,41-17-40 1,13-19 232-1,17-3-608 17,48-10 392-17,35-8-96 1,16-6 64 0,-37 12-72-1,-50 9-184 1,-51 24 520-1,-47 33-216 1,17-8-96 0,45-6 512-1,25-16-272 1,58-10 345 0,32-11-249-1,-19 3-1153 1,-37-4-13346-1</inkml:trace>
  <inkml:trace contextRef="#ctx0" brushRef="#br2" timeOffset="160254.45">11989 13671 24181 0,'-2'-6'1024'0,"0"-29"1616"16,39 29-2183-1,-15 50-16765 1</inkml:trace>
  <inkml:trace contextRef="#ctx0" brushRef="#br2" timeOffset="162803.5">13051 12940 11258 0,'0'0'0'0,"7"-82"6657"16,2 14-967 0,-10 25-2026-1,-32 26-2423 1,-26 44-1209 0,59-27-32-1,-77 80 88-15,41 5-32 16,40-12-408-1,62 3 256 1,26 8-32 0,-18 9 128 15,-60-30 120-15,-48-40-184-1,-66-20 304 1,-12-31 512-1,37-36-272 1,57 14-520 0,33 24-3257-1,43 15-18083 1</inkml:trace>
  <inkml:trace contextRef="#ctx0" brushRef="#br2" timeOffset="163284.74">13266 12989 21548 0,'0'0'0'0,"-26"-48"6297"0,15 27-6097 32,18 52 177-17,12 91 7 1,-10 80 120-1,-18 28-416 1,9-230-88-16,-23 135-256 16,20-110 560-1,-1-82-384 1,19-103 184 0,58-104 192-1,36 14-144 1,-33 145 368-1,-31 102-704 1,-30 89 168 0,-41 34-280 15,-28-31 424-15,-2-49-56-1,27-43-144 1,18-57-552-1,21-4-6130 1,4 58-5896-16</inkml:trace>
  <inkml:trace contextRef="#ctx0" brushRef="#br2" timeOffset="163732.8">13692 12873 18355 0,'0'0'2793'0,"-6"39"400"16,6 31-689 0,11 60-1800-1,-7 40-264 17,-4-16-560-17,0-154 120-15,-6 61 32 16,-3-63 1433-1,6-99-1281 1,45-78 40 0,23-4-360-1,11 59 400 1,-26 94-664 0,-13 66 600-1,-28 53-352 1,-18-2-168-1,-41-20 656 1,-24-42-384 0,8-31 384-1,41-59 80 17,48-29-816-17,30 36-4793 1,-23 57-12083-16</inkml:trace>
  <inkml:trace contextRef="#ctx0" brushRef="#br2" timeOffset="163916.63">14066 13193 21484 0,'0'0'0'0,"-46"-46"7082"0,46 38-5842 15,72-10-2504 1,38 4 1592 0,-44 23-18948-1</inkml:trace>
  <inkml:trace contextRef="#ctx0" brushRef="#br2" timeOffset="164240.76">14669 12826 17827 0,'-18'-11'5586'16,"-21"-14"-1714"-1,3 17-2151 1,-36 84-1025-1,21 24-240 1,45-14-560 0,6-86 104-1,40 50 400-15,52-35-528 32,8-41-528-17,-24-27-19669 1</inkml:trace>
  <inkml:trace contextRef="#ctx0" brushRef="#br2" timeOffset="164687.52">14888 12208 22812 0,'0'-21'2777'0,"-6"-22"1032"16,8 64-3121-1,15 96 208 1,-17 112-480 0,-23 65-792-1,23-294 376 1,-27 245 208 0,15-159-56-1,6-83 56 1,11-91-176-1,56-62 104 1,9 26-72 0,-4 55-1152-1,-23 63 1240 1,-7 72-168 0,-27 46-352-1,-48 5-160 1,-17-43 808-1,5-51 848 1,32-37-888 0,12-27-664-1,11-1-19316 1</inkml:trace>
  <inkml:trace contextRef="#ctx0" brushRef="#br2" timeOffset="164845.71">15556 13364 23012 0,'-3'-12'5690'0,"-8"5"-3378"16,5 5-4144-1,6 44-18661 1</inkml:trace>
  <inkml:trace contextRef="#ctx0" brushRef="#br3" timeOffset="170856.25">3961 17490 5937 0,'0'13'3144'16,"-10"7"753"-1,-5-16-72 1,-6-4-2361-1,-10 0 1 1,-25 0 599 15,56 0-2064-31,-69 0 1617 16,-33 0-633 0,-31-5-328-1,-21-5-416 1,-11-10 792-1,-3-11-392 1,-10-5-16 0,1 2-79-1,16 9-1306 1,29-10 729 0,29 0-96-1,15 6-176 1,17-7-160-1,15 9 120 1,0 6-112 15,12 2-80-15,16 11 240 0,21 0-88-1,9 1-72 1,33-6 744-1,35-3 312 1,37-6 184 0,48-26-32-1,201-61 48 1,-54 67-760 0,-36 25 120-1,-5 21 448 1,29 3 49-1,9-14-393 1,-39-1-48 15,-7-1 24-15,3 8 64 0,6-3-336-1,24-27 264 1,9 8 152-1,-30 2-568 1,-56 18 136 0,-43 25-32-1,-47 2 208 1,-36 10-424 0,-47-12 464-1,-21 21 32 1,-16 13-200-1,-45 12 200 17,-17 5-304-17,-16 2 152 1,-15 5-96 0,-12-11 0-1,-4-7 112 1,-10-7-24-1,-24-7-96 1,-27-12 224 0,-10-20-448-1,-12-16 408 1,-19-3-24 0,-17-7-120-1,-24 7-152 1,-8 3 152-1,15-4 384 1,29 0-88 15,40-6-432-15,68-3 40 0,84 8-7001-1,30 15-10739-15</inkml:trace>
  <inkml:trace contextRef="#ctx0" brushRef="#br3" timeOffset="171530.29">7150 16909 14443 0,'-4'-18'2648'0,"-11"-13"2593"0,0 26-3888 31,-11 43-1225-15,-26 34 64-1,-11 21-224 1,63-93 32-16,-46 67 128 15,22-45-128 1,24-13-288 0,24 12 352-1,17 4-104 1,16 23-32 0,13 4 8-1,-2-14-56 1,-32-15 40-1,-28-16-1513 1,-30-34-15282 0</inkml:trace>
  <inkml:trace contextRef="#ctx0" brushRef="#br3" timeOffset="171708.21">7015 17124 12514 0,'-4'-1'2033'15,"-29"-14"5728"1,6-1-3568-1,24 10-3601 1,52 6-8 0,65-5-392-1,-114 5-192 1,153-7 176-16,33 6-864 16,-31 20-18652-1</inkml:trace>
  <inkml:trace contextRef="#ctx0" brushRef="#br3" timeOffset="172673.67">8040 16918 11554 0,'0'0'0'0,"-11"-52"6521"15,8 40-3656 1,3 64-2177-1,-4 79 40 1,2 22-544 0,-5 101-432-1,7-254 248-15,-12 106 736 16,-2-103 169 0,2-100-353-1,12-92-136 1,25-16-168-1,61 9-624 1,-25 184 72 0,-21 64 232 15,-7 24 160-15,-28 11 24-1,-55-43 496 1,-20-40-224-1,0-26 168 1,28-24-576 0,48 15-3321-1,28 28-12330 1</inkml:trace>
  <inkml:trace contextRef="#ctx0" brushRef="#br3" timeOffset="173111.5">8365 16923 13418 0,'-17'-15'2777'0,"-34"-32"3664"0,39 35-4624 32,22 37-2009-17,10 31 568 1,16 18-672-1,-36-74 296 1,37 48-48-16,-20-39 768 16,-1-52-32-1,30-96-704 1,-7 84-120 0,-35 53-232-1,11 43 560 1,0 23 64-1,12-3-384 1,6-27 528 0,-6-41 504 15,17-68-656-15,8-9-440-1,-15 68-1952 1,-16 18-16884-1</inkml:trace>
  <inkml:trace contextRef="#ctx0" brushRef="#br3" timeOffset="173613.68">8846 16879 15811 0,'-4'-2'2016'0,"-13"-14"3249"15,17 15-4656 1,2 38-281-1,8 34-304 1,-1-5-88 0,-9-66 64-1,5 24 424-15,1-31 304 32,18-62-408-17,43-61-544 1,-43 97 280-1,-4 36-432 1,-17 62 544 0,-3 8-104-1,0 1-144 1,0-46 824 0,-2-35-376-1,8-73-464 1,54-77 264-1,-28 103-168 1,-17 51-240 0,-12 67 144-1,-6 16 448 17,6 8-736-17,46-3-18788 1</inkml:trace>
  <inkml:trace contextRef="#ctx0" brushRef="#br3" timeOffset="173818.25">9336 17031 16291 0,'-6'-2'3153'0,"-3"-9"431"15,32 8-2583 1,67 3-657 0,30-30-14123-1</inkml:trace>
  <inkml:trace contextRef="#ctx0" brushRef="#br3" timeOffset="174293.63">9775 16773 14867 0,'-3'-25'3873'0,"0"-17"1168"16,3 35-4273 0,16 63-504-1,-5 49 88 1,-5-36 240 15,-6-69-592-31,14 72-40 16,1-41 520-1,12-50 128 1,35-95-728 0,-7 5-24-1,-35 67 304 1,-20 34-128 0,0 35-368-1,0 42 312 1,23-15 24-1,0-39 504 1,35-5-3472 0,9-21-13564-1</inkml:trace>
  <inkml:trace contextRef="#ctx0" brushRef="#br3" timeOffset="174712.55">10229 16728 14643 0,'-5'-14'2056'16,"-15"-16"3841"-1,20 30-4120 1,0 66-1657 0,0 32 624-1,2 47-352 1,-2-145-392 0,0 229-600-16,-10-55 376 15,1-128 1544 1,6-93-712-1,12-98 120 1,54-76-528 0,48-56-624-1,-45 218 496 1,-35 56-400 15,-21 108 96-15,-18-15 872-1,-24-15-424 1,-24-26 216 0,6-43-31-1,25-31-866 1,42-25-11281 0,-3 27 1936-16</inkml:trace>
  <inkml:trace contextRef="#ctx0" brushRef="#br3" timeOffset="175139.99">10708 16797 15003 0,'0'0'0'0,"-11"-50"7353"0,-25 5-3104 16,-4 26-2720 15,-14 45-1449-15,9 46-216-1,45-72 136 1,-3 69 104-16,16-22 280 16,40 5-216-1,7-36-240 1,-7-31 584 0,22-115-848-1,-19-43 384 1,-11-30 112-1,-25 56 208 1,-17 96-112 0,-6 59-528-1,-21 113 512 1,0 38-208 15,21 24-440-15,21-50 304-1,9-65-3169 1,12-23-15499 0</inkml:trace>
  <inkml:trace contextRef="#ctx0" brushRef="#br3" timeOffset="175505.77">11192 16804 12226 0,'0'-21'1272'0,"0"-69"5002"16,-24 42-2914-1,-13 45-1895 1,-5 68-1313 0,5 41 80-1,37-106-232 1,0 66 368-16,17-28 96 16,30-26 112 15,26-62-1080-16,-47 1 504 1,-22 30 16 0,-4 21-88-1,0 23 0 1,14 3 712 0,15 3-376-1,33-15-1280 1,51-33-20973-1</inkml:trace>
  <inkml:trace contextRef="#ctx0" brushRef="#br3" timeOffset="175709.09">11362 16726 12426 0,'-33'-19'8082'0,"30"7"-2945"31,32 0-3777-16,81-9-832 1,27 10-664 0,-39 30-472-1,-98-19 608-15,39 27-11922 16,-39-25 2896-16</inkml:trace>
  <inkml:trace contextRef="#ctx0" brushRef="#br3" timeOffset="175861.15">11474 16527 18483 0,'-27'-9'5858'16,"24"6"-2714"0,4 39-2640-1,22 62-456 1,3 43-96 0,-13-38 120-1,-13-103-72 1,24 109-18243-1</inkml:trace>
  <inkml:trace contextRef="#ctx0" brushRef="#br3" timeOffset="176265.43">11713 16856 17235 0,'-5'0'2793'16,"6"7"-1145"-1,44 7 457 1,46-9-929 0,16-27-712-1,-23-38-184 1,-84 60-280-16,25-64 288 16,-64-2-120-1,-41 32-168 16,-29 57 168-15,2 61 904 0,17 22 297-1,71-35 103 1,42 13-1240 0,70-30 280-1,49-45-360 1,10-13-304-1,-31 1-10282 1,-96 3-1513-16</inkml:trace>
  <inkml:trace contextRef="#ctx0" brushRef="#br3" timeOffset="176442.88">12503 17177 29446 0,'-18'-16'2984'15,"12"-3"-3096"1,45 36-19644 0</inkml:trace>
  <inkml:trace contextRef="#ctx0" brushRef="#br3" timeOffset="179250.83">5112 13698 12322 0,'-49'2'4065'0,"-53"99"-1288"16,-61 98-857 15,-34 99-688-15,-12-17-119 0,66-84-857-1,143-197-256-15,-68 139 16 16,48-86-3673-1,52-53-10290 1</inkml:trace>
  <inkml:trace contextRef="#ctx0" brushRef="#br3" timeOffset="179545.29">5748 13741 17579 0,'0'0'0'0,"-32"-4"1905"31,-41 64-665-15,-71 96 160 0,-29 50 793-1,-58 50-1441 1,231-256-752-1,-242 242 24-15,53-62-88 16,118-92-8 0,90-87-5193-1,-15-44-5098-15</inkml:trace>
  <inkml:trace contextRef="#ctx0" brushRef="#br3" timeOffset="179806.39">5957 13907 15307 0,'0'-2'2608'15,"-5"-10"2593"1,-54 55-4520 0,-78 119 31-1,-38 86-208 1,-30 19-544-1,205-267 40 1,-148 192-72-16,96-108 72 16,60-77-2089-1,94-87-14746 1</inkml:trace>
  <inkml:trace contextRef="#ctx0" brushRef="#br3" timeOffset="180081.29">6053 14089 9217 0,'35'-38'2097'0,"9"-17"5713"31,-41 50-2177-15,-6 5-4657 0,-41 69-720-1,-45 99 0 1,89-168-256-16,-133 236 224 15,-7-39-192 1,44-60 8 0,66-96-96-1,34-35-696 1,65-53-5777 0,-9-1-5986-1</inkml:trace>
  <inkml:trace contextRef="#ctx0" brushRef="#br3" timeOffset="180260.99">6108 14418 10482 0,'13'-13'2648'0,"24"-26"4026"31,-33 44-2817-15,-21 67-1689 0,-50 82-936-1,-36 45-864 1,103-199-368-16,-120 224-1000 15,72-118-15115-15</inkml:trace>
  <inkml:trace contextRef="#ctx0" brushRef="#br3" timeOffset="182114.96">6563 13582 10834 0,'-53'-6'7313'16,"46"3"-2784"-1,10 2-3760 1,64-8-281 0,7 7-240-1,-55 34-328 1,-19-32 80-16,-17 80 8 16,-43 4 128-1,-8-5 200 1,51-57-15187-1</inkml:trace>
  <inkml:trace contextRef="#ctx0" brushRef="#br3" timeOffset="182437.37">6723 13580 19780 0,'-15'-12'4345'16,"2"-3"-1881"-1,58 7-2824 1,34 7-1120 0,-40 23-6746-1,-53 13 1753 1,14-35 6473-16,-59 39 2152 16,7-3 1769-1,24-14-768 1,26-5-2233-1,24 9-176 1,32-26 200 0,12-26-1192-1,-22-13-15251 1</inkml:trace>
  <inkml:trace contextRef="#ctx0" brushRef="#br3" timeOffset="182618.18">6931 13414 12730 0,'0'-17'5161'16,"-13"-7"176"0,-10 69-4864-1,-1 77 223 1,18 27-456 0,13 13-144-1,-7-162-96 1,6 51-664-16,8-42-16204 15</inkml:trace>
  <inkml:trace contextRef="#ctx0" brushRef="#br3" timeOffset="182844.04">7060 13315 18211 0,'-5'-17'4465'15,"-5"10"-1568"1,1 77-2481-1,-6 79 544 1,16 20-1016 0,4 5-136-1,-5-174 192-15,0 157-416 16,4-126-17588 0</inkml:trace>
  <inkml:trace contextRef="#ctx0" brushRef="#br3" timeOffset="183031.88">7401 13400 22580 0,'-4'-3'1505'0,"-44"0"23"32,-14 91-1512-17,-24 45-32 1,12-19-3017-1,58-78-14730 1</inkml:trace>
  <inkml:trace contextRef="#ctx0" brushRef="#br3" timeOffset="183123.65">7185 13635 13410 0,'2'-3'3785'16,"7"4"-144"0,19 37-2777-1,27 3-664 1,-1-24-14795-1</inkml:trace>
  <inkml:trace contextRef="#ctx0" brushRef="#br3" timeOffset="183594.5">7477 13304 15411 0,'0'-6'3024'15,"-7"-19"2458"1,7 32-5410-1,-4 72-8 1,-9 24 120 0,10-29-176-1,3-74-8 1,11 8 128-16,44-47 304 16,4-19-240-1,-29 30 312 1,-6 14-432-1,-9 36-224 1,-16 37-784 0,-45 15-3833-1,-29 21-2545 1,-22-2 5122 15,25-35 5728-15,36-1-279-1,25 2-8 1,32-2-353 0,38-20-487-1,25-26-1193 1,9-17-928 0,-29-22-5513-1,-47 28-6785 1</inkml:trace>
  <inkml:trace contextRef="#ctx0" brushRef="#br3" timeOffset="183748.25">7878 13996 24661 0,'-12'-13'5681'0,"4"-9"-4337"31,16 16-3936-16,0 27-16460-15</inkml:trace>
  <inkml:trace contextRef="#ctx0" brushRef="#br1" timeOffset="187013.86">4745 15492 14219 0,'-25'-42'5609'16,"-25"71"-4825"-1,-49 97-808 1,-20 70-16 0,-8 55 448-1,13 8-344 1,114-259-64-1,-57 177-3177 1,58-133-9241-16</inkml:trace>
  <inkml:trace contextRef="#ctx0" brushRef="#br1" timeOffset="187268.23">5494 15520 17531 0,'0'0'0'0,"-56"-5"4593"16,-46 85-3609-1,-51 107-295 1,-36 105-497 0,22-7-520-1,167-285 328 1,-74 166-216-16,86-118-2297 31,120-128-12634-15</inkml:trace>
  <inkml:trace contextRef="#ctx0" brushRef="#br1" timeOffset="187688.52">5489 15660 12138 0,'21'-31'1985'15,"34"-72"4008"1,-49 93-3593-1,-52 93-2064 1,-81 163-312 0,-32 100-160-1,159-346 136 1,-96 229-168-16,60-139-8 16,54-96-232-1,90-120-368 1,39-80-1504 15,0-7 1655-15,-37 41 993-1,-60 86 1361 1,-47 87-609 0,-66 131-88-1,-50 88-240 1,42-18-904-1,38-45-144 1,33-105 88 0,48-53-848-1,86-116-7970 1,-95 61 1537 0</inkml:trace>
  <inkml:trace contextRef="#ctx0" brushRef="#br1" timeOffset="187834.15">5957 15757 9618 0,'6'-23'4929'15,"13"-25"2920"1,-23 68-6873 0,-63 138 161-1,-36 90-1161 1,10 53-4929 0,72-233-5802-16</inkml:trace>
  <inkml:trace contextRef="#ctx0" brushRef="#br1" timeOffset="188272.71">6341 15959 18315 0,'-19'-3'2025'15,"5"1"367"1,42-2-2408 0,69-10-64-1,-21 9 56 1,-56 63 184 0,-20-58-160-1,-76 118 456-15,-33 29-432 16,53-51-2080 15,56-82-11179-31</inkml:trace>
  <inkml:trace contextRef="#ctx0" brushRef="#br1" timeOffset="188415.2">6534 16061 17347 0,'-7'-7'3057'16,"1"-24"-425"-1,62-11-2512 1,37 20-416 0,-24 38-17571-1</inkml:trace>
  <inkml:trace contextRef="#ctx0" brushRef="#br1" timeOffset="188570.83">6569 16179 16291 0,'-12'0'1856'0,"-10"5"1041"15,26-1-2729 17,73-13 48-17,19-34-1792 1,-57 31-10299-16</inkml:trace>
  <inkml:trace contextRef="#ctx0" brushRef="#br1" timeOffset="188774.86">6766 15822 17619 0,'-8'-6'3577'16,"-7"-3"-248"-1,15 27-3481 1,8 77 136 0,10 35-120-1,-15 1-112 1,-3-131 248-1,-17 103-3569 1,14-81-11266-16</inkml:trace>
  <inkml:trace contextRef="#ctx0" brushRef="#br1" timeOffset="190760.78">6937 15687 11546 0,'0'-4'2713'0,"0"-11"3232"16,-3 12-2881-1,6 67-431 1,6 97-1385 0,4 62-1072-1,-13-223-176 1,3 268-360-16,-3-101-2408 15,-20-131-12724 1</inkml:trace>
  <inkml:trace contextRef="#ctx0" brushRef="#br1" timeOffset="191131.83">7402 15695 16483 0,'-15'0'3233'0,"-30"48"-825"16,-19 72-1936 0,-13 45-560-1,3-31-1056 1,44-94-6722-1,30-40 7866 1,21-42-8089-16,24-60 8209 16,-12 39 9282 15,-25 49-3929-15,14 22-3337-1,32 16-1560 1,9 9-792-1,-11 0-15099 1</inkml:trace>
  <inkml:trace contextRef="#ctx0" brushRef="#br1" timeOffset="191455.64">7541 15636 18067 0,'0'-4'2577'0,"-9"-16"2144"15,9 63-4513 1,4 103-120 0,2 52-144 15,-12-23-576-15,6-175 632-16,-32 75-224 15,20-97 344 1,10-65 104-1,21-4 312 1,14 16-48 0,21 23-536-1,4 34-576 1,-23 36-4977 0,-32 19-8186-1</inkml:trace>
  <inkml:trace contextRef="#ctx0" brushRef="#br1" timeOffset="191675.96">7261 16402 18595 0,'-13'0'5066'16,"9"0"-2154"-1,38 50-1704 1,45 16-255-1,20-32-457 1,-6-26-312 0,-93-8-184-16,65-20-1793 15,-44 14-17075 1</inkml:trace>
  <inkml:trace contextRef="#ctx0" brushRef="#br1" timeOffset="191834.18">7923 16627 21964 0,'0'0'0'0,"-34"-7"736"32,30 5-15339-32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v"/>
          <inkml:channel name="T" type="integer" max="2.14748E9" units="dev"/>
        </inkml:traceFormat>
        <inkml:channelProperties>
          <inkml:channelProperty channel="X" name="resolution" value="936.20001" units="1/cm"/>
          <inkml:channelProperty channel="Y" name="resolution" value="1589.0882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6-01T12:00:17.204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3522 2623 6481 0,'-3'-2'5137'0,"-10"-9"1040"0,5 2-2272 16,8 7-2529 15,0 2-1376-16,0 0 0 1,0 0 0-16,1 24 2937 16,1 41-1465-1,-18 50-495 1,7 70 383 0,6 113-792-1,4 168-504 1,36 53-1376-1,21-58-18989 1</inkml:trace>
  <inkml:trace contextRef="#ctx0" brushRef="#br0" timeOffset="1290.5">3444 2623 13778 0,'0'0'0'0,"-36"-2"5426"16,32 2-1858-1,0 0-2079 1,16 0-489 0,22 0 240-1,-34 0-1240 1,56 5 680-16,28 6 96 15,44 0-55 1,20-11-753 0,54-5 240-1,18-1-256 1,31 6-440 0,41 3 1192 15,30-11-768-16,37-15-8 1,68 4-200 0,4 7 408-1,12-4-16 1,-24 14-48 0,-5 16-112-1,-23 0-96 1,-14-8 176-1,-7-6-144 1,-56-2 344 0,-37-2-400-1,-39-11 264 1,-43-2 88 0,-71 7-264-1,-55-3 56 16,-58 12 64-15,-11 1-48 0,1-4 480-1,-1 4-480 1,-4-15 504 0,-1 1-272-1,2 6-112 1,1 1-104-1,2 10-264 1,23 93 216 0,6 278 160-1,-58 411-2881 1,-8-266-16859 0</inkml:trace>
  <inkml:trace contextRef="#ctx0" brushRef="#br0" timeOffset="2333.29">9934 4368 14595 0,'-32'-9'4409'0,"3"7"-3345"15,29 2-1064 1,15 16 1584 0,17-3-128-1,3-6-519 1,-35-7-937-1,56 0 504-15,36-2-72 32,38-14-24-17,50 9-56 1,58 7-104 0,57 9-208-1,83-2 48 1,97-14-88-1,93-6 0 1,95 6 96 0,86-22 32-1,56-19-200 1,16 7-16 0,-84 27-96-1,-155 70-19532 1</inkml:trace>
  <inkml:trace contextRef="#ctx0" brushRef="#br0" timeOffset="5527.41">3536 5515 9073 0,'0'-5'937'0,"0"-27"2407"0,0 9 577 16,0 18-2448 15,3 16-449-15,3 110 1632-1,-6-121-2656-15,-11 306 728 16,-5 185-127-1,39 33-1242 1,11-209-8000 0,-23-272-105-16</inkml:trace>
  <inkml:trace contextRef="#ctx0" brushRef="#br0" timeOffset="6272.64">3663 5466 16315 0,'-18'0'1560'16,"11"0"321"-1,23 4-1457 1,43 17 136 0,30-4-400-1,41 10 576 1,-130-27-736-16,193 13 1440 16,49-11-1240-1,50-25 49 1,7 4-273-1,-38 2 144 1,13-9 16 0,2-11 40 15,-39 24-368-15,-57 9 16-1,-39 9 240 1,-18 4 200-1,3 1-128 1,-16 5-352 0,-24-4 32-1,-17 2 240 1,3-5 152 0,10-8 96-1,-12-4-296 1,-18 4 104-1,-16 8 136 1,-12-5-136 15,1 1 128-15,-12-4-64 0,-10 3 488-1,2 5 168 1,4 47 496-1,-7 139-63 1,-17 223-945 0,3 242-1728-1,12-299-16836 1</inkml:trace>
  <inkml:trace contextRef="#ctx0" brushRef="#br0" timeOffset="7473.97">3459 8977 6041 0,'0'0'0'0,"0"-20"3969"0,1 12-1393 16,10 8-1672 0,7 63 3601-1,-23 192-2216 1,5-255-2289 0,-37 531 976-1,34 186-3593 1,5-385-10401-16</inkml:trace>
  <inkml:trace contextRef="#ctx0" brushRef="#br0" timeOffset="9259.04">3411 8972 12722 0,'-21'-12'3585'16,"15"4"-752"0,6 8-2833-1,25 0 880 1,56 8 584 0,55-8-440-1,-136 0-1024-15,165 0 368 16,13 4-264-1,-7 4-16 1,12 15 40 0,29-4 281-1,21 13-369 17,19-6-8-17,47-23 16 1,66-3 40-1,17-3-24 1,13-4 32 0,13 4-80-1,-15 1-88 1,12 2 264 0,-9 0-288-1,5 0 280 1,16-27-48-1,-32 1-128 1,-16 6-56 0,-36 4 72-1,-19-3-24 17,-15 11 0-17,-20 4 40 1,-47-1-104-1,-25 2 240 1,-40 13-160 0,-31 8-48-1,-25 7 32 1,-34-15-24 0,-21 0 104-1,-31-5-144 1,-17-5 216-1,-8 0-152 1,0 0 0 0,0 0 0-1,0 0 0 1,0 0 0 15,0 0 0-15,1 0 1848-1,-1 0-1848 1,0 0 0 0,0 0 0-1,0 0 0 1,0 0 0 0,0 0 0-1,0 0 0 1,0 0 0-1,0 0 0 1,0 0 0 0,0 0 0-1,0 0 0 1,0 0 0 15,0 0 0-15,0 0 0-1,0 0 0 1,0 0 0 0,0 0 0-1,0 0 0 1,0 0 0 0,0 0 0-1,0 0 0 1,21-3 1248-1,14-17-1248 1,-20 4 56 0,0 13-152-1,-15 3 192 1,2-1-16 15,-2 1-80-15,0 0 0-1,0 0 0 1,0 0 0 0,0 0 0-1,0 0 0 1,0 0 0 0,0 0 0-1,0 0 0 1,0 0 0-1,0 0 0 1,0 0 0 0,0 0 0-1,0 0 0 1,0 0 0 15,0 20-528-15,-16 161 1288-1,-30 287-784 1,20 202-9466 0,22-496-2008-16</inkml:trace>
  <inkml:trace contextRef="#ctx0" brushRef="#br0" timeOffset="10114.35">7432 7431 20268 0,'1'-2'264'0,"52"19"-480"16,71 14 368-1,61 1-24 1,42-16-152 0,46-6-104-1,-273-10 128 1,319-5 232-16,26-11-144 15,51-9 24 1,65 0-216 0,20 14 336-1,25 9-256 1,-30 26-24 15,1 14 96-15,7-23 128-1,35-2-208 1,1-7 192 0,-11 3-104-1,-6-4 96 1,1-5-32 0,-26-17-136-1,-52 8-48 1,-115 28-88-1,-135 56-9658 1,-156-51 2112-16</inkml:trace>
  <inkml:trace contextRef="#ctx0" brushRef="#br0" timeOffset="10891.37">11875 10730 12098 0,'-52'-33'6930'0,"37"24"-4786"16,36 8-2224-1,60-5 176 1,54-7 0 0,47-3 272-1,-182 16-368-15,249-28 272 16,56 4-64 0,5 4-104 15,7 18 256-16,21 4 336 1,11 9-327 0,26 8 151-1,-2 1-40 1,15-4 112 0,-24 7-312-1,-32 0-152 1,-13 3 8-1,-47 14-160 1,-82-6-400 0,-69-2-17996-1</inkml:trace>
  <inkml:trace contextRef="#ctx0" brushRef="#br0" timeOffset="12535.9">16843 841 14219 0,'0'0'1600'0,"-6"-4"4489"0,-1-3-2136 15,2 1-2865 17,-1 6-1552-17,6 41-1136 1,0-41 1600-16,0 53-17540 16</inkml:trace>
  <inkml:trace contextRef="#ctx0" brushRef="#br0" timeOffset="12706.27">16763 1862 20804 0,'-12'3'976'0,"-21"63"-1056"15,12 33 16 1,18-2-48 0,27 14-3121-1,39 79-10345 1</inkml:trace>
  <inkml:trace contextRef="#ctx0" brushRef="#br0" timeOffset="12846.07">16783 2698 2176 0,'-12'43'2360'0,"-29"118"4546"31,26-32-2673-15,14-14-3065 0,13 14-1168-1,3 8-3585 1,-12-101-4104-16</inkml:trace>
  <inkml:trace contextRef="#ctx0" brushRef="#br0" timeOffset="13031.87">16756 4189 21132 0,'-26'36'728'0,"-30"96"-520"15,45-26-72 1,11 13-752-1,5 19-3649 1,1 1-2104 15,-4-62-2345-31</inkml:trace>
  <inkml:trace contextRef="#ctx0" brushRef="#br0" timeOffset="13140.17">16634 5603 14243 0,'0'0'0'0,"-21"186"4737"15,33 1-3273 1,26 69-2328 0,-4 12-13379-1</inkml:trace>
  <inkml:trace contextRef="#ctx0" brushRef="#br0" timeOffset="13639.6">16648 7982 7297 0,'-65'233'7138'0,"46"23"-2385"31,20-33-3049-15,23-29-1272 0,12 6-352-1,-17 0-264 1,-19-200 184-16,19 163-1728 15,1 5-3826 1,-18 15 2354 0,-36 5 3752-1,0-2-328 1,11-16-232 0,4-19 128-1,3 7 504 1,-8 11 2137-1,0 4-1001 1,18-6-2024 15,9-1-184-15,3-4 104 0,-5-25-1353-1,2 0-503 1,-3-10 1200-1,-6-15 280 1,-5-14 984 0,-18-49-6322-1</inkml:trace>
  <inkml:trace contextRef="#ctx0" brushRef="#br0" timeOffset="16400.84">3286 1292 120 0,'-8'7'224'0,"-14"0"1960"0,-12 2 89 16,1-9-2185-1,13-2-1169 17,17-12 1457-17,3 14-376-15,22-11 16 16,32 11 352-1,14 11-127 1,49 39-209 0,-84-35-2665-16</inkml:trace>
  <inkml:trace contextRef="#ctx0" brushRef="#br0" timeOffset="17927.31">3537 1005 10714 0,'3'-3'2448'0,"4"-5"561"16,-2-1-873-1,2 2-2424 1,-11 14 392-1,-32 44 921 1,36-51-1025 0,-58 59-120-16,-7 6 208 15,7-18 96 1,25-15-1145 15,14-8 809-15,35 32 440-1,64 40 33 1,26-4-810 0,-7-19 585-1,-16-29-13794 1</inkml:trace>
  <inkml:trace contextRef="#ctx0" brushRef="#br0" timeOffset="18602.14">3422 1392 11842 0,'0'0'0'0,"-14"-12"3417"16,-11-8-681-1,-1 1-55 1,3 2-1953 0,16 7-960 15,7 10 232-16,18-2 856-15,35 0-1376 16,39 1 1056 0,33-3-40-1,22 3-568 1,8 1 216 0,5 2 200-1,8 7-872 1,5 6 496-1,131 21 416 1,-16-4-472 0,-35-14 216-1,30 0-176 1,18-13 16 15,4 1 224-15,12 3-232-1,23-6 80 1,-3 3-16 0,-9 4-40-1,-12-3 112 1,-20 1-232 0,-8-8 136-1,-2-10 136 1,-14 2-352-1,-20 6 152 1,-17 2 224 0,-19 2-400-1,-14-2 376 1,-26 0-392 15,-36 0-544-15,-26-11-6905-1,-88 6-969-15</inkml:trace>
  <inkml:trace contextRef="#ctx0" brushRef="#br0" timeOffset="18931">9944 1012 14419 0,'0'0'536'16,"4"0"-752"-1,19 7 1576 1,19 18-504 0,8 30-184-1,-22 127 425 1,-28-182-1097-16,-169 320-11019 16</inkml:trace>
  <inkml:trace contextRef="#ctx0" brushRef="#br0" timeOffset="19259.75">9858 1153 22476 0,'0'0'0'0,"0"-6"-304"0,4 6-1584 16,7 10-11387-1</inkml:trace>
  <inkml:trace contextRef="#ctx0" brushRef="#br0" timeOffset="19447.04">9949 1881 22164 0,'0'0'0'0,"-22"0"-56"15,16 19-192 1,12 32-11826 0,-5-35 5288-16</inkml:trace>
  <inkml:trace contextRef="#ctx0" brushRef="#br0" timeOffset="19567.23">9960 2502 11906 0,'0'0'0'0,"-3"122"5257"15,13 23-3841 1,8-14-1127 0,-18-29-12812 15</inkml:trace>
  <inkml:trace contextRef="#ctx0" brushRef="#br0" timeOffset="19996.07">3100 1273 19828 0,'0'-8'848'0,"-2"0"-1528"16,6 8 56-1,19 42-13907 1</inkml:trace>
  <inkml:trace contextRef="#ctx0" brushRef="#br0" timeOffset="20151.74">3321 1898 15875 0,'0'0'0'0,"0"19"-128"31,3 36 360-15,13 41-3433-1,-11-66-4160-15</inkml:trace>
  <inkml:trace contextRef="#ctx0" brushRef="#br0" timeOffset="20300.48">3455 2933 15747 0,'0'0'0'0,"-42"90"2296"16,29 18-1479-1,22 9-633 1,2 20-11755 0</inkml:trace>
  <inkml:trace contextRef="#ctx0" brushRef="#br0" timeOffset="21046.4">10912 1067 14507 0,'0'0'0'0,"-23"-15"3296"0,-8-11-55 15,1-6-1409 1,16-3-1712 0,43 13-320-1,34 19 560 1,-63 3-360-16,58 37 80 16,-36 32 481-1,-36 29 511 1,-54 52-592-1,13-29-624 1,55-68 160 0,52-8-4713-1,-32-33-6794 1</inkml:trace>
  <inkml:trace contextRef="#ctx0" brushRef="#br0" timeOffset="21187.78">11137 1865 24485 0,'0'0'0'0,"-36"20"552"15,11-4-504 1,25-9-17084 0</inkml:trace>
  <inkml:trace contextRef="#ctx0" brushRef="#br0" timeOffset="27088.31">4054 6250 9602 0,'1'-2'1296'0,"9"-39"4249"16,5 15-1456-1,-4 13-1609 1,-11 12-911 0,-4 5-1009-1,4-4-560 1,-58 79 488 0,-46 18 56-1,-6-9-536 1,28-37 200-1,63-34-208 1,21-11-144 0,48 27 16-1,31 13 152 1,15 13 64 0,-18-9-1360-1,-32-41-6498 1,-31-6-4168-1</inkml:trace>
  <inkml:trace contextRef="#ctx0" brushRef="#br0" timeOffset="27394.04">3962 6556 15187 0,'0'0'0'0,"-80"-13"5489"32,48 4-2016-17,25 6-2217 1,35 3-1104-1,57 0 392 1,-85 0-544 0,141 0 584-16,71-6-336 15,92-7 408 1,70-6-784 0,-3-1 40-1,16 4 88 1,-38 13-16-1,-67 3 0 1,-78 3-912 0,-96-25-16916-1</inkml:trace>
  <inkml:trace contextRef="#ctx0" brushRef="#br0" timeOffset="27630.7">6542 6139 19116 0,'-5'-1'2664'0,"-6"-8"-2464"16,38 30 1641 0,36 33-233-1,9 41-696 1,-38 34-648-1,-34-129-264 1,-65 186 216-16,-142 32-8874 16,139-172-2496-1</inkml:trace>
  <inkml:trace contextRef="#ctx0" brushRef="#br0" timeOffset="35467.99">5348 4864 11914 0,'0'0'0'0,"0"-23"6785"15,5 7-2456 1,-5 12-3352 0,0 57-401-1,-47 98 96 1,47-151-672 0,-59 178 264-16,21-52-96 15,22-66-1520 1,21-41-15756-1</inkml:trace>
  <inkml:trace contextRef="#ctx0" brushRef="#br0" timeOffset="35713.62">5502 5276 19308 0,'-9'-2'3128'16,"4"0"-287"0,5 2-2841-1,1-1-4921 1,17 6-9394-1</inkml:trace>
  <inkml:trace contextRef="#ctx0" brushRef="#br0" timeOffset="36100.66">5777 4981 21300 0,'-14'-31'2417'16,"8"13"-161"0,6 20-2160-1,-3 64-96 1,-12 39 32 0,12-26-16-1,3-79-16-15,7 18-64 16,11-17 128-1,41-61 88 1,5-25-104 0,-32 6 64-1,-30 29 192 17,-31 35 128-17,-30 25-456 1,-8 50-1560-1,52-9-15580 1</inkml:trace>
  <inkml:trace contextRef="#ctx0" brushRef="#br0" timeOffset="36628.86">6104 5053 19732 0,'-6'-4'2072'0,"6"7"-1440"16,0 44-536-1,4 18-120 17,-2-27 88-17,-2-36 184 1,0-2-248-16,5-13 528 15,21-54-608 1,21-8 48 0,-17 40 88-1,-20 27-320 1,-1 34 312 0,-9 39 72-1,-4-28-120 1,1-23 40-1,3-14-40 1,11-38 289 0,30-23-289-1,-12 20-72 17,-13 35-57-17,-11 24 81 1,0 33 136-1,-4 3-128 1,21-22-6801 0,-5-32-7106-16</inkml:trace>
  <inkml:trace contextRef="#ctx0" brushRef="#br0" timeOffset="36961.92">6721 4882 19436 0,'-18'-9'2816'0,"-12"4"-847"0,-7 27-1849 15,14 17-144 1,15-18-96 15,16 8-224-15,-8-29 344-16,28 35-312 15,-3 1 240 1,-11 11 104 0,-17-2 280-1,-31-13 136 1,-15-21-112 0,-2-18-160-1,35-37-3737 1,22 14-10538-1</inkml:trace>
  <inkml:trace contextRef="#ctx0" brushRef="#br0" timeOffset="37375.82">6826 4997 19444 0,'0'-1'608'16,"5"-1"600"-1,31 11 488 1,13 2-1087 0,16-3 487-1,-7-14-592 1,-58 6-504 0,40-27 408-16,-29-9-80 15,-15-8-16 1,-28 6-80-1,-24 41-176 1,-11 57-24 0,25 33 96-1,23 12 352 1,41-39-312 15,24-38-80-15,21-22 88-1,16-31-14035 1,-60 9 4521-16</inkml:trace>
  <inkml:trace contextRef="#ctx0" brushRef="#br0" timeOffset="39097.26">7363 4961 13530 0,'0'-8'3793'0,"-13"-20"2256"16,-12 8-3032 0,-22 29-2297-1,-46 85 88 1,19 52-335 0,74-146-473-1,-4 117-104 1,107-62-249-1,74-78-17410-15</inkml:trace>
  <inkml:trace contextRef="#ctx0" brushRef="#br0" timeOffset="39994.96">3978 10142 9394 0,'0'0'0'0,"0"0"0"15,-13 4 11138 1,-35 43-9810 0,-13 33-16-1,0-9-575 1,61-71-737 0,-52 61 24-16,23-38 168 31,20-20 344-16,9-5-896 1,48 22 208 0,87 27 224-1,51 6 136 1,-27-17-88 0,-20-14-72-1,-55-13-1192 1,-75-9-8739-1,-12 0 1762-15</inkml:trace>
  <inkml:trace contextRef="#ctx0" brushRef="#br0" timeOffset="40457.18">4068 10588 12394 0,'-30'-1'2593'0,"-133"-8"2912"16,75-1-1552-1,58 0-1593 1,26 6-1336 15,37-1-1128-15,-33 5 104-16,124-10 401 15,75-6-49 1,45 12-368 0,67 4-104-1,21 11 376 1,98 17-192-1,-10-18-160 1,-25-29 176 0,322 0-184-1,-156 1-32 1,6 5 208 0,4-7-96-1,-141-8 80 1,271-15-24 15,-183 9 24-15,-40 15 80-1,-90-1-616 1,-82 11 928 0,-94-2-2161-1,-112-14-7449 1,-103-2-688-16</inkml:trace>
  <inkml:trace contextRef="#ctx0" brushRef="#br0" timeOffset="40697.48">11262 10160 21316 0,'-4'-23'2929'0,"-10"-31"-1433"0,96 92-1080 31,57 29-288-15,-47 42-88-1,-136 83-40 1,44-192 0 0,-275 265-5713-16,172-190-6138 0</inkml:trace>
  <inkml:trace contextRef="#ctx0" brushRef="#br0" timeOffset="41348.44">7287 11254 11034 0,'-11'-20'9386'0,"-11"-34"-6089"0,45 23-2561 16,33 22-552 15,11 49-160-15,-35 40 16-1,-32-80-40-15,-22 98 312 16,-78 23-88 0,-17-59 56-1,21-50 88 1,60-39-112-1,29-7 160 1,41 13-296 0,16 11-64-1,18 22 56 1,16 6-240 0,-2 13 112-1,-6-19-3929 1,-13-17-11594-1</inkml:trace>
  <inkml:trace contextRef="#ctx0" brushRef="#br0" timeOffset="41515.36">7714 11460 17219 0,'-6'0'4001'15,"-7"-8"352"1,5 3-2289-1,8 2-2240 1,4 3-1952 0,27 0-15244-1</inkml:trace>
  <inkml:trace contextRef="#ctx0" brushRef="#br0" timeOffset="41864.17">7980 11239 18603 0,'0'-16'2273'0,"-10"-26"2904"31,-3 25-3745-15,10 29-1488 0,-4 70 112-1,12 11-64 1,-5-93 8-1,34 45-152-15,7-44 168 16,21-76 128 0,-19-28 64-1,-37 2 88 1,-25 38 73 0,-35 51-289-1,-27 81-112 1,44 33-5218-1,37-47-10305 1</inkml:trace>
  <inkml:trace contextRef="#ctx0" brushRef="#br0" timeOffset="42394.56">8416 11368 20596 0,'-8'-26'2616'0,"-12"0"-295"15,18 25-1857 1,3 57-448 0,14 17-112-1,-5-39 120 1,-10-34-24-1,6 0-16-15,21-46 232 32,29-40-240-17,-4 27 64 1,-25 44-184 0,-20 40 48-1,-9 53 176 1,1-10-120-1,4-46 40 1,3-22 88 0,21-54 24-1,27-19-88 1,-27 24-24 0,-14 45-112-1,-13 24 288 1,0 39-136-1,6-6-56 17,31-18-3017-17,8-26-13226-15</inkml:trace>
  <inkml:trace contextRef="#ctx0" brushRef="#br0" timeOffset="42720.44">8983 11305 9650 0,'9'-49'8785'0,"-3"7"-3599"16,-12 29-2978 0,-33 29-2096-1,6 45-64 1,22-23-168 0,11-38 120-16,6 42-136 15,20-10 88 1,2 11-8-1,-4 7 32 17,-15-15 88-17,-10-20 80 1,-37 6-40 0,-6-13-648-1,12-41-13715 1,32 18 6737-16</inkml:trace>
  <inkml:trace contextRef="#ctx0" brushRef="#br0" timeOffset="43241.18">9034 11319 18579 0,'0'7'889'0,"12"15"1623"16,33-14-47-1,31-18-2025 1,0-28-144-1,-46 9 136 17,-30 29-432-32,8-43 72 15,-24 0 168 1,-31 31-264 0,-26 79 264-1,7 33 160 1,46 11 40-1,45-41-192 1,50-46-16 0,33-26-960-1,8-44-4001 1,-12-27-3297 0,-29-5 3978-1,-37 17 9545 1,-33 23 2424-1,-16 31-4768 17,-34 44-2561-17,19 37 617 1,29-7-881 0,65-14-256-1,69-54-432 1,6-58-20717-1</inkml:trace>
  <inkml:trace contextRef="#ctx0" brushRef="#br0" timeOffset="44078.02">4034 3195 16819 0,'7'-15'1640'0,"15"-6"1121"0,-22 21-2761 31,-34 49 2289-15,-55 32-2041-1,-12-12 80 1,101-69-328-16,-49 31 112 15,36-22-168 1,19 12-384 0,43 12 424-1,37 13-168 1,21-7-129 0,-15-14-1959-1,-34-14-14164 1</inkml:trace>
  <inkml:trace contextRef="#ctx0" brushRef="#br0" timeOffset="44509.22">3931 3476 16403 0,'-75'-12'4169'16,"47"10"-1136"-1,25-3-1289 1,33 5-1560-1,89 0 224 1,52 12-248 0,-171-12-160-16,231 2 128 15,76-4 88 1,50-10-320 0,5 6 80-1,56 3-136 1,72-8 320-1,88-17-152 1,12-12 416 15,-33 14-512-15,-59-1-40 0,-19-17-64-1,-38-7 368 1,-56 24-896-1,-112 26-6762 1,-173 8-5424-16</inkml:trace>
  <inkml:trace contextRef="#ctx0" brushRef="#br0" timeOffset="44773.36">9875 3145 19396 0,'-10'-6'3480'16,"12"6"-3520"0,49 31-40-1,16 18 264 1,-17 13 465-1,-60 53 271 1,10-115-920-16,-103 143-368 16,-33-41-13603-16</inkml:trace>
  <inkml:trace contextRef="#ctx0" brushRef="#br0" timeOffset="45382.15">7270 2052 21428 0,'0'0'0'0,"-6"-36"2313"0,15-11 287 16,5 31-1936 0,-11 54-472-1,-15 63 0 1,12-101-192-1,-51 148-136-15,-17 39-2824 16,64-137-12476 0</inkml:trace>
  <inkml:trace contextRef="#ctx0" brushRef="#br0" timeOffset="45537.97">7582 2315 23701 0,'-4'-5'1888'16,"-2"1"-560"0,-3-1-1208-1,-2 2-4585 1,11 3-10690 0</inkml:trace>
  <inkml:trace contextRef="#ctx0" brushRef="#br0" timeOffset="45848.79">7797 1982 21324 0,'0'0'0'0,"-5"-7"3297"15,-13-3-1257 17,-13 27-1792-17,15 20-264 1,14 12-56-1,2-49 72 1,46 40-32-16,24-8-24 16,-21 11 152-1,-31 14 128 1,-53 1 200 0,-70 6-416-1,-76-9-816 1,146-74-9154-1,35 8 280-15</inkml:trace>
  <inkml:trace contextRef="#ctx0" brushRef="#br0" timeOffset="45993.48">7673 2102 13978 0,'0'0'0'0,"16"-16"8562"32,33-22-4497-17,30 2-2697 1,19 11-1368-1,9 13-8785 1,-77 12-2458-16</inkml:trace>
  <inkml:trace contextRef="#ctx0" brushRef="#br0" timeOffset="46510.88">8199 2158 23212 0,'0'0'0'0,"-9"-3"3113"16,1 0-2137 0,8 34-1048-1,0 34 8 17,0-4 40-17,0-61 24-15,0 23 256 16,0-21-328-1,16-52 192 1,35-38-256 0,-3 18 64-1,-19 53-200 1,-11 34 272 0,-15 48 344-1,-6-16-544 1,0-33 272-1,4-16 72 1,23-29-112 0,14-18 160-1,-16 34-168 17,-14 10-48-17,-2 13 152 1,5 14-168-1,15 8 56 1,2 1-2296 0,5-23-14604-1</inkml:trace>
  <inkml:trace contextRef="#ctx0" brushRef="#br0" timeOffset="46852.93">8815 2124 16235 0,'0'-12'5377'16,"-12"-8"-1248"-16,-11 11-2617 16,-22 20-1456-1,0 21-96 17,38 2-48-17,7-34 88-15,11 23-192 16,45 9 208-1,-11 9-32 1,-27 1 208 0,-46-5 192-1,-50-2-48 1,-6-21-560 0,54-36-5097-1,83-50-11858 1</inkml:trace>
  <inkml:trace contextRef="#ctx0" brushRef="#br0" timeOffset="47118.31">8833 2140 8785 0,'2'0'3441'0,"3"2"3433"16,0 11-3162-1,9 6-1247 17,28-4-1009-17,33-11-952 1,-75-4-504-16,88-17 104 15,-27-11-48 1,-47 7 120 0,-35 7-288-1,-49 22 344 1,0 45-8 0,33 3-168-1,34 0 97 1,47-11-169-1,46-36-4826 1,-27-11-10313 0</inkml:trace>
  <inkml:trace contextRef="#ctx0" brushRef="#br0" timeOffset="47308.36">9478 2149 19868 0,'-7'-16'2824'16,"-11"-12"401"-1,-9 21-1769 1,-26 42-351 0,10 39-201-1,44-8-416 1,-1-66-488-16,89 28 272 16,75-30-21221-1</inkml:trace>
  <inkml:trace contextRef="#ctx0" brushRef="#br0" timeOffset="47977.16">16266 2578 25317 0,'-16'-10'400'0,"39"-7"-320"0,153-12 2665 15,128-18-1705 17,19 27-1720-17,-110 24-4073 1,-213-4 4753-16,53 8-15836 0</inkml:trace>
  <inkml:trace contextRef="#ctx0" brushRef="#br0" timeOffset="48106.08">16595 2662 25629 0,'0'0'0'0,"-100"44"1680"16,139-38-15-1,178-40-817 1,139 10-3121-1,-70 39-18243 1</inkml:trace>
  <inkml:trace contextRef="#ctx0" brushRef="#br0" timeOffset="48573.01">17898 2357 21652 0,'-2'-63'2185'16,"-7"-54"1039"0,-15 20-1759-1,-17 56-881 1,-10 50-552-1,-6 56-136 1,57-65 104-16,-43 107 56 16,50 32-328-1,59-122 216 1,3-42 384 15,8-36-1288-15,-23-13 1168-1,-38 38 608 1,-16 30-744 0,-23 57-624-1,-20 146 1664 1,36-7-1032 0,38-65-3833-1,41-116-15083 1</inkml:trace>
  <inkml:trace contextRef="#ctx0" brushRef="#br0" timeOffset="48871.09">18359 2260 23132 0,'0'0'0'0,"-7"-15"4177"16,-19 2-3144 0,-20 41-657 15,-32 112-272-16,72 11 112 1,6-151-216 0,69 103 40-16,47-95-144 15,1-85 208 1,-64-25 136 0,-51 14 128-1,-54 8 56 1,-35 19-576-1,28 37-3433 1,52 12-15555 0</inkml:trace>
  <inkml:trace contextRef="#ctx0" brushRef="#br0" timeOffset="49150.42">18850 2022 21252 0,'0'-7'2273'15,"-3"-27"191"1,-7 13-1200 0,-14 26-1160-1,3 42-232 1,26-7 80 0,-5-40 48-1,47 13 392-15,19-22-272 16,-21-31 905-1,-48 0-297 1,-66 1-976 0,-51 33-1241-1,51 35-17435 1</inkml:trace>
  <inkml:trace contextRef="#ctx0" brushRef="#br0" timeOffset="49742.12">16038 6278 21356 0,'-41'-32'5321'0,"65"16"-4801"16,155-15 96-1,96-3-528 1,-24 21-688 15,-113 52-19500-15</inkml:trace>
  <inkml:trace contextRef="#ctx0" brushRef="#br0" timeOffset="49898.68">16023 6517 25613 0,'-63'17'1248'16,"56"-2"505"-1,199-74-177 1,162-8-1360 0,-3 48-4065-1,-182 11-13258 1</inkml:trace>
  <inkml:trace contextRef="#ctx0" brushRef="#br0" timeOffset="50238.23">17515 6097 23837 0,'-23'-16'952'15,"-52"-51"2160"1,18 50-1583 0,0 53-1137-1,-6 81 256 1,49 43 248-1,14-160-896 1,86 123 80-16,91-103-32 16,-14-90-96-1,-74-34 128 1,-101-3-240 0,-82 31 416 15,-16 48-384-16,65 27-3433 1,93 13-18427-16</inkml:trace>
  <inkml:trace contextRef="#ctx0" brushRef="#br0" timeOffset="50556.03">18236 5813 21444 0,'0'0'0'0,"-39"-56"4033"16,5 47-2905 0,-6 46-744-1,32 20-312 1,30-3 16 0,-22-54-88-1,56 24 16-15,-3-26 144 31,-27-39 360-15,-26-7 249 0,-52 4-513-1,-29 29-2145 1,29 31-15274-16</inkml:trace>
  <inkml:trace contextRef="#ctx0" brushRef="#br0" timeOffset="51057.19">16124 9751 26173 0,'0'-5'888'0,"39"-6"-960"16,94-14 104-1,69 14 72 1,-46 11-1000 0,-62 27-18436-1</inkml:trace>
  <inkml:trace contextRef="#ctx0" brushRef="#br0" timeOffset="51245.69">16160 9953 25461 0,'0'0'0'0,"-4"-25"1112"16,111 3 441 0,142-19-1241-1,25 25-656 1,-15-1-14108 15,-198 16 5507-31</inkml:trace>
  <inkml:trace contextRef="#ctx0" brushRef="#br0" timeOffset="51450.89">17270 9536 22124 0,'-24'-55'3793'15,"7"28"-528"1,11 47-2777 0,-34 119-288-1,5 61-232 1,14 38-200 0,21-238 232-16,1 142-4569 15,46-125-12971 1</inkml:trace>
  <inkml:trace contextRef="#ctx0" brushRef="#br0" timeOffset="51772.74">17666 9413 22468 0,'-18'0'1449'15,"-38"27"-689"1,-16 79-128-1,65 22-112 1,75-21-352 0,47-88-120-1,-115-19-48-15,115-65 168 16,-42-48 496 0,-64-28 376-1,-50 47-847 1,-39 85-914-1,17 82-9953 17,50-48 800-32</inkml:trace>
  <inkml:trace contextRef="#ctx0" brushRef="#br0" timeOffset="52086.29">17731 9752 16227 0,'-20'17'4969'16,"-12"35"-1888"-1,-14 23-1273 1,11 35-976 0,20 10-512-1,56-89-304 1,-41-31-16-16,85-20 336 16,27-70-336-1,-33-9 208 1,-68 21 145 15,-91 58 7-15,-42 40 0-1,61 38-192 1,58-4-288 0,90-30-3633-1,66-50-15211 1</inkml:trace>
  <inkml:trace contextRef="#ctx0" brushRef="#br0" timeOffset="52363.19">18106 9819 13490 0,'21'-89'7210'16,"-2"8"-1537"-1,-31 57-3176 1,-33 54-2329 0,-17 77-24-1,34 43-16 1,28-150-128-16,25 123 0 15,66-83-64 17,32-95 232-17,-33-64-96 1,-76-13 80 0,-67 13-40-1,-33 64 24 1,33 53-336-1,36 37-8202 1,29-18-3593-16</inkml:trace>
  <inkml:trace contextRef="#ctx0" brushRef="#br0" timeOffset="52638.05">18553 9510 21316 0,'0'0'0'0,"1"-27"4033"15,-20 9-2345 1,-32 72-1616 15,48 22-16-15,32-40-112 0,-29-36 56-16,35 3 56 15,-3-35 224 1,-18-22 401-1,-11-4-345 1,-6 33-1225 0,-7 54-18675-1</inkml:trace>
  <inkml:trace contextRef="#ctx0" brushRef="#br0" timeOffset="52795.26">18830 10274 27621 0,'-24'-37'1185'16,"14"21"-17341"-16</inkml:trace>
  <inkml:trace contextRef="#ctx0" brushRef="#br0" timeOffset="61008.18">3305 12370 12514 0,'-8'-29'3737'0,"2"12"-1272"16,27 25-1609-1,84 82-224 1,114 89-2161 0,-43-47-12281-1</inkml:trace>
  <inkml:trace contextRef="#ctx0" brushRef="#br0" timeOffset="61558.06">16233 12219 14891 0,'0'0'0'0,"-63"-71"6945"0,-150 239-6689 16,-164 104-1912 0,113-101-11739-1</inkml:trace>
  <inkml:trace contextRef="#ctx0" brushRef="#br0" timeOffset="62244.22">10020 13096 14707 0,'2'-35'2592'0,"1"13"-7"16,-15 20-377 0,-50 62-1792-1,-46 93-8 1,0-12-384-1,108-141-24 1,-48 49 72 0,51-49-384-1,95-26 392 1,64-46 136 0,-19 50-160-1,-4 27-136 1,-7 9-192-1,-70 6-2320 1,-55-11-11339 0</inkml:trace>
  <inkml:trace contextRef="#ctx0" brushRef="#br0" timeOffset="62474.53">10289 12765 17043 0,'3'-65'1905'0,"18"-2"1615"15,-15 61-1983 1,-2 112-489 15,-74 161-624-15,-6 68-232 0,76-335-192-16,-74 308-712 15,44-104-17460 1</inkml:trace>
  <inkml:trace contextRef="#ctx0" brushRef="#br0" timeOffset="62960.8">10601 13201 17579 0,'0'0'0'0,"10"-35"1289"15,-3 56-377 1,-37 99 440-1,-16 42-1064 1,25-54-256 0,21-108-32-1,-7 38 56 1,11-34 88 0,67-94-136-1,41-75 64 1,-45 58-192-1,-49 96-40 1,-9 58 424 0,-21 61-264-1,-13-4 0 1,15-59-192 0,7-45 240-1,28-45-368 1,58-69-16-1,-5 24 296 1,-40 58 40 15,-23 47 296-15,-30 85 272 0,-4 17-608-1,26-42-1568 1,22-62-15316-1</inkml:trace>
  <inkml:trace contextRef="#ctx0" brushRef="#br0" timeOffset="63271.56">11375 13212 16363 0,'-2'-21'2016'0,"-23"16"-1095"16,-52 74-649-1,14 2-184 1,38-25-88 15,23 4-168-15,2-50 168-16,37 50-320 16,4 36 384-1,-16-4-24 1,-32-37 168-1,-56-18 0 1,-4-26-96 0,30-31-3681-1,34-24-9842 1</inkml:trace>
  <inkml:trace contextRef="#ctx0" brushRef="#br0" timeOffset="63632.24">11555 13301 17163 0,'1'3'560'0,"21"16"665"16,19-5 111 15,32 0-232-15,-3-23-448-1,-24-27-552 1,-46 36-104-16,12-37-40 15,-56 14-352 1,-35 36 696 0,-17 46 272-1,25 24 721 1,49-9 47 0,40-15-952-1,54-13-120 1,43-41-456-1,19-27-8298 1,-98 17-1504 0</inkml:trace>
  <inkml:trace contextRef="#ctx0" brushRef="#br0" timeOffset="63862.06">12228 13251 14859 0,'0'0'0'0,"12"-65"3808"15,-18 50-615 1,-74 79-2785 0,-2 55-168-1,42-7 400 1,40-112-640 0,0 84 200-16,48-20 73 15,45-31-41 1,34-33-1409-1,10-14-17163 1</inkml:trace>
  <inkml:trace contextRef="#ctx0" brushRef="#br0" timeOffset="64009.12">12628 13696 19492 0,'0'-4'2016'16,"22"-6"-672"-1,-13 7-3168 1,-4 36-13651-16</inkml:trace>
  <inkml:trace contextRef="#ctx0" brushRef="#br0" timeOffset="68259.89">6552 12593 13314 0,'0'0'0'0,"-61"-34"7362"0,59 27-5282 16,55-1-463-1,136-13-417 1,77 3-800 0,-266 18-400-1,280-27 72 1,-24 8 8-1,-92 16-160 1,-94 15-304 0,-113 40-15779-1</inkml:trace>
  <inkml:trace contextRef="#ctx0" brushRef="#br0" timeOffset="68499">7206 12597 16475 0,'-17'-27'3569'0,"11"17"-2545"16,11 25 1801 0,11 101-761-1,-19 173-1192 1,-11 52-592 15,14-341-280-31,0 251 72 16,10-115-144-1,35-87-14243 1,-23-49 5865-16</inkml:trace>
  <inkml:trace contextRef="#ctx0" brushRef="#br0" timeOffset="68732.73">7841 12922 22652 0,'-38'-19'2585'0,"19"3"272"16,19 13-2529 15,34 41-2161-16,-34-12-13258-15</inkml:trace>
  <inkml:trace contextRef="#ctx0" brushRef="#br0" timeOffset="69154.34">7770 13233 23469 0,'-35'-15'1600'0,"25"4"-1544"0,35 37-208 15,37 55-18060 1</inkml:trace>
  <inkml:trace contextRef="#ctx0" brushRef="#br0" timeOffset="69582.03">6952 14278 18187 0,'-20'0'1361'0,"-21"0"2904"31,66 0-2937-15,110 4 264-1,108-36-1504 1,-13 25 96 0,-230 7-184-16,144 25-112 15,-114 25-3825 1,-69-8-10346-16</inkml:trace>
  <inkml:trace contextRef="#ctx0" brushRef="#br0" timeOffset="69806.28">7067 14426 17651 0,'-42'-6'3601'0,"8"7"-1288"16,34 57-17-1,4 96-872 16,1 92-1232-15,-4 11-192 0,-1-257 0-16,-9 209-136 15,-8-131-3624 1,17-64-11628-16</inkml:trace>
  <inkml:trace contextRef="#ctx0" brushRef="#br0" timeOffset="69993.88">6972 14945 17651 0,'-17'-16'4001'0,"11"5"-2857"15,57 1 1729 1,91-9-1753 0,43 14-1000-1,12 18-544 16,-197-13 424-31,138 7-17932 0</inkml:trace>
  <inkml:trace contextRef="#ctx0" brushRef="#br0" timeOffset="70132.03">7779 14668 19116 0,'-19'-17'2664'16,"-8"-11"-15"-1,28 23-2745 1,30 37-1297 0,-4 15-12434-1</inkml:trace>
  <inkml:trace contextRef="#ctx0" brushRef="#br0" timeOffset="70275.13">7779 15033 20724 0,'0'0'0'0,"-39"-14"3577"31,40 9-2993-15,53 43-8306-1,-38-24-2520-15</inkml:trace>
  <inkml:trace contextRef="#ctx0" brushRef="#br0" timeOffset="71934.28">8992 15484 17251 0,'0'-11'2121'0,"-4"-11"511"16,1 25-631-1,-23 40-1161 1,-49 69-632-1,-54-3-24 1,129-109-184 0,-131 78-40-16,75-67 176 15,56-18-248 1,52-33 16 0,48 34 176-1,47 6 24 1,-8 0-40-1,-36 14-72 17,-47 0-1328-17,-46-16-3977 1,-66-67-2617 0,-7-54 8498-1,17 5 5897 1,19 50 505-1,15 54-4210 1,-10 77-2648 0,-2 120-168-1,8 64-240 1,16-29-4081 0,46-149-14859-1</inkml:trace>
  <inkml:trace contextRef="#ctx0" brushRef="#br0" timeOffset="72429.22">9370 15657 17235 0,'0'-14'2569'0,"0"26"-2033"16,0 76 408-1,0 36-808 1,0-52-176 0,2-61 520-1,-2-11-480-15,15-37 696 16,47-76-632 0,-16 24-72-1,-21 53-112 1,-12 47-264-1,-10 54 528 1,-10 20-24 15,2-51-104-15,5-31 552 0,19-66-5681-1,68-81 1425 1,9 22 3503-1,-56 91-23 1,-32 75 384 0,-30 86 385-1,9-8-545 1,-4-18-1689 0,9-61-7801-1</inkml:trace>
  <inkml:trace contextRef="#ctx0" brushRef="#br0" timeOffset="73563.7">8470 15318 15987 0,'-20'-5'1712'0,"-22"-4"1529"0,85 2-1673 15,142-29 849 1,145-21-1225 0,32 33-1480 15,-362 24 288-31,346-5-5041 16,-298-23-5041-16</inkml:trace>
  <inkml:trace contextRef="#ctx0" brushRef="#br0" timeOffset="73832.22">9406 14198 11322 0,'-3'-29'7041'0,"0"-50"-3008"16,6 60-744 15,-39 162-2153-15,-58 206-1128-1,-14 88-5473 1,94-328-6121-16</inkml:trace>
  <inkml:trace contextRef="#ctx0" brushRef="#br0" timeOffset="74128.7">10104 15009 15323 0,'-19'-1'3977'15,"21"-3"-3433"1,44 9-56-1,42 28-480 1,-35 7-5905 0,-46-28-2505-16</inkml:trace>
  <inkml:trace contextRef="#ctx0" brushRef="#br0" timeOffset="74247.97">10100 15236 18499 0,'-13'-4'2441'0,"3"-7"-561"16,129-23-1175-1,128 1-2138 1,-96 37-12834 0</inkml:trace>
  <inkml:trace contextRef="#ctx0" brushRef="#br0" timeOffset="74758.56">11113 15501 12466 0,'0'-31'7498'16,"12"47"-7298"-1,-30 62 72 1,-49 38-184-1,-28-17-104 1,41-72 168 0,54-27-152-16,-11-7 128 15,60-46 24 1,44 17-160 0,32 22 136-1,27 13-56 1,-16 32-176-1,-73-6-4385 1,-57-11-4689 0</inkml:trace>
  <inkml:trace contextRef="#ctx0" brushRef="#br0" timeOffset="74925.37">11321 15506 16763 0,'0'0'0'0,"-37"-36"4745"15,12 77-2488 1,-5 125-1441 0,16 114-800-1,1 14-408 1,13-294 392 0,-36 146-8362-16,32-128-880 0</inkml:trace>
  <inkml:trace contextRef="#ctx0" brushRef="#br0" timeOffset="75175.31">10940 15257 18243 0,'-39'0'1777'15,"44"26"-1097"1,109 15 1600 0,134-29-1479-1,27-17-745 1,-67-10-4825 0,-208 15 4769-16,35-12-10371 0</inkml:trace>
  <inkml:trace contextRef="#ctx0" brushRef="#br0" timeOffset="75382.28">11385 14464 20940 0,'-10'-41'2801'15,"-3"15"-297"1,13 98-2232-1,0 184-56 1,0 126-1032 0,2-96-16460-1</inkml:trace>
  <inkml:trace contextRef="#ctx0" brushRef="#br0" timeOffset="75724.25">12224 14618 17699 0,'1'-14'2569'0,"1"-7"415"15,-1 77-1447 1,-35 142-737 0,2 43-672-1,13-1-664 1,19-240 536-1,1 105-10874-15,12-105 2392 16</inkml:trace>
  <inkml:trace contextRef="#ctx0" brushRef="#br0" timeOffset="75996.11">12469 14947 15131 0,'0'0'0'0,"1"-51"7105"31,-1 43-5424-15,-63 83-1417-1,-40 25-472 1,26-48 280 0,77-52-72-1,-12 0-288-15,37-27-553 16,15 10 697 0,3 43 344-1,15 46 216 1,33 9-215-1,46-47-1170 1,-53-34-12498 0</inkml:trace>
  <inkml:trace contextRef="#ctx0" brushRef="#br0" timeOffset="76161.69">12847 14968 17979 0,'-13'-14'3785'15,"-6"-20"-288"1,32 16-2457 0,60 10-1096-1,8 37-5065 1,-56-1-8898 0</inkml:trace>
  <inkml:trace contextRef="#ctx0" brushRef="#br0" timeOffset="76278.03">12907 15072 17195 0,'-35'0'3633'0,"13"0"-280"16,63 10-3145 0,107-6-2729-1,-33 17-12602 1</inkml:trace>
  <inkml:trace contextRef="#ctx0" brushRef="#br0" timeOffset="76852.13">13561 14962 12978 0,'0'-54'3553'16,"47"-33"792"0,42 13-1913-1,45 29-1271 1,-51 76-1009 0,-98 120 16-1,15-151-168-15,-133 243 184 16,-56-36-72-1,43-118 24 1,103-86 88 0,44-40 32-1,93-23-40 1,64 25-160 15,2 72-256-15,1 57-912-1,-21-29-19333 1</inkml:trace>
  <inkml:trace contextRef="#ctx0" brushRef="#br0" timeOffset="77185.34">14330 14875 17795 0,'25'-112'6154'16,"4"57"-3586"-1,-28 63-2296 1,-58 108-80 0,10 12-344-1,47-75 112 1,0-53 40-16,43 37 32 31,41-12-48-15,-14 43-16-1,-55 55 88 1,-98 2 24 0,-35-51 224-1,-12-53-160 1,16-37-1600 0,86-78-17540-1</inkml:trace>
  <inkml:trace contextRef="#ctx0" brushRef="#br0" timeOffset="77326.2">14281 14896 16955 0,'40'-32'3833'16,"43"-3"-936"-1,37 20-2593 1,-23 33-13955 0</inkml:trace>
  <inkml:trace contextRef="#ctx0" brushRef="#br0" timeOffset="77630.37">14840 14971 17531 0,'-2'-5'2889'0,"-23"-5"792"16,-39 62-2713-1,-15 79 160 1,66 9-808-1,73-57-320 1,-60-83 0 0,116 0 216-16,2-89-216 15,-47-46 408 1,-61-16-336 0,-48 25 176-1,-47 92-160 16,30 68-192-15,39 56-1808 0,37-27-15780-1</inkml:trace>
  <inkml:trace contextRef="#ctx0" brushRef="#br0" timeOffset="78008.39">15324 14573 17891 0,'2'-23'3385'0,"16"-52"2248"16,-14 64-3720-1,-13 102-1113 1,-27 128-448 0,-4 93-560 15,40-312 208-31,-25 222-336 15,14-151-2897 1,15-121-1496 0,9-99 3857-1,0 12 2480 1,-6 55 2241 0,-3 61-1736-1,47 13-1937 1,47 3-80-1,-6 5-368 1,-55-9-7042 0,-24-11-6665-1</inkml:trace>
  <inkml:trace contextRef="#ctx0" brushRef="#br0" timeOffset="78195.64">15682 14421 18643 0,'0'0'0'15,"-3"-16"6778"1,0 29-5322 0,-49 134 209-1,-13 162-897 1,41 37-784 0,24-346 16-1,29 230-888-15,7-143-18285 16</inkml:trace>
  <inkml:trace contextRef="#ctx0" brushRef="#br0" timeOffset="78650.78">15878 14998 20740 0,'-13'-4'1856'15,"-3"-13"1761"1,71-9-3225 0,48-12-80-1,13 22-240 1,-63 12-72 0,-53 4 0-16,-16 49-40 15,-95 81 72 1,-23 28-312-1,38-26 40 1,60-87 32 0,38-43-56-1,87-49 176 1,8 24 216 0,-35 30-88-1,-6 19 72 16,-16-4 8-15,-2-9-248 0,-32-13-8066-1,-6 0-2080-15</inkml:trace>
  <inkml:trace contextRef="#ctx0" brushRef="#br0" timeOffset="78836.28">15865 15162 14123 0,'-37'-23'9794'0,"14"2"-7034"16,23 21-2760 0,98 0 800-1,75 0-728 1,-10 27-3936 0,-163-27 3864-1,82 52-16356-15</inkml:trace>
  <inkml:trace contextRef="#ctx0" brushRef="#br0" timeOffset="78961.14">16618 15475 17003 0,'-59'-9'9570'16,"65"18"-9698"0,0 18-17556-1</inkml:trace>
  <inkml:trace contextRef="#ctx0" brushRef="#br0" timeOffset="80693.64">16844 15331 12730 0,'3'-34'4209'0,"5"-6"1040"15,-10 40-3504 1,-105 130-1385 15,-71 66-264-15,46-32-336-1,132-164 240-15,-27 72-977 16,102-112-7144 0,0-14-1985-16</inkml:trace>
  <inkml:trace contextRef="#ctx0" brushRef="#br0" timeOffset="80780.89">16774 15493 8793 0,'52'-49'7714'15,"-31"21"-1329"1,-58 73-4152 0,-92 101-1785-1,-7 35-16235 1</inkml:trace>
  <inkml:trace contextRef="#ctx0" brushRef="#br0" timeOffset="81280.78">17342 14680 10962 0,'2'-12'5137'0,"-4"3"1880"16,-56 141-3216-1,14 119-2681 1,22 31-1063-1,-24-5-178 1,46-277 121-16,-45 196-496 16,36-205-2232-1,109-207-16548 1</inkml:trace>
  <inkml:trace contextRef="#ctx0" brushRef="#br0" timeOffset="81504.57">17346 14855 6489 0,'0'-144'9666'16,"21"9"-4433"-1,47 75-3096 17,29 42-1617-17,-11 91-552 1,-50 71 184 0,-36-144-152-16,-42 139 664 15,-64-67 824 1,-36-51-728-1,48-42-584 1,120-28-3192 0,35 23-12132-1</inkml:trace>
  <inkml:trace contextRef="#ctx0" brushRef="#br0" timeOffset="82023.58">17783 14868 13810 0,'-8'-50'5026'15,"21"-39"-1778"1,1 62-1191 0,-3 88-401-1,-10 44-768 1,-1 128-336-1,0-233-552-15,13 135-24 16,3-114 184 0,12-77 408-1,34-122-464 1,13-11 1 0,-37 121 103-1,-30 66-456 1,2 99 496-1,-10 48-112 17,26-30-136-17,17-78 304 1,7-74 536 0,46-103-240-1,10-39-496 1,-31 27 8-1,-54 93-3657 1,-28 60-18788 0</inkml:trace>
  <inkml:trace contextRef="#ctx0" brushRef="#br0" timeOffset="82596.14">18687 14672 17299 0,'0'0'0'0,"6"-11"6242"0,-11 6-1850 16,-69 87-3863 15,-44 90-361-15,34 8-136 0,58-69-392-1,26-111 360-15,11 6-2361 16,74-95-4344-1,1-51 663 1,-41 5 8987 0,-37 71 4208-1,-8 51-3760 1,-3 61-2689 0,-1 61 225-1,28-6-705 1,9-47-120-1,-13-44-64 1,26-80 264 15,17-69-112-15,14-30-264 0,12 16 512-1,-43 87-456 1,-36 50-104-1,-7 64 392 1,-13 82 448 0,3 51-1136-1,28-16 896 1,3-95-200 0,-12-62-312-1,-9-10-1560 1,-16-16-15684-1</inkml:trace>
  <inkml:trace contextRef="#ctx0" brushRef="#br0" timeOffset="82761.36">19437 15451 27941 0,'0'-4'1289'0,"0"-12"-545"16,6 12-1792 0,-19 47-21165-1</inkml:trace>
  <inkml:trace contextRef="#ctx0" brushRef="#br0" timeOffset="94367.07">12619 2514 10530 0,'-7'-21'4441'0,"-2"19"-80"15,-18 30-2649 1,-25 62-768 0,-9 28-720-1,-4-1-248 1,65-117 24-16,-47 64-16 15,36-58 760 1,12-11-648 0,48-13-256-1,43-9-32 17,38 22 152-17,15 20-8 1,-1 6 96-1,-32-4-1416 1,-71-17-13915 0</inkml:trace>
  <inkml:trace contextRef="#ctx0" brushRef="#br0" timeOffset="94554.69">12955 2270 15835 0,'-9'-8'4417'15,"-15"9"-2177"1,-48 189-839 0,47 96-1281-1,12 45-368 17,10-64-16292-17</inkml:trace>
  <inkml:trace contextRef="#ctx0" brushRef="#br0" timeOffset="94898.77">13338 2576 17419 0,'0'-7'1280'0,"-25"-14"2553"15,-18 56-2648 1,-28 135-377-1,52-23-840 1,42-64-168 0,-23-83 200-1,45 29-96-15,23-61 368 32,11-63-40-17,-52-30 104 1,-56 27 16-1,-42 74-280 1,-17 43 0 0,64 30-1208-1,38-50-13619 1</inkml:trace>
  <inkml:trace contextRef="#ctx0" brushRef="#br0" timeOffset="95129.25">14019 2342 15923 0,'0'-11'5313'0,"-26"5"-1592"32,-77 138-3161-17,6 70-344 1,17 48-264-1,17-70-288 1,63-180 336-16,-43 93-6770 16,43-81-6368-16</inkml:trace>
  <inkml:trace contextRef="#ctx0" brushRef="#br0" timeOffset="95286.16">13634 2455 16587 0,'-5'-17'3521'0,"-29"-27"1608"16,20 24-3905 0,15 20-1816-1,51 96-14883 17</inkml:trace>
  <inkml:trace contextRef="#ctx0" brushRef="#br0" timeOffset="95461.76">14019 2949 21868 0,'-6'-1'1617'15,"-5"-6"1071"1,8-1-2576 0,13 8-16219-1</inkml:trace>
  <inkml:trace contextRef="#ctx0" brushRef="#br0" timeOffset="95743.05">14344 3120 10098 0,'1'-4'1592'15,"12"-20"4009"1,-8 19-2560 0,0 10-2881-1,-19 54 160 1,-13 16-2296-1,27-75 1976 1,1 20-14420-16</inkml:trace>
  <inkml:trace contextRef="#ctx0" brushRef="#br0" timeOffset="95832.28">14476 3154 11818 0,'0'0'0'0,"-20"2"6585"31,2 24-5624-15,10-8-12332-16</inkml:trace>
  <inkml:trace contextRef="#ctx0" brushRef="#br0" timeOffset="96396.64">14812 1842 15467 0,'0'0'0'0,"-9"-38"5753"0,2-4-1176 16,7 42-3497 0,0 64 104 15,-3 79-767-16,3-143-417-15,-5 214 136 16,2 104-985 0,3-251-4200-1,-3-64-10930 1</inkml:trace>
  <inkml:trace contextRef="#ctx0" brushRef="#br0" timeOffset="96663.98">14828 1863 15307 0,'0'0'0'0,"5"-67"5393"16,20-28-1600 0,32 40-2769-1,19 51-1208 1,3 92 72 0,-79-88 112-1,50 165 184 1,-69 18-32-1,-74-24 280 1,-23-61-176 0,54-80-6809-1,62-19-4482-15</inkml:trace>
  <inkml:trace contextRef="#ctx0" brushRef="#br0" timeOffset="97029.6">15247 2071 16459 0,'0'0'0'0,"-3"-15"7642"16,-6-2-4634-1,4 19-2656 1,5 72-328 15,8 31-184-31,-8-105 160 16,27 84 280-1,-8-50-56 1,-9-35-80 0,16-73-23-1,30-44-226 1,-16 28 282 0,-27 69-530-1,-6 42 201 1,10 32 216-1,10 5-112 1,12-26-56 0,7-26-792-1,-13-30-15811 1</inkml:trace>
  <inkml:trace contextRef="#ctx0" brushRef="#br0" timeOffset="97475.76">15739 1965 12858 0,'-2'-3'1337'16,"-7"-8"135"-1,2 5-1264 1,9 3-536 0,9-6 640-1,-4 2 1432 1,-7 7-1744-1,0-6 3209-15,0 1-713 16,0 3-1167 0,-3-2-817-1,0 0-424 1,-3 4-464 0,-9 0 344 15,-6 0 184-16,0 0 88 1,6-5 752 0,12 3-960-1,21 2-136 1,47 7 288 0,35-7-136-1,-4-7-752 1,-32 1-6986-1,-58 5-2640 1</inkml:trace>
  <inkml:trace contextRef="#ctx0" brushRef="#br0" timeOffset="97666.44">15854 1739 18748 0,'0'-2'2128'0,"-6"-8"2569"0,6 10-3161 31,-4 44 17-15,-5 66-1569 0,-2 57-48-1,11-167 64-15,-6 179-4185 16,23-81-16540 0</inkml:trace>
  <inkml:trace contextRef="#ctx0" brushRef="#br0" timeOffset="97848.57">16043 2071 19508 0,'-3'-8'4409'0,"-3"-7"-441"15,6 12-3599 1,7 27-682 0,31 22-167 15,-1-10-6665-16,-37-36 7145-15,38 4-15924 0</inkml:trace>
  <inkml:trace contextRef="#ctx0" brushRef="#br0" timeOffset="97991.58">16348 1873 10002 0,'4'-14'8337'16,"-3"-4"-1807"0,-62 83-4642-1,-158 255-760 1,-126 317-18355-1</inkml:trace>
  <inkml:trace contextRef="#ctx0" brushRef="#br0" timeOffset="98614.11">12167 5478 13218 0,'0'0'0'0,"-87"-128"9498"15,91 45-7577 1,53 55-1305 0,22 97-448-1,-52 102-112 1,-27-171-56-1,-62 224-88-15,-76-41-96 16,-17-112 352 0,47-68 192-1,70-39 1304 1,67 1-1120 0,109 11-375 15,63 26-201-16,-5 28-1273 1,-70-21-17979 0</inkml:trace>
  <inkml:trace contextRef="#ctx0" brushRef="#br0" timeOffset="99029.62">12749 5281 19956 0,'0'0'0'0,"-15"-52"3529"15,9 55-1737 1,-26 102-1496 0,15 37-136-1,19-26-248 1,-2-116 88 0,43 93-112-16,18-47 80 15,-29-7 64 16,-32 23 24-15,-73 13-16 0,-33-25 72-1,-5-45-544 1,21-70-5185 0,75-53-3177-1,37-15 8258 1,39 64 4369-1,29 32-209 1,42 1-2255 0,41 10-1481-1,-34 15-12899 1</inkml:trace>
  <inkml:trace contextRef="#ctx0" brushRef="#br0" timeOffset="99263.87">13681 5097 22132 0,'0'0'0'0,"-32"-4"2825"0,-39 104-905 16,-31 94-455-1,0 76-953 1,-5 5-480-1,107-275-32 1,-87 174-328-16,40-126-3593 16,43-91-14419-1</inkml:trace>
  <inkml:trace contextRef="#ctx0" brushRef="#br0" timeOffset="99432.3">13220 5362 17267 0,'-16'-33'2937'16,"-1"-7"1312"0,12 32-3833-1,40 59-1961 1,-20-36-12177-16</inkml:trace>
  <inkml:trace contextRef="#ctx0" brushRef="#br0" timeOffset="99574.28">13492 5743 19508 0,'-3'7'2440'16,"0"-7"865"-1,21-2-3729 1,49 1-17476 0</inkml:trace>
  <inkml:trace contextRef="#ctx0" brushRef="#br0" timeOffset="99836.13">14322 5129 24885 0,'-11'-21'1032'0,"1"-12"88"16,26 58-112-1,1 132 9 1,1 101-633 0,4 54-688-1,-22-312 304 1,7 219-8834-16,-7-197-3025 15</inkml:trace>
  <inkml:trace contextRef="#ctx0" brushRef="#br0" timeOffset="100122.72">14342 5295 20772 0,'0'-16'1560'0,"22"-50"505"16,71 44-417-1,40 68-1176 1,-23 102-184 0,-81 66-320-1,-29-214 32 1,-106 223 0-16,-96-91 136 16,40-107 16-1,113-84-424 1,123-45-10378-1,-41 80 424 1</inkml:trace>
  <inkml:trace contextRef="#ctx0" brushRef="#br0" timeOffset="100474.08">14835 5560 19308 0,'-2'-5'2552'0,"-8"-7"729"15,2 30-2009 1,2 99-952 0,27 22-320-1,15-70-144 1,-36-69 144 0,45 11 96-16,21-93-24 15,-6-51-184 16,-19 26 200-15,-38 92 256 0,-8 40-24-1,-23 80 553 1,31-32-649 0,49-48-240-1,25-41-224 1,7-64-7106-1,-47 45-9338-15</inkml:trace>
  <inkml:trace contextRef="#ctx0" brushRef="#br0" timeOffset="100653.6">15216 5466 18147 0,'-52'-8'4985'16,"49"2"-1416"-1,72-15-1864 1,61 4-1585-1,0 10-272 1,-67 4-8874 15,-63 3 9026-31,6 0-11491 0</inkml:trace>
  <inkml:trace contextRef="#ctx0" brushRef="#br0" timeOffset="100840.13">15399 5213 20308 0,'-9'0'2064'15,"-17"35"2177"1,4 88-1880 0,22 35-2137-1,28 25-296 1,21-72-4153 0,-49-111 4225-1,53 18-19428-15</inkml:trace>
  <inkml:trace contextRef="#ctx0" brushRef="#br0" timeOffset="100989.16">15588 5443 16883 0,'-12'-4'3793'15,"-16"-10"232"1,29 35-2185 0,25 43-1072-1,21 8-752 1,7-16-840-1,-54-56 824 1,58 16-9730-16,-21-36-2489 0</inkml:trace>
  <inkml:trace contextRef="#ctx0" brushRef="#br0" timeOffset="101114.19">15898 5424 6225 0,'2'-16'6177'0,"1"-20"3833"16,-36 75-6393-1,-66 157-1937 1,-64 129-1255-1,-45 70-16261 1</inkml:trace>
  <inkml:trace contextRef="#ctx0" brushRef="#br0" timeOffset="102538.63">12834 8626 13674 0,'4'-58'4537'0,"13"-8"-168"16,-4 74-3625-1,-6 101-543 1,-14 36-201-1,9-62 40 1,-2-83-40 0,37 19 24-1,24-13 8 1,2 57-72 0,-40 91 40-1,-60 45 176 1,-43-49 72-1,-27-48-168 1,9-80-480 0,62-171-19637-1</inkml:trace>
  <inkml:trace contextRef="#ctx0" brushRef="#br0" timeOffset="102630.18">12774 8845 15195 0,'0'0'0'0,"0"-37"5425"16,68 0-3289-1,78 19-1760 1,60 18-14138 0</inkml:trace>
  <inkml:trace contextRef="#ctx0" brushRef="#br0" timeOffset="102991.28">13657 8774 19628 0,'0'0'0'0,"-92"-16"3384"15,5 71-2519 1,17 71-401 0,54 27-472-1,72-51 64 1,-56-102-56-1,117 13 0-15,29-99 104 16,-41-25 8 15,-92 13 96-15,-96 44-24 0,-70 65-224-1,19 46-56 1,113-12-2601-1,55-37-12202-15</inkml:trace>
  <inkml:trace contextRef="#ctx0" brushRef="#br0" timeOffset="103380.05">14468 8674 15747 0,'0'0'0'0,"-3"-24"7361"16,-28 37-4912 0,-95 148-1073-1,-56 107-1184 1,16 43-400-1,166-311 208 1,-113 197-312-16,78-171-17612 16</inkml:trace>
  <inkml:trace contextRef="#ctx0" brushRef="#br0" timeOffset="103528.37">14069 8800 18651 0,'-20'-55'5818'16,"1"36"-4002"0,19 33-2512-1,25 57-16108 1</inkml:trace>
  <inkml:trace contextRef="#ctx0" brushRef="#br0" timeOffset="103666.65">14175 9090 17243 0,'0'6'184'0,"-3"27"-208"16,9-9-9202-1</inkml:trace>
  <inkml:trace contextRef="#ctx0" brushRef="#br0" timeOffset="103876.65">14635 8603 19116 0,'0'0'0'0,"7"-58"5857"16,5 52-4313 0,3 116 73-1,-14 135-1193 1,-1 92-648-1,0-337 224 1,-5 288-2233-16,9-218-18611 16</inkml:trace>
  <inkml:trace contextRef="#ctx0" brushRef="#br0" timeOffset="104129.25">14817 8651 15659 0,'26'-56'3409'16,"36"35"-225"0,2 74-983-1,-1 136-697 1,-50-48-1064 0,-132 44-320-1,119-185-120-15,-138 68 304 16,-24-65-216-1,138-69-1552 1,71 1-16316 0</inkml:trace>
  <inkml:trace contextRef="#ctx0" brushRef="#br0" timeOffset="104473.06">15016 8960 16259 0,'0'0'0'0,"24"-3"5185"15,-3 21-1712 1,-11 67-2049 0,3 32-1160-1,15-61-240 1,5-54 104 0,-33-2-128-16,60-74 232 15,16-39-232 1,-8 15 16-1,-47 75-88 1,-27 67 0 0,-24 73 448 15,53-30-312-15,52-55 136-1,41-62-360 1,-15-46-4265-1,-85 35-10834 1</inkml:trace>
  <inkml:trace contextRef="#ctx0" brushRef="#br0" timeOffset="104661.52">15561 8894 17003 0,'0'0'0'0,"-29"0"5425"16,30 0-3424-1,71-1 399 1,51-15-2000-1,-3 7-392 1,-71 9-2360 0,-49 0 2352-1,-2 3-17820-15</inkml:trace>
  <inkml:trace contextRef="#ctx0" brushRef="#br0" timeOffset="104834.34">15764 8681 17851 0,'-13'-16'5105'15,"10"12"-1888"1,-8 69-1104 0,15 53-1817-1,13 45-424 1,3-26-601 0,-20-137 729-16,41 45-19556 15</inkml:trace>
  <inkml:trace contextRef="#ctx0" brushRef="#br0" timeOffset="105116.92">15941 8930 18115 0,'-13'-31'4457'0,"5"48"-744"32,12 38-2217-17,43 14-1272 1,6-6-272-1,-27-51-2304 1,-26-12 2352-16,46-34-6401 16,4-45 4232-1,-10-17 3297 1,-14 53 3489 0,-28 52-752-1,-75 137-1944 1,-56 119-1649-1,-29 86-8522 1,124-263-3985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7DA88A-3C08-6C42-1125-8B4F582716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2A29467-D791-129F-2152-BA4DC5162E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25E23B1-4D4B-D42D-8634-E43653D26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4403A-1BB9-49B4-95F1-F676AD59CCF1}" type="datetimeFigureOut">
              <a:rPr lang="ko-KR" altLang="en-US" smtClean="0"/>
              <a:t>2026-06-01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DC66FAB-F2DE-BAE0-88C9-5B22681C5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304E475-FA3E-A779-4735-2580C1780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AFA62-658C-42E9-9D48-5CA7C31030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97379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80D90E-E10A-4481-B29B-C91A01034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101859A-61B0-FD74-9ED7-99492DBB41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A161871-D88F-EA07-9BDE-32EBF2C82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4403A-1BB9-49B4-95F1-F676AD59CCF1}" type="datetimeFigureOut">
              <a:rPr lang="ko-KR" altLang="en-US" smtClean="0"/>
              <a:t>2026-06-01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5FF24E3-B005-1BBC-58F0-96BBAD39C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A6E38AF-C70A-FF11-393F-78CAFBE78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AFA62-658C-42E9-9D48-5CA7C31030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09718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47CD46-9CDE-F94A-E100-ECFDD234AF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FF4D3E5-5339-04B3-A3D4-03E3369515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727362F-6B37-0D3F-17FA-43B7ABA85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4403A-1BB9-49B4-95F1-F676AD59CCF1}" type="datetimeFigureOut">
              <a:rPr lang="ko-KR" altLang="en-US" smtClean="0"/>
              <a:t>2026-06-01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6492B2A-6603-5667-5A11-024CB17DA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13DFA7-3CA9-F290-4A2A-CD0DC37EC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AFA62-658C-42E9-9D48-5CA7C31030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98640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7F77B3-FC88-6A6C-4889-1809406CE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318249C-13E5-CCC0-2DB7-7E98F43916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00C587F-9D6B-52C9-4962-9E48CF8D6D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230FB0C-2D1B-06C2-C24E-9634C1150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4403A-1BB9-49B4-95F1-F676AD59CCF1}" type="datetimeFigureOut">
              <a:rPr lang="ko-KR" altLang="en-US" smtClean="0"/>
              <a:t>2026-06-01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4F4E2C4-C098-0D31-CA98-40C387BFF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8C71F7E-3042-1950-292C-26B891824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AFA62-658C-42E9-9D48-5CA7C31030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16987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D3414B-0B36-1265-7A75-E3EAEC67E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DE7A34E-8BBF-0361-895C-FA01ECE4C0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355215B-2AED-D0B9-351E-D0C8D1C2C9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90155B6-76D6-0815-EB62-DB8C7724EB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6267BD0-5565-8826-1B46-ECF006746B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A31C0BF-E95A-46AD-5F50-552051EE6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4403A-1BB9-49B4-95F1-F676AD59CCF1}" type="datetimeFigureOut">
              <a:rPr lang="ko-KR" altLang="en-US" smtClean="0"/>
              <a:t>2026-06-01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AD19D18-0B81-6C61-3162-810623821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014184E-D945-EF49-73CF-B73212309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AFA62-658C-42E9-9D48-5CA7C31030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43667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0092CB-2385-53BD-B9E4-6461C2E44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C91A738-FE24-6223-CEC9-D9B40B9DC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4403A-1BB9-49B4-95F1-F676AD59CCF1}" type="datetimeFigureOut">
              <a:rPr lang="ko-KR" altLang="en-US" smtClean="0"/>
              <a:t>2026-06-01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C53FA9C-9952-7A22-9855-EF8C6D4D0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19BFDE6-FEC7-85C9-7E1C-33E3A2640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AFA62-658C-42E9-9D48-5CA7C31030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43535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BD15B87-D147-6750-1BCB-3CA7DE6CB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4403A-1BB9-49B4-95F1-F676AD59CCF1}" type="datetimeFigureOut">
              <a:rPr lang="ko-KR" altLang="en-US" smtClean="0"/>
              <a:t>2026-06-01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74316B6-4683-B55B-AFD6-4E60EF43F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15E8DA-A44A-4F69-C12A-44056DFF2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AFA62-658C-42E9-9D48-5CA7C31030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25024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B064BF-0C7D-1351-E61C-80BA96EC3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CF3FB7F-EA0C-148E-5A32-9650F89694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C053073-92AC-4A89-330A-12B9F53306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BB55C83-4385-F04E-EC7D-DB8B6142A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4403A-1BB9-49B4-95F1-F676AD59CCF1}" type="datetimeFigureOut">
              <a:rPr lang="ko-KR" altLang="en-US" smtClean="0"/>
              <a:t>2026-06-01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473F250-2447-AEB1-5870-D4189819C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166AEF9-264E-EC19-715C-1480FAF74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AFA62-658C-42E9-9D48-5CA7C31030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39425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846ECD-51E5-EA5C-AD13-86A8DB7FC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4C0BD9C-16F4-4AB1-ADE9-BE255F89D6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A57A480-6709-440C-F5B3-300652EC56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267D38B-11C1-0482-D4FD-B3E0A7160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4403A-1BB9-49B4-95F1-F676AD59CCF1}" type="datetimeFigureOut">
              <a:rPr lang="ko-KR" altLang="en-US" smtClean="0"/>
              <a:t>2026-06-01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948F835-61B3-D1DD-9A64-C5636FCA0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A508808-406D-2408-1B44-C9C62D773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AFA62-658C-42E9-9D48-5CA7C31030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54402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4EB62D-E4B9-CE86-D5B4-7144E23AA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780C23D-DFB0-9CA2-339E-EAF884C331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DC0DE03-DFF6-9C48-05CF-CE725D35E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4403A-1BB9-49B4-95F1-F676AD59CCF1}" type="datetimeFigureOut">
              <a:rPr lang="ko-KR" altLang="en-US" smtClean="0"/>
              <a:t>2026-06-01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59EDE99-D1A4-FA19-5778-DAC9707F0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0F375FB-565D-D9FB-FFBD-F59F5B91F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AFA62-658C-42E9-9D48-5CA7C31030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2931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E91CB3D-DF00-DA16-AC85-C6590A5A76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5CC080C-72E3-AED6-0335-089CE1F5F0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7B78C05-2B04-8BB5-7161-CEE562C562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4403A-1BB9-49B4-95F1-F676AD59CCF1}" type="datetimeFigureOut">
              <a:rPr lang="ko-KR" altLang="en-US" smtClean="0"/>
              <a:t>2026-06-01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CA60FC2-D383-3210-0322-ADFC1DF5E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2AC5D9B-66B2-067F-4C48-B8775F2E1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AFA62-658C-42E9-9D48-5CA7C31030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6071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9CDD35E-DA19-87B0-EE70-357AB194C7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3E99075-9CF0-07B6-DE8A-AEC40ECA0B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09B38F2-663E-4FA1-83BB-53281B10FC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74403A-1BB9-49B4-95F1-F676AD59CCF1}" type="datetimeFigureOut">
              <a:rPr lang="ko-KR" altLang="en-US" smtClean="0"/>
              <a:t>2026-06-01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C84177C-B016-7008-F5F2-F72D57E732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E515799-8322-AB0F-2F41-EC4539188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2AFA62-658C-42E9-9D48-5CA7C31030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32007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3.xml"/><Relationship Id="rId11" Type="http://schemas.openxmlformats.org/officeDocument/2006/relationships/image" Target="../media/image5.png"/><Relationship Id="rId5" Type="http://schemas.openxmlformats.org/officeDocument/2006/relationships/image" Target="../media/image2.png"/><Relationship Id="rId10" Type="http://schemas.openxmlformats.org/officeDocument/2006/relationships/customXml" Target="../ink/ink5.xml"/><Relationship Id="rId4" Type="http://schemas.openxmlformats.org/officeDocument/2006/relationships/customXml" Target="../ink/ink2.xml"/><Relationship Id="rId9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ustomXml" Target="../ink/ink10.xml"/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9.xml"/><Relationship Id="rId11" Type="http://schemas.openxmlformats.org/officeDocument/2006/relationships/image" Target="../media/image12.png"/><Relationship Id="rId5" Type="http://schemas.openxmlformats.org/officeDocument/2006/relationships/image" Target="../media/image9.png"/><Relationship Id="rId10" Type="http://schemas.openxmlformats.org/officeDocument/2006/relationships/customXml" Target="../ink/ink11.xml"/><Relationship Id="rId4" Type="http://schemas.openxmlformats.org/officeDocument/2006/relationships/customXml" Target="../ink/ink8.xml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2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3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customXml" Target="../ink/ink1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customXml" Target="../ink/ink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3167AF-D91F-D3D9-16D9-E05C0BFC7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83B889C6-9E20-F7E1-A9AF-E5257BCE3065}"/>
                  </a:ext>
                </a:extLst>
              </p14:cNvPr>
              <p14:cNvContentPartPr/>
              <p14:nvPr/>
            </p14:nvContentPartPr>
            <p14:xfrm>
              <a:off x="1956600" y="5154840"/>
              <a:ext cx="1059480" cy="118440"/>
            </p14:xfrm>
          </p:contentPart>
        </mc:Choice>
        <mc:Fallback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83B889C6-9E20-F7E1-A9AF-E5257BCE306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40760" y="5091480"/>
                <a:ext cx="1090800" cy="24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잉크 2">
                <a:extLst>
                  <a:ext uri="{FF2B5EF4-FFF2-40B4-BE49-F238E27FC236}">
                    <a16:creationId xmlns:a16="http://schemas.microsoft.com/office/drawing/2014/main" id="{D5352892-2CF1-E52B-3AF2-54E6784C5B56}"/>
                  </a:ext>
                </a:extLst>
              </p14:cNvPr>
              <p14:cNvContentPartPr/>
              <p14:nvPr/>
            </p14:nvContentPartPr>
            <p14:xfrm>
              <a:off x="1888920" y="5333760"/>
              <a:ext cx="1166760" cy="90360"/>
            </p14:xfrm>
          </p:contentPart>
        </mc:Choice>
        <mc:Fallback>
          <p:pic>
            <p:nvPicPr>
              <p:cNvPr id="3" name="잉크 2">
                <a:extLst>
                  <a:ext uri="{FF2B5EF4-FFF2-40B4-BE49-F238E27FC236}">
                    <a16:creationId xmlns:a16="http://schemas.microsoft.com/office/drawing/2014/main" id="{D5352892-2CF1-E52B-3AF2-54E6784C5B5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873080" y="5270400"/>
                <a:ext cx="1198080" cy="21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" name="잉크 3">
                <a:extLst>
                  <a:ext uri="{FF2B5EF4-FFF2-40B4-BE49-F238E27FC236}">
                    <a16:creationId xmlns:a16="http://schemas.microsoft.com/office/drawing/2014/main" id="{2506903B-45AE-A719-3369-A9567D14B116}"/>
                  </a:ext>
                </a:extLst>
              </p14:cNvPr>
              <p14:cNvContentPartPr/>
              <p14:nvPr/>
            </p14:nvContentPartPr>
            <p14:xfrm>
              <a:off x="1836360" y="5565240"/>
              <a:ext cx="1127520" cy="48960"/>
            </p14:xfrm>
          </p:contentPart>
        </mc:Choice>
        <mc:Fallback>
          <p:pic>
            <p:nvPicPr>
              <p:cNvPr id="4" name="잉크 3">
                <a:extLst>
                  <a:ext uri="{FF2B5EF4-FFF2-40B4-BE49-F238E27FC236}">
                    <a16:creationId xmlns:a16="http://schemas.microsoft.com/office/drawing/2014/main" id="{2506903B-45AE-A719-3369-A9567D14B11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820520" y="5501880"/>
                <a:ext cx="1158840" cy="17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5" name="잉크 4">
                <a:extLst>
                  <a:ext uri="{FF2B5EF4-FFF2-40B4-BE49-F238E27FC236}">
                    <a16:creationId xmlns:a16="http://schemas.microsoft.com/office/drawing/2014/main" id="{67ACDA5C-157B-47D8-62D9-5F1DF8AD6335}"/>
                  </a:ext>
                </a:extLst>
              </p14:cNvPr>
              <p14:cNvContentPartPr/>
              <p14:nvPr/>
            </p14:nvContentPartPr>
            <p14:xfrm>
              <a:off x="1829880" y="5678280"/>
              <a:ext cx="1379880" cy="73800"/>
            </p14:xfrm>
          </p:contentPart>
        </mc:Choice>
        <mc:Fallback>
          <p:pic>
            <p:nvPicPr>
              <p:cNvPr id="5" name="잉크 4">
                <a:extLst>
                  <a:ext uri="{FF2B5EF4-FFF2-40B4-BE49-F238E27FC236}">
                    <a16:creationId xmlns:a16="http://schemas.microsoft.com/office/drawing/2014/main" id="{67ACDA5C-157B-47D8-62D9-5F1DF8AD633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814040" y="5614920"/>
                <a:ext cx="1411200" cy="20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6" name="잉크 5">
                <a:extLst>
                  <a:ext uri="{FF2B5EF4-FFF2-40B4-BE49-F238E27FC236}">
                    <a16:creationId xmlns:a16="http://schemas.microsoft.com/office/drawing/2014/main" id="{CE3807F6-D177-C556-F624-5BFB3E3B354D}"/>
                  </a:ext>
                </a:extLst>
              </p14:cNvPr>
              <p14:cNvContentPartPr/>
              <p14:nvPr/>
            </p14:nvContentPartPr>
            <p14:xfrm>
              <a:off x="450000" y="310320"/>
              <a:ext cx="11205360" cy="6044400"/>
            </p14:xfrm>
          </p:contentPart>
        </mc:Choice>
        <mc:Fallback>
          <p:pic>
            <p:nvPicPr>
              <p:cNvPr id="6" name="잉크 5">
                <a:extLst>
                  <a:ext uri="{FF2B5EF4-FFF2-40B4-BE49-F238E27FC236}">
                    <a16:creationId xmlns:a16="http://schemas.microsoft.com/office/drawing/2014/main" id="{CE3807F6-D177-C556-F624-5BFB3E3B354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40640" y="300960"/>
                <a:ext cx="11224080" cy="6063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398100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This image depicts a code snippet from an Arduino program that initializes various components, such as flash memory, hardware, a motor control task, and Bluetooth controller.&#10;&#10;AI 생성 콘텐츠는 정확하지 않을 수 있습니다.">
            <a:extLst>
              <a:ext uri="{FF2B5EF4-FFF2-40B4-BE49-F238E27FC236}">
                <a16:creationId xmlns:a16="http://schemas.microsoft.com/office/drawing/2014/main" id="{148803C5-9D1E-8F8A-2C3D-5A03EB4B2D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149" y="185578"/>
            <a:ext cx="5915851" cy="287695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잉크 5">
                <a:extLst>
                  <a:ext uri="{FF2B5EF4-FFF2-40B4-BE49-F238E27FC236}">
                    <a16:creationId xmlns:a16="http://schemas.microsoft.com/office/drawing/2014/main" id="{BAFE4BC1-C03B-9826-ED86-68542EC7B7F0}"/>
                  </a:ext>
                </a:extLst>
              </p14:cNvPr>
              <p14:cNvContentPartPr/>
              <p14:nvPr/>
            </p14:nvContentPartPr>
            <p14:xfrm>
              <a:off x="330840" y="195120"/>
              <a:ext cx="11576520" cy="6508800"/>
            </p14:xfrm>
          </p:contentPart>
        </mc:Choice>
        <mc:Fallback>
          <p:pic>
            <p:nvPicPr>
              <p:cNvPr id="6" name="잉크 5">
                <a:extLst>
                  <a:ext uri="{FF2B5EF4-FFF2-40B4-BE49-F238E27FC236}">
                    <a16:creationId xmlns:a16="http://schemas.microsoft.com/office/drawing/2014/main" id="{BAFE4BC1-C03B-9826-ED86-68542EC7B7F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21480" y="185760"/>
                <a:ext cx="11595240" cy="6527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010637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1898B8-2810-7083-022C-293F3BF8C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잉크 3">
                <a:extLst>
                  <a:ext uri="{FF2B5EF4-FFF2-40B4-BE49-F238E27FC236}">
                    <a16:creationId xmlns:a16="http://schemas.microsoft.com/office/drawing/2014/main" id="{C876DF9B-0FD1-E62A-F100-3F703CDB4DC9}"/>
                  </a:ext>
                </a:extLst>
              </p14:cNvPr>
              <p14:cNvContentPartPr/>
              <p14:nvPr/>
            </p14:nvContentPartPr>
            <p14:xfrm>
              <a:off x="1708920" y="3720600"/>
              <a:ext cx="1420920" cy="251640"/>
            </p14:xfrm>
          </p:contentPart>
        </mc:Choice>
        <mc:Fallback>
          <p:pic>
            <p:nvPicPr>
              <p:cNvPr id="4" name="잉크 3">
                <a:extLst>
                  <a:ext uri="{FF2B5EF4-FFF2-40B4-BE49-F238E27FC236}">
                    <a16:creationId xmlns:a16="http://schemas.microsoft.com/office/drawing/2014/main" id="{C876DF9B-0FD1-E62A-F100-3F703CDB4DC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93080" y="3657240"/>
                <a:ext cx="1452240" cy="37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잉크 4">
                <a:extLst>
                  <a:ext uri="{FF2B5EF4-FFF2-40B4-BE49-F238E27FC236}">
                    <a16:creationId xmlns:a16="http://schemas.microsoft.com/office/drawing/2014/main" id="{2988FC29-729A-817D-3212-9CB3A2E57BC6}"/>
                  </a:ext>
                </a:extLst>
              </p14:cNvPr>
              <p14:cNvContentPartPr/>
              <p14:nvPr/>
            </p14:nvContentPartPr>
            <p14:xfrm>
              <a:off x="1846800" y="4033800"/>
              <a:ext cx="1216440" cy="139680"/>
            </p14:xfrm>
          </p:contentPart>
        </mc:Choice>
        <mc:Fallback>
          <p:pic>
            <p:nvPicPr>
              <p:cNvPr id="5" name="잉크 4">
                <a:extLst>
                  <a:ext uri="{FF2B5EF4-FFF2-40B4-BE49-F238E27FC236}">
                    <a16:creationId xmlns:a16="http://schemas.microsoft.com/office/drawing/2014/main" id="{2988FC29-729A-817D-3212-9CB3A2E57BC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830960" y="3970440"/>
                <a:ext cx="1247760" cy="26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6" name="잉크 5">
                <a:extLst>
                  <a:ext uri="{FF2B5EF4-FFF2-40B4-BE49-F238E27FC236}">
                    <a16:creationId xmlns:a16="http://schemas.microsoft.com/office/drawing/2014/main" id="{53DBE740-A4BE-0DBB-4578-BD47FA7B74DD}"/>
                  </a:ext>
                </a:extLst>
              </p14:cNvPr>
              <p14:cNvContentPartPr/>
              <p14:nvPr/>
            </p14:nvContentPartPr>
            <p14:xfrm>
              <a:off x="1809720" y="4257360"/>
              <a:ext cx="1401840" cy="261360"/>
            </p14:xfrm>
          </p:contentPart>
        </mc:Choice>
        <mc:Fallback>
          <p:pic>
            <p:nvPicPr>
              <p:cNvPr id="6" name="잉크 5">
                <a:extLst>
                  <a:ext uri="{FF2B5EF4-FFF2-40B4-BE49-F238E27FC236}">
                    <a16:creationId xmlns:a16="http://schemas.microsoft.com/office/drawing/2014/main" id="{53DBE740-A4BE-0DBB-4578-BD47FA7B74D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793880" y="4194000"/>
                <a:ext cx="1433160" cy="38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7" name="잉크 6">
                <a:extLst>
                  <a:ext uri="{FF2B5EF4-FFF2-40B4-BE49-F238E27FC236}">
                    <a16:creationId xmlns:a16="http://schemas.microsoft.com/office/drawing/2014/main" id="{1F28DAF7-D65F-635E-7E39-8CEEC341C0B9}"/>
                  </a:ext>
                </a:extLst>
              </p14:cNvPr>
              <p14:cNvContentPartPr/>
              <p14:nvPr/>
            </p14:nvContentPartPr>
            <p14:xfrm>
              <a:off x="2011320" y="4632480"/>
              <a:ext cx="1145880" cy="128880"/>
            </p14:xfrm>
          </p:contentPart>
        </mc:Choice>
        <mc:Fallback>
          <p:pic>
            <p:nvPicPr>
              <p:cNvPr id="7" name="잉크 6">
                <a:extLst>
                  <a:ext uri="{FF2B5EF4-FFF2-40B4-BE49-F238E27FC236}">
                    <a16:creationId xmlns:a16="http://schemas.microsoft.com/office/drawing/2014/main" id="{1F28DAF7-D65F-635E-7E39-8CEEC341C0B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995480" y="4569120"/>
                <a:ext cx="1177200" cy="25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8" name="잉크 7">
                <a:extLst>
                  <a:ext uri="{FF2B5EF4-FFF2-40B4-BE49-F238E27FC236}">
                    <a16:creationId xmlns:a16="http://schemas.microsoft.com/office/drawing/2014/main" id="{E67D6B6B-8100-106F-9EBA-93DF44FAC44F}"/>
                  </a:ext>
                </a:extLst>
              </p14:cNvPr>
              <p14:cNvContentPartPr/>
              <p14:nvPr/>
            </p14:nvContentPartPr>
            <p14:xfrm>
              <a:off x="344160" y="316440"/>
              <a:ext cx="11379600" cy="4767120"/>
            </p14:xfrm>
          </p:contentPart>
        </mc:Choice>
        <mc:Fallback>
          <p:pic>
            <p:nvPicPr>
              <p:cNvPr id="8" name="잉크 7">
                <a:extLst>
                  <a:ext uri="{FF2B5EF4-FFF2-40B4-BE49-F238E27FC236}">
                    <a16:creationId xmlns:a16="http://schemas.microsoft.com/office/drawing/2014/main" id="{E67D6B6B-8100-106F-9EBA-93DF44FAC44F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34800" y="307080"/>
                <a:ext cx="11398320" cy="4785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311453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C190D-43CE-FD88-9D24-D34C25647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The image shows a code snippet in C language, specifically for ESP32 platform, illustrating a switch-case structure for handling different Bluetooth Low Energy (BLE) events such as initialization, connection, data reception, and disconnection.&#10;&#10;AI 생성 콘텐츠는 정확하지 않을 수 있습니다.">
            <a:extLst>
              <a:ext uri="{FF2B5EF4-FFF2-40B4-BE49-F238E27FC236}">
                <a16:creationId xmlns:a16="http://schemas.microsoft.com/office/drawing/2014/main" id="{DB08AE1E-BC2F-D4AD-31F9-A44ED7831C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924" y="388186"/>
            <a:ext cx="6973273" cy="554432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AFA3B20B-6763-E0A5-F064-491389B26143}"/>
                  </a:ext>
                </a:extLst>
              </p14:cNvPr>
              <p14:cNvContentPartPr/>
              <p14:nvPr/>
            </p14:nvContentPartPr>
            <p14:xfrm>
              <a:off x="322560" y="372240"/>
              <a:ext cx="11754360" cy="6147720"/>
            </p14:xfrm>
          </p:contentPart>
        </mc:Choice>
        <mc:Fallback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AFA3B20B-6763-E0A5-F064-491389B2614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13200" y="362880"/>
                <a:ext cx="11773080" cy="6166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832439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25590-0E3E-EAC0-F5D4-1694EE0D1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A code snippet in C shows a function for parsing a string with angle, gear, acceleration, and brake values, then adjusting and setting servo angles based on the parsed data.&#10;&#10;AI 생성 콘텐츠는 정확하지 않을 수 있습니다.">
            <a:extLst>
              <a:ext uri="{FF2B5EF4-FFF2-40B4-BE49-F238E27FC236}">
                <a16:creationId xmlns:a16="http://schemas.microsoft.com/office/drawing/2014/main" id="{6A067112-3B80-4CC7-2CE6-E9ACA2E00F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4376"/>
            <a:ext cx="7487695" cy="524900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잉크 3">
                <a:extLst>
                  <a:ext uri="{FF2B5EF4-FFF2-40B4-BE49-F238E27FC236}">
                    <a16:creationId xmlns:a16="http://schemas.microsoft.com/office/drawing/2014/main" id="{74E9A23D-2021-BF9B-B9DB-AACA9C6131BE}"/>
                  </a:ext>
                </a:extLst>
              </p14:cNvPr>
              <p14:cNvContentPartPr/>
              <p14:nvPr/>
            </p14:nvContentPartPr>
            <p14:xfrm>
              <a:off x="83520" y="251640"/>
              <a:ext cx="10671480" cy="5129640"/>
            </p14:xfrm>
          </p:contentPart>
        </mc:Choice>
        <mc:Fallback>
          <p:pic>
            <p:nvPicPr>
              <p:cNvPr id="4" name="잉크 3">
                <a:extLst>
                  <a:ext uri="{FF2B5EF4-FFF2-40B4-BE49-F238E27FC236}">
                    <a16:creationId xmlns:a16="http://schemas.microsoft.com/office/drawing/2014/main" id="{74E9A23D-2021-BF9B-B9DB-AACA9C6131B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4160" y="242280"/>
                <a:ext cx="10690200" cy="5148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567627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5305E-0941-1C02-5BA6-03ACC5BBA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CCECA709-606F-513C-9E7B-A420ADF2B057}"/>
                  </a:ext>
                </a:extLst>
              </p14:cNvPr>
              <p14:cNvContentPartPr/>
              <p14:nvPr/>
            </p14:nvContentPartPr>
            <p14:xfrm>
              <a:off x="659880" y="274320"/>
              <a:ext cx="11439720" cy="6320880"/>
            </p14:xfrm>
          </p:contentPart>
        </mc:Choice>
        <mc:Fallback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CCECA709-606F-513C-9E7B-A420ADF2B05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50520" y="264960"/>
                <a:ext cx="11458440" cy="6339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369086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A99B1C-771C-DCDC-7505-CCD5B5FC3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8B67361C-A239-8BE2-9B5F-359F7F3E61C9}"/>
                  </a:ext>
                </a:extLst>
              </p14:cNvPr>
              <p14:cNvContentPartPr/>
              <p14:nvPr/>
            </p14:nvContentPartPr>
            <p14:xfrm>
              <a:off x="1115280" y="296640"/>
              <a:ext cx="5884560" cy="5613120"/>
            </p14:xfrm>
          </p:contentPart>
        </mc:Choice>
        <mc:Fallback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8B67361C-A239-8BE2-9B5F-359F7F3E61C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05920" y="287280"/>
                <a:ext cx="5903280" cy="5631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299791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0</Words>
  <Application>Microsoft Office PowerPoint</Application>
  <PresentationFormat>와이드스크린</PresentationFormat>
  <Paragraphs>0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 윤성</dc:creator>
  <cp:lastModifiedBy>김 윤성</cp:lastModifiedBy>
  <cp:revision>1</cp:revision>
  <dcterms:created xsi:type="dcterms:W3CDTF">2026-06-01T10:13:39Z</dcterms:created>
  <dcterms:modified xsi:type="dcterms:W3CDTF">2026-06-01T12:09:32Z</dcterms:modified>
</cp:coreProperties>
</file>